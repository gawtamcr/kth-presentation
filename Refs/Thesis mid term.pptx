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11E_2F5A7EEF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27"/>
  </p:sldMasterIdLst>
  <p:notesMasterIdLst>
    <p:notesMasterId r:id="rId56"/>
  </p:notesMasterIdLst>
  <p:handoutMasterIdLst>
    <p:handoutMasterId r:id="rId57"/>
  </p:handoutMasterIdLst>
  <p:sldIdLst>
    <p:sldId id="261" r:id="rId28"/>
    <p:sldId id="269" r:id="rId29"/>
    <p:sldId id="286" r:id="rId30"/>
    <p:sldId id="268" r:id="rId31"/>
    <p:sldId id="283" r:id="rId32"/>
    <p:sldId id="294" r:id="rId33"/>
    <p:sldId id="305" r:id="rId34"/>
    <p:sldId id="284" r:id="rId35"/>
    <p:sldId id="271" r:id="rId36"/>
    <p:sldId id="302" r:id="rId37"/>
    <p:sldId id="289" r:id="rId38"/>
    <p:sldId id="282" r:id="rId39"/>
    <p:sldId id="303" r:id="rId40"/>
    <p:sldId id="276" r:id="rId41"/>
    <p:sldId id="280" r:id="rId42"/>
    <p:sldId id="292" r:id="rId43"/>
    <p:sldId id="290" r:id="rId44"/>
    <p:sldId id="304" r:id="rId45"/>
    <p:sldId id="273" r:id="rId46"/>
    <p:sldId id="300" r:id="rId47"/>
    <p:sldId id="301" r:id="rId48"/>
    <p:sldId id="299" r:id="rId49"/>
    <p:sldId id="295" r:id="rId50"/>
    <p:sldId id="296" r:id="rId51"/>
    <p:sldId id="297" r:id="rId52"/>
    <p:sldId id="298" r:id="rId53"/>
    <p:sldId id="263" r:id="rId54"/>
    <p:sldId id="267" r:id="rId55"/>
  </p:sldIdLst>
  <p:sldSz cx="12192000" cy="6858000"/>
  <p:notesSz cx="6858000" cy="9144000"/>
  <p:embeddedFontLst>
    <p:embeddedFont>
      <p:font typeface="ABBvoice" panose="020D0603020503020204" pitchFamily="34" charset="0"/>
      <p:regular r:id="rId58"/>
      <p:bold r:id="rId59"/>
    </p:embeddedFont>
    <p:embeddedFont>
      <p:font typeface="ABBvoice Display SemiBold" panose="020D0704020603060204" pitchFamily="34" charset="0"/>
      <p:bold r:id="rId60"/>
    </p:embeddedFont>
    <p:embeddedFont>
      <p:font typeface="ABBvoice Light" panose="020D0403020503020204" pitchFamily="34" charset="0"/>
      <p:regular r:id="rId61"/>
    </p:embeddedFont>
    <p:embeddedFont>
      <p:font typeface="Cambria Math" panose="02040503050406030204" pitchFamily="18" charset="0"/>
      <p:regular r:id="rId62"/>
    </p:embeddedFont>
    <p:embeddedFont>
      <p:font typeface="Consolas" panose="020B0609020204030204" pitchFamily="49" charset="0"/>
      <p:regular r:id="rId63"/>
      <p:bold r:id="rId64"/>
      <p:italic r:id="rId65"/>
      <p:boldItalic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0E9374-3AAD-268E-6A8F-CACECA18CA58}" name="Gawtam Ramesh" initials="GR" userId="S::gawtam.ramesh@se.abb.com::5a825f13-9cf5-400c-8515-d4336f232e37" providerId="AD"/>
  <p188:author id="{4E8DEDBF-9F9C-D94B-1F64-4CBD526D7E07}" name="Laura Aguilar" initials="LA" userId="S::laura.aguilar@se.abb.com::9fd0c60c-e2a3-43fe-8f3a-33fb8714011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mytro Lieshonok" initials="DL" lastIdx="2" clrIdx="0">
    <p:extLst>
      <p:ext uri="{19B8F6BF-5375-455C-9EA6-DF929625EA0E}">
        <p15:presenceInfo xmlns:p15="http://schemas.microsoft.com/office/powerpoint/2012/main" userId="Dmytro Lieshono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9F9FA"/>
    <a:srgbClr val="FF00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1C78C-F7D0-4B2D-B68F-E86B0DE6058E}" v="4" dt="2026-10-15T18:08:21.626"/>
  </p1510:revLst>
</p1510:revInfo>
</file>

<file path=ppt/tableStyles.xml><?xml version="1.0" encoding="utf-8"?>
<a:tblStyleLst xmlns:a="http://schemas.openxmlformats.org/drawingml/2006/main" def="{773F8A54-F971-430D-9108-034FE38666E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Styl jasny 1 — Ak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 jasny 3 — Ak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73F8A54-F971-430D-9108-034FE38666EA}" styleName="ABB Default Table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0000" cmpd="sng">
              <a:solidFill>
                <a:schemeClr val="dk1"/>
              </a:solidFill>
            </a:ln>
          </a:top>
          <a:bottom>
            <a:ln w="0" cmpd="sng">
              <a:solidFill>
                <a:schemeClr val="dk1"/>
              </a:solidFill>
            </a:ln>
          </a:bottom>
          <a:insideH>
            <a:ln w="50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ff">
        <a:fontRef idx="minor">
          <a:schemeClr val="dk1"/>
        </a:fontRef>
        <a:schemeClr val="dk1"/>
      </a:tcTxStyle>
      <a:tcStyle>
        <a:tcBdr/>
        <a:fill>
          <a:solidFill>
            <a:schemeClr val="accent5"/>
          </a:solidFill>
        </a:fill>
      </a:tcStyle>
    </a:lastCol>
    <a:firstCol>
      <a:tcTxStyle b="off">
        <a:fontRef idx="minor">
          <a:schemeClr val="dk1"/>
        </a:fontRef>
        <a:schemeClr val="dk1"/>
      </a:tcTxStyle>
      <a:tcStyle>
        <a:tcBdr/>
        <a:fill>
          <a:solidFill>
            <a:schemeClr val="accent5"/>
          </a:solidFill>
        </a:fill>
      </a:tcStyle>
    </a:firstCol>
    <a:lastRow>
      <a:tcTxStyle b="off">
        <a:fontRef idx="minor">
          <a:prstClr val="black"/>
        </a:fontRef>
        <a:schemeClr val="dk1"/>
      </a:tcTxStyle>
      <a:tcStyle>
        <a:tcBdr/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5000" cmpd="sng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slide" Target="slides/slide15.xml"/><Relationship Id="rId47" Type="http://schemas.openxmlformats.org/officeDocument/2006/relationships/slide" Target="slides/slide20.xml"/><Relationship Id="rId63" Type="http://schemas.openxmlformats.org/officeDocument/2006/relationships/font" Target="fonts/font6.fntdata"/><Relationship Id="rId6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2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5.xml"/><Relationship Id="rId37" Type="http://schemas.openxmlformats.org/officeDocument/2006/relationships/slide" Target="slides/slide10.xml"/><Relationship Id="rId40" Type="http://schemas.openxmlformats.org/officeDocument/2006/relationships/slide" Target="slides/slide13.xml"/><Relationship Id="rId45" Type="http://schemas.openxmlformats.org/officeDocument/2006/relationships/slide" Target="slides/slide18.xml"/><Relationship Id="rId53" Type="http://schemas.openxmlformats.org/officeDocument/2006/relationships/slide" Target="slides/slide26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customXml" Target="../customXml/item5.xml"/><Relationship Id="rId61" Type="http://schemas.openxmlformats.org/officeDocument/2006/relationships/font" Target="fonts/font4.fntdata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3.xml"/><Relationship Id="rId35" Type="http://schemas.openxmlformats.org/officeDocument/2006/relationships/slide" Target="slides/slide8.xml"/><Relationship Id="rId43" Type="http://schemas.openxmlformats.org/officeDocument/2006/relationships/slide" Target="slides/slide16.xml"/><Relationship Id="rId48" Type="http://schemas.openxmlformats.org/officeDocument/2006/relationships/slide" Target="slides/slide21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7.fntdata"/><Relationship Id="rId69" Type="http://schemas.openxmlformats.org/officeDocument/2006/relationships/viewProps" Target="viewProps.xml"/><Relationship Id="rId8" Type="http://schemas.openxmlformats.org/officeDocument/2006/relationships/customXml" Target="../customXml/item8.xml"/><Relationship Id="rId51" Type="http://schemas.openxmlformats.org/officeDocument/2006/relationships/slide" Target="slides/slide24.xml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slide" Target="slides/slide6.xml"/><Relationship Id="rId38" Type="http://schemas.openxmlformats.org/officeDocument/2006/relationships/slide" Target="slides/slide11.xml"/><Relationship Id="rId46" Type="http://schemas.openxmlformats.org/officeDocument/2006/relationships/slide" Target="slides/slide19.xml"/><Relationship Id="rId59" Type="http://schemas.openxmlformats.org/officeDocument/2006/relationships/font" Target="fonts/font2.fntdata"/><Relationship Id="rId67" Type="http://schemas.openxmlformats.org/officeDocument/2006/relationships/commentAuthors" Target="commentAuthors.xml"/><Relationship Id="rId20" Type="http://schemas.openxmlformats.org/officeDocument/2006/relationships/customXml" Target="../customXml/item20.xml"/><Relationship Id="rId41" Type="http://schemas.openxmlformats.org/officeDocument/2006/relationships/slide" Target="slides/slide14.xml"/><Relationship Id="rId54" Type="http://schemas.openxmlformats.org/officeDocument/2006/relationships/slide" Target="slides/slide27.xml"/><Relationship Id="rId62" Type="http://schemas.openxmlformats.org/officeDocument/2006/relationships/font" Target="fonts/font5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" Target="slides/slide1.xml"/><Relationship Id="rId36" Type="http://schemas.openxmlformats.org/officeDocument/2006/relationships/slide" Target="slides/slide9.xml"/><Relationship Id="rId49" Type="http://schemas.openxmlformats.org/officeDocument/2006/relationships/slide" Target="slides/slide22.xml"/><Relationship Id="rId57" Type="http://schemas.openxmlformats.org/officeDocument/2006/relationships/handoutMaster" Target="handoutMasters/handoutMaster1.xml"/><Relationship Id="rId10" Type="http://schemas.openxmlformats.org/officeDocument/2006/relationships/customXml" Target="../customXml/item10.xml"/><Relationship Id="rId31" Type="http://schemas.openxmlformats.org/officeDocument/2006/relationships/slide" Target="slides/slide4.xml"/><Relationship Id="rId44" Type="http://schemas.openxmlformats.org/officeDocument/2006/relationships/slide" Target="slides/slide17.xml"/><Relationship Id="rId52" Type="http://schemas.openxmlformats.org/officeDocument/2006/relationships/slide" Target="slides/slide25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slide" Target="slides/slide12.xml"/><Relationship Id="rId34" Type="http://schemas.openxmlformats.org/officeDocument/2006/relationships/slide" Target="slides/slide7.xml"/><Relationship Id="rId50" Type="http://schemas.openxmlformats.org/officeDocument/2006/relationships/slide" Target="slides/slide23.xml"/><Relationship Id="rId55" Type="http://schemas.openxmlformats.org/officeDocument/2006/relationships/slide" Target="slides/slide28.xml"/><Relationship Id="rId7" Type="http://schemas.openxmlformats.org/officeDocument/2006/relationships/customXml" Target="../customXml/item7.xml"/><Relationship Id="rId71" Type="http://schemas.openxmlformats.org/officeDocument/2006/relationships/tableStyles" Target="tableStyles.xml"/></Relationships>
</file>

<file path=ppt/comments/modernComment_11E_2F5A7E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902BE1-B92E-4410-97D2-79E914223D0D}" authorId="{730E9374-3AAD-268E-6A8F-CACECA18CA58}" created="2026-04-15T18:59:56.3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94459887" sldId="286"/>
      <ac:cxnSpMk id="35" creationId="{D00BBA83-1AD4-6B69-36A6-EDB77AE413D5}"/>
    </ac:deMkLst>
    <p188:txBody>
      <a:bodyPr/>
      <a:lstStyle/>
      <a:p>
        <a:r>
          <a:rPr lang="sv-SE"/>
          <a:t>I think the middle line should be Path
top should be Sampling (RRT) and bottom Data Driven (Flow matching)
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490A3-8906-4C15-BA06-29841194A30F}" type="datetimeFigureOut">
              <a:rPr lang="en-US" smtClean="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rPr>
              <a:t>15-Oct-26</a:t>
            </a:fld>
            <a:endParaRPr lang="en-US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BD733-F72C-4484-8056-9C6167F848BC}" type="slidenum">
              <a:rPr lang="en-US" smtClean="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rPr>
              <a:t>‹#›</a:t>
            </a:fld>
            <a:endParaRPr lang="en-US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611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fld id="{7B9B1A6A-6BBE-4409-8C9E-DA0703379151}" type="datetimeFigureOut">
              <a:rPr lang="en-US" smtClean="0"/>
              <a:pPr/>
              <a:t>15-Oct-26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383822" y="685800"/>
            <a:ext cx="6096000" cy="3429000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383822" y="4343400"/>
            <a:ext cx="609035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fld id="{3A94E69C-C28A-4BE6-BE89-71D8FB2035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8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1pPr>
    <a:lvl2pPr marL="180000" indent="-180000" algn="l" defTabSz="914400" rtl="0" eaLnBrk="1" latinLnBrk="0" hangingPunct="1">
      <a:buFont typeface="ABBvoice" panose="020D0603020503020204" pitchFamily="34" charset="0"/>
      <a:buChar char="–"/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2pPr>
    <a:lvl3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3pPr>
    <a:lvl4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4pPr>
    <a:lvl5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5pPr>
    <a:lvl6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The idea is to take a human command and have the robot execute it.</a:t>
            </a:r>
          </a:p>
          <a:p>
            <a:endParaRPr lang="sv-SE"/>
          </a:p>
          <a:p>
            <a:r>
              <a:rPr lang="sv-SE"/>
              <a:t>The biggest trend in robotics is End-to-End AI. </a:t>
            </a:r>
          </a:p>
          <a:p>
            <a:r>
              <a:rPr lang="sv-SE"/>
              <a:t>NL to action through a black box with AI  (VLAs)</a:t>
            </a:r>
          </a:p>
          <a:p>
            <a:endParaRPr lang="sv-SE"/>
          </a:p>
          <a:p>
            <a:r>
              <a:rPr lang="sv-SE"/>
              <a:t>We know their links, motors, the math that drives their dynamics.</a:t>
            </a:r>
            <a:br>
              <a:rPr lang="sv-SE"/>
            </a:br>
            <a:r>
              <a:rPr lang="sv-SE"/>
              <a:t>Another option: use a logic language to code the NL instruction into a mathematical and precise language. </a:t>
            </a:r>
          </a:p>
          <a:p>
            <a:endParaRPr lang="sv-SE"/>
          </a:p>
          <a:p>
            <a:r>
              <a:rPr lang="sv-SE"/>
              <a:t>We still use AI to deal with AMBIGUITY.</a:t>
            </a:r>
          </a:p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39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Is a formal lang used to specify and monitor complex time-dependent requirements.</a:t>
            </a:r>
          </a:p>
          <a:p>
            <a:r>
              <a:rPr lang="sv-SE"/>
              <a:t>It combines logical operators (not, and or) and temporal operators. </a:t>
            </a:r>
          </a:p>
          <a:p>
            <a:endParaRPr lang="sv-SE"/>
          </a:p>
          <a:p>
            <a:r>
              <a:rPr lang="sv-SE"/>
              <a:t>Gawtam will explain: </a:t>
            </a:r>
          </a:p>
          <a:p>
            <a:r>
              <a:rPr lang="sv-SE"/>
              <a:t>	- What PI means</a:t>
            </a:r>
          </a:p>
          <a:p>
            <a:r>
              <a:rPr lang="sv-SE"/>
              <a:t>	- How we can evaluate the math to ensure success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0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5887-F0CF-CAC6-E7F5-CF79385E6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761B9-B271-9CCF-D713-E413109E0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2DE71-9893-A8E6-2392-51B58CB1F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ADE16-2810-A93E-6806-4A1E9BD99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5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sv-SE"/>
              <a:t>I focused on classical approaches (Gawtam has the learning covered)</a:t>
            </a:r>
          </a:p>
          <a:p>
            <a:pPr marL="228600" indent="-228600">
              <a:buAutoNum type="arabicPeriod"/>
            </a:pPr>
            <a:r>
              <a:rPr lang="sv-SE"/>
              <a:t>Between MILP and sampling: MILP is more popular but used more on mobile robots/drones where the DoF are lower. For higher DoF: sampling surpases the curse of dimensionality. We do not need the best optimized path after long periods of time for planning, we want a path that follows the STL laws and is faster to obtain.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10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RRT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17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BEF2-4BE0-29CC-A878-5DE9AA8D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C2002-B704-A43D-D6B2-A79642611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0896A-5F14-9D1E-7BC2-DB0B9C878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RRT explanation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2DCF7-A2BD-C1EE-380B-4DB88B2EC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79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We are basically trying to solve this equation which translates to Reach the goal and dwell in it for D seconds. The grasping has been taken out since we are evaluating a continous trajectory and grasping is a discrete action.</a:t>
            </a:r>
          </a:p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15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68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Nested formula, video demosntration of the dwell.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63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1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just to give a brief context, there are a lot more methods, each of them can be composed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38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DD3D5-48CE-8508-31DB-B57E413B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4B8C2-FCC4-4110-2FB4-E97CB3B1D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06A71-1F21-4F15-C8C7-61A69A81C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067DC-5AAF-7618-E0B1-542DC7459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54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7300" lvl="1" indent="-342900">
              <a:buFont typeface="Arial" panose="020B0604020202020204" pitchFamily="34" charset="0"/>
              <a:buChar char="•"/>
            </a:pPr>
            <a:r>
              <a:rPr lang="en-US"/>
              <a:t>Observations ( P[3], Phase dependent – (T[3], t) ) </a:t>
            </a:r>
          </a:p>
          <a:p>
            <a:pPr marL="627300" lvl="1" indent="-342900">
              <a:buFont typeface="Arial" panose="020B0604020202020204" pitchFamily="34" charset="0"/>
              <a:buChar char="•"/>
            </a:pPr>
            <a:r>
              <a:rPr lang="en-US"/>
              <a:t>Rewards </a:t>
            </a:r>
          </a:p>
          <a:p>
            <a:pPr marL="911700" lvl="2" indent="-342900">
              <a:buFont typeface="Arial" panose="020B0604020202020204" pitchFamily="34" charset="0"/>
              <a:buChar char="•"/>
            </a:pPr>
            <a:r>
              <a:rPr lang="en-US"/>
              <a:t>Dense – Robustness (Phase wise)</a:t>
            </a:r>
          </a:p>
          <a:p>
            <a:pPr marL="911700" lvl="2" indent="-342900">
              <a:buFont typeface="Arial" panose="020B0604020202020204" pitchFamily="34" charset="0"/>
              <a:buChar char="•"/>
            </a:pPr>
            <a:r>
              <a:rPr lang="en-US"/>
              <a:t>Sparse -  Phase Transition, Goal Completion, Timeout</a:t>
            </a:r>
          </a:p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05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Motivation to pivot :      If you are learning to drive, you don’t need to know every road, of course that’s the best-case scenario (if you are going to drive in the same city)</a:t>
            </a:r>
          </a:p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97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B25342-E713-0247-2E3D-6C43E595B6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61104"/>
            <a:ext cx="12192000" cy="2596896"/>
          </a:xfrm>
          <a:prstGeom prst="rect">
            <a:avLst/>
          </a:prstGeom>
        </p:spPr>
      </p:pic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D8540927-FEEA-4930-9813-BB60C05739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3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6F4C580F-76F7-40E8-ADEA-2D8C9B25F850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6" name="Footer Placeholder 5" hidden="1">
            <a:extLst>
              <a:ext uri="{FF2B5EF4-FFF2-40B4-BE49-F238E27FC236}">
                <a16:creationId xmlns:a16="http://schemas.microsoft.com/office/drawing/2014/main" id="{CEA8885D-4C24-47AF-B750-459697002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4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lide Number Placeholder 6" hidden="1">
            <a:extLst>
              <a:ext uri="{FF2B5EF4-FFF2-40B4-BE49-F238E27FC236}">
                <a16:creationId xmlns:a16="http://schemas.microsoft.com/office/drawing/2014/main" id="{2EAECFDD-505B-4910-A185-543B03579F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for metadata">
            <a:extLst>
              <a:ext uri="{FF2B5EF4-FFF2-40B4-BE49-F238E27FC236}">
                <a16:creationId xmlns:a16="http://schemas.microsoft.com/office/drawing/2014/main" id="{932E1283-5E1D-4454-90E0-0EB77DB007AD}"/>
              </a:ext>
            </a:extLst>
          </p:cNvPr>
          <p:cNvSpPr txBox="1">
            <a:spLocks/>
          </p:cNvSpPr>
          <p:nvPr userDrawn="1"/>
        </p:nvSpPr>
        <p:spPr>
          <a:xfrm>
            <a:off x="331196" y="6548400"/>
            <a:ext cx="4680000" cy="1188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8" name="Copyright" descr="{&#10; &quot;SkabelonDesign&quot;: {&#10; &quot;textualValue&quot;: &quot;&lt;s&gt;&lt;![CDATA[© ]]&gt;&lt;/s&gt;&lt;key1/&gt;&lt;s&gt;&lt;![CDATA[ ]]&gt;&lt;/s&gt;&lt;key2/&gt;&lt;s&gt;&lt;![CDATA[. All rights reserved.]]&gt;&lt;/s&gt;&quot;,&#10; &quot;bindingCollection&quot;: {&#10; &quot;key1&quot;: {&quot;SkabelonDesign&quot;:{&quot;type&quot;:&quot;Date&quot;,&quot;ignoreBlank&quot;:&quot;true&quot;,&quot;binding&quot;:&quot;Doc.DateTime.Today&quot;,&quot;format&quot;:&quot;yyyy&quot;}},&#10; &quot;key2&quot;: {&quot;SkabelonDesign&quot;:{&quot;type&quot;:&quot;Text&quot;,&quot;ignoreBlank&quot;:&quot;true&quot;,&quot;binding&quot;:&quot;Doc.Prop.BrandName&quot;}}&#10; }&#10; }&#10;}&#10;">
            <a:extLst>
              <a:ext uri="{FF2B5EF4-FFF2-40B4-BE49-F238E27FC236}">
                <a16:creationId xmlns:a16="http://schemas.microsoft.com/office/drawing/2014/main" id="{72AFD311-4076-40D0-970F-D430967AA3D8}"/>
              </a:ext>
            </a:extLst>
          </p:cNvPr>
          <p:cNvSpPr txBox="1"/>
          <p:nvPr userDrawn="1"/>
        </p:nvSpPr>
        <p:spPr bwMode="gray">
          <a:xfrm>
            <a:off x="329522" y="6523200"/>
            <a:ext cx="1745341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9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1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2026 ABB. All rights reserved.</a:t>
            </a:r>
            <a:endParaRPr lang="en-US"/>
          </a:p>
        </p:txBody>
      </p:sp>
      <p:sp>
        <p:nvSpPr>
          <p:cNvPr id="5" name="DocumentID" descr="{&#10; &quot;SkabelonDesign&quot;: {&#10; &quot;textualValue&quot;: &quot;&lt;key1/&gt;&quot;,&#10; &quot;bindingCollection&quot;: {&#10; &quot;key1&quot;: {&quot;SkabelonDesign&quot;:{&quot;type&quot;:&quot;Text&quot;,&quot;binding&quot;:&quot;PPMetadata&quot;}}&#10; }&#10; }&#10;}">
            <a:extLst>
              <a:ext uri="{FF2B5EF4-FFF2-40B4-BE49-F238E27FC236}">
                <a16:creationId xmlns:a16="http://schemas.microsoft.com/office/drawing/2014/main" id="{B586EEA8-ACB1-F614-9787-9EA929C4B8DD}"/>
              </a:ext>
            </a:extLst>
          </p:cNvPr>
          <p:cNvSpPr txBox="1"/>
          <p:nvPr userDrawn="1"/>
        </p:nvSpPr>
        <p:spPr bwMode="gray">
          <a:xfrm>
            <a:off x="2125496" y="6523200"/>
            <a:ext cx="1679368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 noProof="0">
              <a:solidFill>
                <a:schemeClr val="bg1"/>
              </a:solidFill>
            </a:endParaRPr>
          </a:p>
        </p:txBody>
      </p:sp>
      <p:sp>
        <p:nvSpPr>
          <p:cNvPr id="8" name="Revision" descr="{&#10; &quot;SkabelonDesign&quot;: {&#10; &quot;textualValue&quot;: &quot;&lt;key1/&gt;&quot;,&#10; &quot;bindingCollection&quot;: {&#10; &quot;key1&quot;: {&quot;SkabelonDesign&quot;:{&quot;type&quot;:&quot;Text&quot;,&quot;binding&quot;:&quot;DocumentRevisionIdLabelAndValue&quot;}}&#10; }&#10; }&#10;}">
            <a:extLst>
              <a:ext uri="{FF2B5EF4-FFF2-40B4-BE49-F238E27FC236}">
                <a16:creationId xmlns:a16="http://schemas.microsoft.com/office/drawing/2014/main" id="{1BF7EFE7-336D-7B45-9CEE-623BE4221500}"/>
              </a:ext>
            </a:extLst>
          </p:cNvPr>
          <p:cNvSpPr txBox="1"/>
          <p:nvPr userDrawn="1"/>
        </p:nvSpPr>
        <p:spPr bwMode="gray">
          <a:xfrm>
            <a:off x="4143600" y="6523200"/>
            <a:ext cx="756000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endParaRPr lang="en-US" sz="800" noProof="0">
              <a:solidFill>
                <a:schemeClr val="bg1"/>
              </a:solidFill>
            </a:endParaRPr>
          </a:p>
        </p:txBody>
      </p:sp>
      <p:pic>
        <p:nvPicPr>
          <p:cNvPr id="1359724393" name="Classification" descr="{&quot;templafy&quot;:{&quot;id&quot;:&quot;f6e8722d-b4bb-4e05-ae4f-20cd28b87182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00" y="367200"/>
            <a:ext cx="1530000" cy="252000"/>
          </a:xfrm>
          <a:prstGeom prst="rect">
            <a:avLst/>
          </a:prstGeom>
        </p:spPr>
      </p:pic>
      <p:pic>
        <p:nvPicPr>
          <p:cNvPr id="17" name="Logo">
            <a:extLst>
              <a:ext uri="{FF2B5EF4-FFF2-40B4-BE49-F238E27FC236}">
                <a16:creationId xmlns:a16="http://schemas.microsoft.com/office/drawing/2014/main" id="{5212E275-7406-B8D1-A3C9-6100BA5816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6737" y="395547"/>
            <a:ext cx="1766532" cy="677856"/>
          </a:xfrm>
          <a:prstGeom prst="rect">
            <a:avLst/>
          </a:prstGeom>
        </p:spPr>
      </p:pic>
      <p:pic>
        <p:nvPicPr>
          <p:cNvPr id="19" name="Tag line">
            <a:extLst>
              <a:ext uri="{FF2B5EF4-FFF2-40B4-BE49-F238E27FC236}">
                <a16:creationId xmlns:a16="http://schemas.microsoft.com/office/drawing/2014/main" id="{957191C3-087F-C04A-0DEB-B043188A2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6737" y="5866683"/>
            <a:ext cx="1766532" cy="400810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D4B8532-33AB-815E-60F0-4048F3950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2457525"/>
            <a:ext cx="8613648" cy="1349734"/>
          </a:xfrm>
        </p:spPr>
        <p:txBody>
          <a:bodyPr anchor="t"/>
          <a:lstStyle>
            <a:lvl1pPr>
              <a:defRPr sz="4400" b="0" cap="all" baseline="0">
                <a:latin typeface="ABBvoice Display SemiBold" panose="020D070402060306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A9EAF23-A18E-5305-C224-E60978BAAC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4576501"/>
            <a:ext cx="8613648" cy="486000"/>
          </a:xfrm>
        </p:spPr>
        <p:txBody>
          <a:bodyPr l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F1B3666-7D82-4C1B-225F-70F5B52B18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1" y="2295525"/>
            <a:ext cx="8613648" cy="162000"/>
          </a:xfrm>
        </p:spPr>
        <p:txBody>
          <a:bodyPr lIns="0" anchor="t"/>
          <a:lstStyle>
            <a:lvl1pPr>
              <a:spcBef>
                <a:spcPts val="0"/>
              </a:spcBef>
              <a:defRPr sz="1000" cap="all" spc="200" baseline="0"/>
            </a:lvl1pPr>
          </a:lstStyle>
          <a:p>
            <a:pPr lvl="0"/>
            <a:r>
              <a:rPr lang="en-US" noProof="0"/>
              <a:t>DATE OR OTHER INFORMATION – THIS LINE IS NOT OBLIGATORY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5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 (light ph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D93B1FE-B926-469A-85A8-E00CA4FBFE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Date Placeholder 2" hidden="1">
            <a:extLst>
              <a:ext uri="{FF2B5EF4-FFF2-40B4-BE49-F238E27FC236}">
                <a16:creationId xmlns:a16="http://schemas.microsoft.com/office/drawing/2014/main" id="{E2DA0BE3-FFDA-4368-915E-D6B90666C1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3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17FB7B14-392A-40B8-926C-0B6BDE0E19FB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25" name="Footer Placeholder 5" hidden="1">
            <a:extLst>
              <a:ext uri="{FF2B5EF4-FFF2-40B4-BE49-F238E27FC236}">
                <a16:creationId xmlns:a16="http://schemas.microsoft.com/office/drawing/2014/main" id="{6444F00E-4A33-4AB0-ADF2-E09C76137D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6" name="Slide Number Placeholder 6" hidden="1">
            <a:extLst>
              <a:ext uri="{FF2B5EF4-FFF2-40B4-BE49-F238E27FC236}">
                <a16:creationId xmlns:a16="http://schemas.microsoft.com/office/drawing/2014/main" id="{5B12548E-CFBD-4687-86F5-26FBF185500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extbox for metadata">
            <a:extLst>
              <a:ext uri="{FF2B5EF4-FFF2-40B4-BE49-F238E27FC236}">
                <a16:creationId xmlns:a16="http://schemas.microsoft.com/office/drawing/2014/main" id="{21AACC99-245C-4AB3-B925-3040F2FE3845}"/>
              </a:ext>
            </a:extLst>
          </p:cNvPr>
          <p:cNvSpPr txBox="1">
            <a:spLocks/>
          </p:cNvSpPr>
          <p:nvPr userDrawn="1"/>
        </p:nvSpPr>
        <p:spPr>
          <a:xfrm>
            <a:off x="331196" y="6548400"/>
            <a:ext cx="4680000" cy="1188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21" name="Copyright" descr="{&#10; &quot;SkabelonDesign&quot;: {&#10; &quot;textualValue&quot;: &quot;&lt;s&gt;&lt;![CDATA[© ]]&gt;&lt;/s&gt;&lt;key1/&gt;&lt;s&gt;&lt;![CDATA[ ]]&gt;&lt;/s&gt;&lt;key2/&gt;&lt;s&gt;&lt;![CDATA[. All rights reserved.]]&gt;&lt;/s&gt;&quot;,&#10; &quot;bindingCollection&quot;: {&#10; &quot;key1&quot;: {&quot;SkabelonDesign&quot;:{&quot;type&quot;:&quot;Date&quot;,&quot;ignoreBlank&quot;:&quot;true&quot;,&quot;binding&quot;:&quot;Doc.DateTime.Today&quot;,&quot;format&quot;:&quot;yyyy&quot;}},&#10; &quot;key2&quot;: {&quot;SkabelonDesign&quot;:{&quot;type&quot;:&quot;Text&quot;,&quot;ignoreBlank&quot;:&quot;true&quot;,&quot;binding&quot;:&quot;Doc.Prop.BrandName&quot;}}&#10; }&#10; }&#10;}&#10;">
            <a:extLst>
              <a:ext uri="{FF2B5EF4-FFF2-40B4-BE49-F238E27FC236}">
                <a16:creationId xmlns:a16="http://schemas.microsoft.com/office/drawing/2014/main" id="{867EF0E0-86BF-44FA-AC2D-C951CA90505C}"/>
              </a:ext>
            </a:extLst>
          </p:cNvPr>
          <p:cNvSpPr txBox="1"/>
          <p:nvPr userDrawn="1"/>
        </p:nvSpPr>
        <p:spPr bwMode="gray">
          <a:xfrm>
            <a:off x="329522" y="6523200"/>
            <a:ext cx="1745341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9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1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2026 ABB. All rights reserved.</a:t>
            </a:r>
            <a:endParaRPr lang="en-US"/>
          </a:p>
        </p:txBody>
      </p:sp>
      <p:sp>
        <p:nvSpPr>
          <p:cNvPr id="2" name="DocumentID" descr="{&#10; &quot;SkabelonDesign&quot;: {&#10; &quot;textualValue&quot;: &quot;&lt;key1/&gt;&quot;,&#10; &quot;bindingCollection&quot;: {&#10; &quot;key1&quot;: {&quot;SkabelonDesign&quot;:{&quot;type&quot;:&quot;Text&quot;,&quot;binding&quot;:&quot;PPMetadata&quot;}}&#10; }&#10; }&#10;}">
            <a:extLst>
              <a:ext uri="{FF2B5EF4-FFF2-40B4-BE49-F238E27FC236}">
                <a16:creationId xmlns:a16="http://schemas.microsoft.com/office/drawing/2014/main" id="{863A5345-9942-7CA3-3C89-5E8D0F5E3614}"/>
              </a:ext>
            </a:extLst>
          </p:cNvPr>
          <p:cNvSpPr txBox="1"/>
          <p:nvPr userDrawn="1"/>
        </p:nvSpPr>
        <p:spPr bwMode="gray">
          <a:xfrm>
            <a:off x="2125496" y="6523200"/>
            <a:ext cx="1679368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 noProof="0">
              <a:solidFill>
                <a:schemeClr val="tx1"/>
              </a:solidFill>
            </a:endParaRPr>
          </a:p>
        </p:txBody>
      </p:sp>
      <p:sp>
        <p:nvSpPr>
          <p:cNvPr id="3" name="Revision" descr="{&#10; &quot;SkabelonDesign&quot;: {&#10; &quot;textualValue&quot;: &quot;&lt;key1/&gt;&quot;,&#10; &quot;bindingCollection&quot;: {&#10; &quot;key1&quot;: {&quot;SkabelonDesign&quot;:{&quot;type&quot;:&quot;Text&quot;,&quot;binding&quot;:&quot;DocumentRevisionIdLabelAndValue&quot;}}&#10; }&#10; }&#10;}">
            <a:extLst>
              <a:ext uri="{FF2B5EF4-FFF2-40B4-BE49-F238E27FC236}">
                <a16:creationId xmlns:a16="http://schemas.microsoft.com/office/drawing/2014/main" id="{52CC6C05-E06C-D058-732C-FCE1D5DE3D67}"/>
              </a:ext>
            </a:extLst>
          </p:cNvPr>
          <p:cNvSpPr txBox="1"/>
          <p:nvPr userDrawn="1"/>
        </p:nvSpPr>
        <p:spPr bwMode="gray">
          <a:xfrm>
            <a:off x="4143600" y="6523200"/>
            <a:ext cx="756000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endParaRPr lang="en-US" sz="800" noProof="0">
              <a:solidFill>
                <a:schemeClr val="tx1"/>
              </a:solidFill>
            </a:endParaRPr>
          </a:p>
        </p:txBody>
      </p:sp>
      <p:pic>
        <p:nvPicPr>
          <p:cNvPr id="1895176757" name="Classification" descr="{&quot;templafy&quot;:{&quot;id&quot;:&quot;83078f84-da0d-4661-b6fd-2e9dbe363b0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00" y="367200"/>
            <a:ext cx="1530000" cy="252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700EA22-4967-EB8B-8572-337707EA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1" y="4415978"/>
            <a:ext cx="8613648" cy="1167237"/>
          </a:xfrm>
        </p:spPr>
        <p:txBody>
          <a:bodyPr anchor="t"/>
          <a:lstStyle>
            <a:lvl1pPr>
              <a:defRPr sz="4000" b="0" cap="all" baseline="0">
                <a:latin typeface="ABBvoice Display SemiBold" panose="020D070402060306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5BE7224-9D04-78A1-1ECC-F8903196BA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5808186"/>
            <a:ext cx="8613648" cy="486000"/>
          </a:xfrm>
        </p:spPr>
        <p:txBody>
          <a:bodyPr lIns="0"/>
          <a:lstStyle>
            <a:lvl1pPr>
              <a:defRPr sz="20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BE6EDD7-71DD-0432-9AA7-5420CF75EE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201" y="4253978"/>
            <a:ext cx="8613648" cy="162000"/>
          </a:xfrm>
        </p:spPr>
        <p:txBody>
          <a:bodyPr lIns="0" anchor="t"/>
          <a:lstStyle>
            <a:lvl1pPr>
              <a:spcBef>
                <a:spcPts val="0"/>
              </a:spcBef>
              <a:defRPr sz="800" cap="all" spc="200" baseline="0"/>
            </a:lvl1pPr>
          </a:lstStyle>
          <a:p>
            <a:pPr lvl="0"/>
            <a:r>
              <a:rPr lang="en-US" noProof="0"/>
              <a:t>DATE OR OTHER INFORMATION – THIS LINE IS NOT OBLIGATORY</a:t>
            </a:r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05EB70D6-8B07-4B1A-E89C-ACBEBFB337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7222" y="0"/>
            <a:ext cx="2554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2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 (dark ph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D93B1FE-B926-469A-85A8-E00CA4FBFE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Date Placeholder 2" hidden="1">
            <a:extLst>
              <a:ext uri="{FF2B5EF4-FFF2-40B4-BE49-F238E27FC236}">
                <a16:creationId xmlns:a16="http://schemas.microsoft.com/office/drawing/2014/main" id="{DEC93181-DC67-496C-BF38-9B85050BC8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3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2FE1CDC-7110-44AA-8C0E-6728506872AD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23" name="Footer Placeholder 5" hidden="1">
            <a:extLst>
              <a:ext uri="{FF2B5EF4-FFF2-40B4-BE49-F238E27FC236}">
                <a16:creationId xmlns:a16="http://schemas.microsoft.com/office/drawing/2014/main" id="{F875FF11-4129-4354-85FE-EB3DCEEC1D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4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4" name="Slide Number Placeholder 6" hidden="1">
            <a:extLst>
              <a:ext uri="{FF2B5EF4-FFF2-40B4-BE49-F238E27FC236}">
                <a16:creationId xmlns:a16="http://schemas.microsoft.com/office/drawing/2014/main" id="{B3D53CF0-1704-4F73-A324-D97E6ADAD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box for metadata">
            <a:extLst>
              <a:ext uri="{FF2B5EF4-FFF2-40B4-BE49-F238E27FC236}">
                <a16:creationId xmlns:a16="http://schemas.microsoft.com/office/drawing/2014/main" id="{1E386679-4E1E-4E5A-A6F1-BA141E6691DE}"/>
              </a:ext>
            </a:extLst>
          </p:cNvPr>
          <p:cNvSpPr txBox="1">
            <a:spLocks/>
          </p:cNvSpPr>
          <p:nvPr userDrawn="1"/>
        </p:nvSpPr>
        <p:spPr>
          <a:xfrm>
            <a:off x="331196" y="6548400"/>
            <a:ext cx="4680000" cy="1188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9" name="Copyright" descr="{&#10; &quot;SkabelonDesign&quot;: {&#10; &quot;textualValue&quot;: &quot;&lt;s&gt;&lt;![CDATA[© ]]&gt;&lt;/s&gt;&lt;key1/&gt;&lt;s&gt;&lt;![CDATA[ ]]&gt;&lt;/s&gt;&lt;key2/&gt;&lt;s&gt;&lt;![CDATA[. All rights reserved.]]&gt;&lt;/s&gt;&quot;,&#10; &quot;bindingCollection&quot;: {&#10; &quot;key1&quot;: {&quot;SkabelonDesign&quot;:{&quot;type&quot;:&quot;Date&quot;,&quot;ignoreBlank&quot;:&quot;true&quot;,&quot;binding&quot;:&quot;Doc.DateTime.Today&quot;,&quot;format&quot;:&quot;yyyy&quot;}},&#10; &quot;key2&quot;: {&quot;SkabelonDesign&quot;:{&quot;type&quot;:&quot;Text&quot;,&quot;ignoreBlank&quot;:&quot;true&quot;,&quot;binding&quot;:&quot;Doc.Prop.BrandName&quot;}}&#10; }&#10; }&#10;}&#10;">
            <a:extLst>
              <a:ext uri="{FF2B5EF4-FFF2-40B4-BE49-F238E27FC236}">
                <a16:creationId xmlns:a16="http://schemas.microsoft.com/office/drawing/2014/main" id="{44496121-D0E1-4C2C-869C-41036E3F6F78}"/>
              </a:ext>
            </a:extLst>
          </p:cNvPr>
          <p:cNvSpPr txBox="1"/>
          <p:nvPr userDrawn="1"/>
        </p:nvSpPr>
        <p:spPr bwMode="gray">
          <a:xfrm>
            <a:off x="329522" y="6523200"/>
            <a:ext cx="1745341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9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1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2026 ABB. All rights reserved.</a:t>
            </a:r>
            <a:endParaRPr lang="en-US"/>
          </a:p>
        </p:txBody>
      </p:sp>
      <p:sp>
        <p:nvSpPr>
          <p:cNvPr id="2" name="DocumentID" descr="{&#10; &quot;SkabelonDesign&quot;: {&#10; &quot;textualValue&quot;: &quot;&lt;key1/&gt;&quot;,&#10; &quot;bindingCollection&quot;: {&#10; &quot;key1&quot;: {&quot;SkabelonDesign&quot;:{&quot;type&quot;:&quot;Text&quot;,&quot;binding&quot;:&quot;PPMetadata&quot;}}&#10; }&#10; }&#10;}">
            <a:extLst>
              <a:ext uri="{FF2B5EF4-FFF2-40B4-BE49-F238E27FC236}">
                <a16:creationId xmlns:a16="http://schemas.microsoft.com/office/drawing/2014/main" id="{C4C54101-727D-1B3B-6116-7B2F8F010DEE}"/>
              </a:ext>
            </a:extLst>
          </p:cNvPr>
          <p:cNvSpPr txBox="1"/>
          <p:nvPr userDrawn="1"/>
        </p:nvSpPr>
        <p:spPr bwMode="gray">
          <a:xfrm>
            <a:off x="2125496" y="6523200"/>
            <a:ext cx="1679368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 noProof="0">
              <a:solidFill>
                <a:srgbClr val="FFFFFF"/>
              </a:solidFill>
            </a:endParaRPr>
          </a:p>
        </p:txBody>
      </p:sp>
      <p:sp>
        <p:nvSpPr>
          <p:cNvPr id="3" name="Revision" descr="{&#10; &quot;SkabelonDesign&quot;: {&#10; &quot;textualValue&quot;: &quot;&lt;key1/&gt;&quot;,&#10; &quot;bindingCollection&quot;: {&#10; &quot;key1&quot;: {&quot;SkabelonDesign&quot;:{&quot;type&quot;:&quot;Text&quot;,&quot;binding&quot;:&quot;DocumentRevisionIdLabelAndValue&quot;}}&#10; }&#10; }&#10;}">
            <a:extLst>
              <a:ext uri="{FF2B5EF4-FFF2-40B4-BE49-F238E27FC236}">
                <a16:creationId xmlns:a16="http://schemas.microsoft.com/office/drawing/2014/main" id="{3D53989B-4D56-6014-24FC-8B1B0E551F66}"/>
              </a:ext>
            </a:extLst>
          </p:cNvPr>
          <p:cNvSpPr txBox="1"/>
          <p:nvPr userDrawn="1"/>
        </p:nvSpPr>
        <p:spPr bwMode="gray">
          <a:xfrm>
            <a:off x="4143600" y="6523200"/>
            <a:ext cx="756000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endParaRPr lang="en-US" sz="800" noProof="0">
              <a:solidFill>
                <a:srgbClr val="FFFFFF"/>
              </a:solidFill>
            </a:endParaRPr>
          </a:p>
        </p:txBody>
      </p:sp>
      <p:pic>
        <p:nvPicPr>
          <p:cNvPr id="1300939611" name="Classification" descr="{&quot;templafy&quot;:{&quot;id&quot;:&quot;4b78f4fe-0b02-4a56-b4b6-278764031fd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00" y="367200"/>
            <a:ext cx="1530000" cy="252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2BFD6D9-7CC9-04DE-B96D-15D2BDDB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1" y="4415978"/>
            <a:ext cx="8613648" cy="1167237"/>
          </a:xfrm>
        </p:spPr>
        <p:txBody>
          <a:bodyPr anchor="t"/>
          <a:lstStyle>
            <a:lvl1pPr>
              <a:defRPr sz="4000" b="0" cap="all" baseline="0">
                <a:solidFill>
                  <a:schemeClr val="bg1"/>
                </a:solidFill>
                <a:latin typeface="ABBvoice Display SemiBold" panose="020D070402060306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146E08-A8C9-A8CF-28EC-AA03887F0F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5808186"/>
            <a:ext cx="8613648" cy="486000"/>
          </a:xfrm>
        </p:spPr>
        <p:txBody>
          <a:bodyPr lIns="0"/>
          <a:lstStyle>
            <a:lvl1pPr>
              <a:defRPr sz="2000">
                <a:solidFill>
                  <a:schemeClr val="bg1"/>
                </a:solidFill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5B166A2-5329-1315-4496-5FE31CD1E6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201" y="4253978"/>
            <a:ext cx="8613648" cy="162000"/>
          </a:xfrm>
        </p:spPr>
        <p:txBody>
          <a:bodyPr lIns="0" anchor="t"/>
          <a:lstStyle>
            <a:lvl1pPr>
              <a:spcBef>
                <a:spcPts val="0"/>
              </a:spcBef>
              <a:defRPr sz="80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 OR OTHER INFORMATION – THIS LINE IS NOT OBLIGATORY</a:t>
            </a:r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BD510BD-93B4-BDDF-0E84-0627027FE1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6989" y="0"/>
            <a:ext cx="26850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B29AAA6-A1F6-490A-1EFC-6B447EB1762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8924925" cy="3922341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2CCBB1-04BD-FE31-F06D-102B92D55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1" y="4415978"/>
            <a:ext cx="8613648" cy="1167237"/>
          </a:xfrm>
        </p:spPr>
        <p:txBody>
          <a:bodyPr anchor="t"/>
          <a:lstStyle>
            <a:lvl1pPr>
              <a:defRPr sz="4000" b="0" cap="all" baseline="0">
                <a:latin typeface="ABBvoice Display SemiBold" panose="020D070402060306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86D38F8-004F-7DCE-C310-B4E7FCA060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5808186"/>
            <a:ext cx="8613648" cy="486000"/>
          </a:xfrm>
        </p:spPr>
        <p:txBody>
          <a:bodyPr lIns="0"/>
          <a:lstStyle>
            <a:lvl1pPr>
              <a:defRPr sz="20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AE2F316-0016-9697-4E87-5EDF2C8F03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201" y="4253978"/>
            <a:ext cx="8613648" cy="162000"/>
          </a:xfrm>
        </p:spPr>
        <p:txBody>
          <a:bodyPr lIns="0" anchor="t"/>
          <a:lstStyle>
            <a:lvl1pPr>
              <a:spcBef>
                <a:spcPts val="0"/>
              </a:spcBef>
              <a:defRPr sz="800" cap="all" spc="200" baseline="0"/>
            </a:lvl1pPr>
          </a:lstStyle>
          <a:p>
            <a:pPr lvl="0"/>
            <a:r>
              <a:rPr lang="en-US" noProof="0"/>
              <a:t>DATE OR OTHER INFORMATION – THIS LINE IS NOT OBLIGATORY</a:t>
            </a:r>
            <a:endParaRPr lang="en-US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4BA63496-C2A8-94B3-DF70-7124A3FF50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6737" y="395547"/>
            <a:ext cx="1766532" cy="677856"/>
          </a:xfrm>
          <a:prstGeom prst="rect">
            <a:avLst/>
          </a:prstGeom>
        </p:spPr>
      </p:pic>
      <p:pic>
        <p:nvPicPr>
          <p:cNvPr id="12" name="Tag line">
            <a:extLst>
              <a:ext uri="{FF2B5EF4-FFF2-40B4-BE49-F238E27FC236}">
                <a16:creationId xmlns:a16="http://schemas.microsoft.com/office/drawing/2014/main" id="{F7F21CC0-8031-7C43-8705-86240000D0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6737" y="5866683"/>
            <a:ext cx="1766532" cy="400810"/>
          </a:xfrm>
          <a:prstGeom prst="rect">
            <a:avLst/>
          </a:prstGeom>
        </p:spPr>
      </p:pic>
      <p:sp>
        <p:nvSpPr>
          <p:cNvPr id="14" name="Date Placeholder 2" hidden="1">
            <a:extLst>
              <a:ext uri="{FF2B5EF4-FFF2-40B4-BE49-F238E27FC236}">
                <a16:creationId xmlns:a16="http://schemas.microsoft.com/office/drawing/2014/main" id="{0A33B1B3-23BD-4E69-9630-079CFBD253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3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C6A9BD41-B408-4DC1-BC41-874D8AA7AEFB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18" name="Footer Placeholder 5" hidden="1">
            <a:extLst>
              <a:ext uri="{FF2B5EF4-FFF2-40B4-BE49-F238E27FC236}">
                <a16:creationId xmlns:a16="http://schemas.microsoft.com/office/drawing/2014/main" id="{FF96FD6D-EB5B-42F4-A782-864EE89849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4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9" name="Slide Number Placeholder 6" hidden="1">
            <a:extLst>
              <a:ext uri="{FF2B5EF4-FFF2-40B4-BE49-F238E27FC236}">
                <a16:creationId xmlns:a16="http://schemas.microsoft.com/office/drawing/2014/main" id="{A5917654-E2E7-4F3B-9A54-AAD2556830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box for metadata">
            <a:extLst>
              <a:ext uri="{FF2B5EF4-FFF2-40B4-BE49-F238E27FC236}">
                <a16:creationId xmlns:a16="http://schemas.microsoft.com/office/drawing/2014/main" id="{99A66A49-8F92-4F89-AFD0-110E26BF2680}"/>
              </a:ext>
            </a:extLst>
          </p:cNvPr>
          <p:cNvSpPr txBox="1">
            <a:spLocks/>
          </p:cNvSpPr>
          <p:nvPr userDrawn="1"/>
        </p:nvSpPr>
        <p:spPr>
          <a:xfrm>
            <a:off x="331196" y="6506816"/>
            <a:ext cx="4680000" cy="1188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23" name="Copyright" descr="{&#10; &quot;SkabelonDesign&quot;: {&#10; &quot;textualValue&quot;: &quot;&lt;s&gt;&lt;![CDATA[© ]]&gt;&lt;/s&gt;&lt;key1/&gt;&lt;s&gt;&lt;![CDATA[ ]]&gt;&lt;/s&gt;&lt;key2/&gt;&lt;s&gt;&lt;![CDATA[. All rights reserved.]]&gt;&lt;/s&gt;&quot;,&#10; &quot;bindingCollection&quot;: {&#10; &quot;key1&quot;: {&quot;SkabelonDesign&quot;:{&quot;type&quot;:&quot;Date&quot;,&quot;ignoreBlank&quot;:&quot;true&quot;,&quot;binding&quot;:&quot;Doc.DateTime.Today&quot;,&quot;format&quot;:&quot;yyyy&quot;}},&#10; &quot;key2&quot;: {&quot;SkabelonDesign&quot;:{&quot;type&quot;:&quot;Text&quot;,&quot;ignoreBlank&quot;:&quot;true&quot;,&quot;binding&quot;:&quot;Doc.Prop.BrandName&quot;}}&#10; }&#10; }&#10;}&#10;">
            <a:extLst>
              <a:ext uri="{FF2B5EF4-FFF2-40B4-BE49-F238E27FC236}">
                <a16:creationId xmlns:a16="http://schemas.microsoft.com/office/drawing/2014/main" id="{47C61707-0D77-48A5-9714-CB909585A68D}"/>
              </a:ext>
            </a:extLst>
          </p:cNvPr>
          <p:cNvSpPr txBox="1"/>
          <p:nvPr userDrawn="1"/>
        </p:nvSpPr>
        <p:spPr bwMode="gray">
          <a:xfrm>
            <a:off x="329522" y="6523200"/>
            <a:ext cx="1745341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9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1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2026 ABB. All rights reserved.</a:t>
            </a:r>
            <a:endParaRPr lang="en-US"/>
          </a:p>
        </p:txBody>
      </p:sp>
      <p:sp>
        <p:nvSpPr>
          <p:cNvPr id="2" name="DocumentID" descr="{&#10; &quot;SkabelonDesign&quot;: {&#10; &quot;textualValue&quot;: &quot;&lt;key1/&gt;&quot;,&#10; &quot;bindingCollection&quot;: {&#10; &quot;key1&quot;: {&quot;SkabelonDesign&quot;:{&quot;type&quot;:&quot;Text&quot;,&quot;binding&quot;:&quot;PPMetadata&quot;}}&#10; }&#10; }&#10;}">
            <a:extLst>
              <a:ext uri="{FF2B5EF4-FFF2-40B4-BE49-F238E27FC236}">
                <a16:creationId xmlns:a16="http://schemas.microsoft.com/office/drawing/2014/main" id="{6595B980-413F-5C6F-BB48-10EAFC8D7E57}"/>
              </a:ext>
            </a:extLst>
          </p:cNvPr>
          <p:cNvSpPr txBox="1"/>
          <p:nvPr userDrawn="1"/>
        </p:nvSpPr>
        <p:spPr bwMode="gray">
          <a:xfrm>
            <a:off x="2125496" y="6523200"/>
            <a:ext cx="1679368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 noProof="0">
              <a:solidFill>
                <a:schemeClr val="tx1"/>
              </a:solidFill>
            </a:endParaRPr>
          </a:p>
        </p:txBody>
      </p:sp>
      <p:sp>
        <p:nvSpPr>
          <p:cNvPr id="3" name="Revision" descr="{&#10; &quot;SkabelonDesign&quot;: {&#10; &quot;textualValue&quot;: &quot;&lt;key1/&gt;&quot;,&#10; &quot;bindingCollection&quot;: {&#10; &quot;key1&quot;: {&quot;SkabelonDesign&quot;:{&quot;type&quot;:&quot;Text&quot;,&quot;binding&quot;:&quot;DocumentRevisionIdLabelAndValue&quot;}}&#10; }&#10; }&#10;}">
            <a:extLst>
              <a:ext uri="{FF2B5EF4-FFF2-40B4-BE49-F238E27FC236}">
                <a16:creationId xmlns:a16="http://schemas.microsoft.com/office/drawing/2014/main" id="{84E264FF-7C16-2557-3035-564CD53922DE}"/>
              </a:ext>
            </a:extLst>
          </p:cNvPr>
          <p:cNvSpPr txBox="1"/>
          <p:nvPr userDrawn="1"/>
        </p:nvSpPr>
        <p:spPr bwMode="gray">
          <a:xfrm>
            <a:off x="4143600" y="6523200"/>
            <a:ext cx="756000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endParaRPr lang="en-US" sz="800" noProof="0">
              <a:solidFill>
                <a:schemeClr val="tx1"/>
              </a:solidFill>
            </a:endParaRPr>
          </a:p>
        </p:txBody>
      </p:sp>
      <p:pic>
        <p:nvPicPr>
          <p:cNvPr id="1647466245" name="Classification" descr="{&quot;templafy&quot;:{&quot;id&quot;:&quot;ec54c70e-2cef-4435-8ff4-a9bb8b4a3653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00" y="367200"/>
            <a:ext cx="153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9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2" hidden="1">
            <a:extLst>
              <a:ext uri="{FF2B5EF4-FFF2-40B4-BE49-F238E27FC236}">
                <a16:creationId xmlns:a16="http://schemas.microsoft.com/office/drawing/2014/main" id="{86899F48-C911-4CD2-8537-1874E4E7FF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3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1D6F7FAA-DD9E-4605-ADA9-64A74D15ED2D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16" name="Footer Placeholder 5" hidden="1">
            <a:extLst>
              <a:ext uri="{FF2B5EF4-FFF2-40B4-BE49-F238E27FC236}">
                <a16:creationId xmlns:a16="http://schemas.microsoft.com/office/drawing/2014/main" id="{7DCDF680-C48C-4D0A-9069-B2F60D63B7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4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Slide Number Placeholder 6" hidden="1">
            <a:extLst>
              <a:ext uri="{FF2B5EF4-FFF2-40B4-BE49-F238E27FC236}">
                <a16:creationId xmlns:a16="http://schemas.microsoft.com/office/drawing/2014/main" id="{0266C1C2-4C9C-4B41-96AD-AEADB16E34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extbox for metadata">
            <a:extLst>
              <a:ext uri="{FF2B5EF4-FFF2-40B4-BE49-F238E27FC236}">
                <a16:creationId xmlns:a16="http://schemas.microsoft.com/office/drawing/2014/main" id="{E3F50A39-4A37-4A8F-8A6D-C4F1265DDE55}"/>
              </a:ext>
            </a:extLst>
          </p:cNvPr>
          <p:cNvSpPr txBox="1">
            <a:spLocks/>
          </p:cNvSpPr>
          <p:nvPr userDrawn="1"/>
        </p:nvSpPr>
        <p:spPr>
          <a:xfrm>
            <a:off x="331196" y="6506816"/>
            <a:ext cx="4680000" cy="1188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21" name="Copyright" descr="{&#10; &quot;SkabelonDesign&quot;: {&#10; &quot;textualValue&quot;: &quot;&lt;s&gt;&lt;![CDATA[© ]]&gt;&lt;/s&gt;&lt;key1/&gt;&lt;s&gt;&lt;![CDATA[ ]]&gt;&lt;/s&gt;&lt;key2/&gt;&lt;s&gt;&lt;![CDATA[. All rights reserved.]]&gt;&lt;/s&gt;&quot;,&#10; &quot;bindingCollection&quot;: {&#10; &quot;key1&quot;: {&quot;SkabelonDesign&quot;:{&quot;type&quot;:&quot;Date&quot;,&quot;ignoreBlank&quot;:&quot;true&quot;,&quot;binding&quot;:&quot;Doc.DateTime.Today&quot;,&quot;format&quot;:&quot;yyyy&quot;}},&#10; &quot;key2&quot;: {&quot;SkabelonDesign&quot;:{&quot;type&quot;:&quot;Text&quot;,&quot;ignoreBlank&quot;:&quot;true&quot;,&quot;binding&quot;:&quot;Doc.Prop.BrandName&quot;}}&#10; }&#10; }&#10;}&#10;">
            <a:extLst>
              <a:ext uri="{FF2B5EF4-FFF2-40B4-BE49-F238E27FC236}">
                <a16:creationId xmlns:a16="http://schemas.microsoft.com/office/drawing/2014/main" id="{72C259B8-2007-488D-8494-693ADFA23A83}"/>
              </a:ext>
            </a:extLst>
          </p:cNvPr>
          <p:cNvSpPr txBox="1"/>
          <p:nvPr userDrawn="1"/>
        </p:nvSpPr>
        <p:spPr bwMode="gray">
          <a:xfrm>
            <a:off x="329522" y="6523200"/>
            <a:ext cx="1745341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9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1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2026 ABB. All rights reserved.</a:t>
            </a:r>
            <a:endParaRPr lang="en-US"/>
          </a:p>
        </p:txBody>
      </p:sp>
      <p:sp>
        <p:nvSpPr>
          <p:cNvPr id="2" name="DocumentID" descr="{&#10; &quot;SkabelonDesign&quot;: {&#10; &quot;textualValue&quot;: &quot;&lt;key1/&gt;&quot;,&#10; &quot;bindingCollection&quot;: {&#10; &quot;key1&quot;: {&quot;SkabelonDesign&quot;:{&quot;type&quot;:&quot;Text&quot;,&quot;binding&quot;:&quot;PPMetadata&quot;}}&#10; }&#10; }&#10;}">
            <a:extLst>
              <a:ext uri="{FF2B5EF4-FFF2-40B4-BE49-F238E27FC236}">
                <a16:creationId xmlns:a16="http://schemas.microsoft.com/office/drawing/2014/main" id="{E14ED6E7-A503-94E7-7189-8682343C0CC9}"/>
              </a:ext>
            </a:extLst>
          </p:cNvPr>
          <p:cNvSpPr txBox="1"/>
          <p:nvPr userDrawn="1"/>
        </p:nvSpPr>
        <p:spPr bwMode="gray">
          <a:xfrm>
            <a:off x="2125496" y="6523200"/>
            <a:ext cx="1679368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 noProof="0">
              <a:solidFill>
                <a:schemeClr val="tx1"/>
              </a:solidFill>
            </a:endParaRPr>
          </a:p>
        </p:txBody>
      </p:sp>
      <p:sp>
        <p:nvSpPr>
          <p:cNvPr id="3" name="Revision" descr="{&#10; &quot;SkabelonDesign&quot;: {&#10; &quot;textualValue&quot;: &quot;&lt;key1/&gt;&quot;,&#10; &quot;bindingCollection&quot;: {&#10; &quot;key1&quot;: {&quot;SkabelonDesign&quot;:{&quot;type&quot;:&quot;Text&quot;,&quot;binding&quot;:&quot;DocumentRevisionIdLabelAndValue&quot;}}&#10; }&#10; }&#10;}">
            <a:extLst>
              <a:ext uri="{FF2B5EF4-FFF2-40B4-BE49-F238E27FC236}">
                <a16:creationId xmlns:a16="http://schemas.microsoft.com/office/drawing/2014/main" id="{199FB105-4978-F0FF-EAB3-A9357DD6E547}"/>
              </a:ext>
            </a:extLst>
          </p:cNvPr>
          <p:cNvSpPr txBox="1"/>
          <p:nvPr userDrawn="1"/>
        </p:nvSpPr>
        <p:spPr bwMode="gray">
          <a:xfrm>
            <a:off x="4143600" y="6523200"/>
            <a:ext cx="756000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endParaRPr lang="en-US" sz="800" noProof="0">
              <a:solidFill>
                <a:schemeClr val="tx1"/>
              </a:solidFill>
            </a:endParaRPr>
          </a:p>
        </p:txBody>
      </p:sp>
      <p:pic>
        <p:nvPicPr>
          <p:cNvPr id="494339516" name="Classification" descr="{&quot;templafy&quot;:{&quot;id&quot;:&quot;37733e95-83ee-4f64-897c-fb66a90d28f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00" y="367200"/>
            <a:ext cx="1530000" cy="252000"/>
          </a:xfrm>
          <a:prstGeom prst="rect">
            <a:avLst/>
          </a:prstGeom>
        </p:spPr>
      </p:pic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830A1BB-93D2-83E6-5E0F-A2EB11913C1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3922776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10514A-B508-6FBD-95BC-27F50F5F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1" y="4415978"/>
            <a:ext cx="8613648" cy="1167237"/>
          </a:xfrm>
        </p:spPr>
        <p:txBody>
          <a:bodyPr anchor="t"/>
          <a:lstStyle>
            <a:lvl1pPr>
              <a:defRPr sz="4000" b="0" cap="all" baseline="0">
                <a:latin typeface="ABBvoice Display SemiBold" panose="020D070402060306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287956-228E-9217-B1A8-22A42BB962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1" y="5808186"/>
            <a:ext cx="8613648" cy="486000"/>
          </a:xfrm>
        </p:spPr>
        <p:txBody>
          <a:bodyPr lIns="0"/>
          <a:lstStyle>
            <a:lvl1pPr>
              <a:defRPr sz="20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D1C327-FC2E-1D32-7B54-A5257759E0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201" y="4253978"/>
            <a:ext cx="8613648" cy="162000"/>
          </a:xfrm>
        </p:spPr>
        <p:txBody>
          <a:bodyPr lIns="0" anchor="t"/>
          <a:lstStyle>
            <a:lvl1pPr>
              <a:spcBef>
                <a:spcPts val="0"/>
              </a:spcBef>
              <a:defRPr sz="800" cap="all" spc="200" baseline="0"/>
            </a:lvl1pPr>
          </a:lstStyle>
          <a:p>
            <a:pPr lvl="0"/>
            <a:r>
              <a:rPr lang="en-US" noProof="0"/>
              <a:t>DATE OR OTHER INFORMATION – THIS LINE IS NOT OBLIGATORY</a:t>
            </a:r>
            <a:endParaRPr lang="en-US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BBEB06A3-B60B-5E8B-65ED-9B854D977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6737" y="395547"/>
            <a:ext cx="1766532" cy="677856"/>
          </a:xfrm>
          <a:prstGeom prst="rect">
            <a:avLst/>
          </a:prstGeom>
        </p:spPr>
      </p:pic>
      <p:pic>
        <p:nvPicPr>
          <p:cNvPr id="15" name="Tag line">
            <a:extLst>
              <a:ext uri="{FF2B5EF4-FFF2-40B4-BE49-F238E27FC236}">
                <a16:creationId xmlns:a16="http://schemas.microsoft.com/office/drawing/2014/main" id="{AA4179DF-8B56-C9BC-1094-3EFFC44DA8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6737" y="5866683"/>
            <a:ext cx="1766532" cy="40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6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4E42B8-D5FA-6728-DEBD-934D2E2A9A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61104"/>
            <a:ext cx="12192000" cy="259689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431F8-764B-C17E-CC65-C19E1890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338F-25DA-4D0B-AE09-634C86CB35CB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C29D0-EB40-587B-58A6-53D763076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D97F4-D5E2-FCE0-A203-89814C3C181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8DE0D1-FC76-CA62-6E66-A111968AA3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375" y="3827463"/>
            <a:ext cx="6851650" cy="1475150"/>
          </a:xfrm>
        </p:spPr>
        <p:txBody>
          <a:bodyPr lIns="0" tIns="0" rIns="0" bIns="0" anchor="b"/>
          <a:lstStyle>
            <a:lvl1pPr>
              <a:defRPr sz="4800" b="0" cap="all" baseline="0">
                <a:solidFill>
                  <a:schemeClr val="tx1"/>
                </a:solidFill>
                <a:latin typeface="ABBvoice Display SemiBold" panose="020D0704020603060204" pitchFamily="34" charset="0"/>
              </a:defRPr>
            </a:lvl1pPr>
          </a:lstStyle>
          <a:p>
            <a:r>
              <a:rPr lang="en-US" noProof="0"/>
              <a:t>Chapter slide</a:t>
            </a:r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E832AA2-03A2-E191-75A1-F8C19050D4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5375" y="5349654"/>
            <a:ext cx="6851650" cy="507000"/>
          </a:xfrm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3E5CE7EF-73C3-CAE2-B471-EE2DA64E7F4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43851" y="683261"/>
            <a:ext cx="3226080" cy="1942982"/>
          </a:xfrm>
        </p:spPr>
        <p:txBody>
          <a:bodyPr/>
          <a:lstStyle>
            <a:lvl1pPr algn="r">
              <a:defRPr sz="13800">
                <a:solidFill>
                  <a:schemeClr val="tx1"/>
                </a:solidFill>
                <a:latin typeface="ABBvoice Display SemiBold" panose="020D070402060306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9585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15748-13E4-20FD-3345-5405C2E22ED3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DAAE6-C7C8-41CD-B37C-3EE1E89871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375" y="3827463"/>
            <a:ext cx="6851650" cy="1475150"/>
          </a:xfrm>
        </p:spPr>
        <p:txBody>
          <a:bodyPr lIns="0" tIns="0" rIns="0" bIns="0" anchor="b"/>
          <a:lstStyle>
            <a:lvl1pPr>
              <a:defRPr sz="4800" b="0" cap="all" baseline="0">
                <a:solidFill>
                  <a:schemeClr val="bg1"/>
                </a:solidFill>
                <a:latin typeface="ABBvoice Display SemiBold" panose="020D0704020603060204" pitchFamily="34" charset="0"/>
              </a:defRPr>
            </a:lvl1pPr>
          </a:lstStyle>
          <a:p>
            <a:r>
              <a:rPr lang="en-US" noProof="0"/>
              <a:t>Chapter slide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431F8-764B-C17E-CC65-C19E1890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0F6C1-C8EB-4219-8E37-B9B0DE88DCE0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C29D0-EB40-587B-58A6-53D763076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D97F4-D5E2-FCE0-A203-89814C3C181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noProof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CFFDC79-EB9C-37F8-07B1-E20F8A2E8E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5375" y="5349654"/>
            <a:ext cx="6851650" cy="507000"/>
          </a:xfrm>
        </p:spPr>
        <p:txBody>
          <a:bodyPr/>
          <a:lstStyle>
            <a:lvl1pPr>
              <a:defRPr sz="3000">
                <a:solidFill>
                  <a:schemeClr val="bg1"/>
                </a:solidFill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C416C70-6006-1056-F3D9-948F7438B7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43851" y="683261"/>
            <a:ext cx="3226080" cy="1942982"/>
          </a:xfrm>
        </p:spPr>
        <p:txBody>
          <a:bodyPr/>
          <a:lstStyle>
            <a:lvl1pPr algn="r">
              <a:defRPr sz="13800">
                <a:solidFill>
                  <a:schemeClr val="bg1"/>
                </a:solidFill>
                <a:latin typeface="ABBvoice Display SemiBold" panose="020D070402060306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269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15748-13E4-20FD-3345-5405C2E22ED3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DAAE6-C7C8-41CD-B37C-3EE1E89871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375" y="3827463"/>
            <a:ext cx="6851650" cy="1475150"/>
          </a:xfrm>
        </p:spPr>
        <p:txBody>
          <a:bodyPr lIns="0" tIns="0" rIns="0" bIns="0" anchor="b"/>
          <a:lstStyle>
            <a:lvl1pPr>
              <a:defRPr sz="4800" b="0" cap="all" baseline="0">
                <a:solidFill>
                  <a:schemeClr val="bg1"/>
                </a:solidFill>
                <a:latin typeface="ABBvoice Display SemiBold" panose="020D0704020603060204" pitchFamily="34" charset="0"/>
              </a:defRPr>
            </a:lvl1pPr>
          </a:lstStyle>
          <a:p>
            <a:r>
              <a:rPr lang="en-US" noProof="0"/>
              <a:t>Chapter slide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431F8-764B-C17E-CC65-C19E1890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0F6C1-C8EB-4219-8E37-B9B0DE88DCE0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C29D0-EB40-587B-58A6-53D763076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D97F4-D5E2-FCE0-A203-89814C3C181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noProof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CFFDC79-EB9C-37F8-07B1-E20F8A2E8E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5375" y="5349654"/>
            <a:ext cx="6851650" cy="507000"/>
          </a:xfrm>
        </p:spPr>
        <p:txBody>
          <a:bodyPr/>
          <a:lstStyle>
            <a:lvl1pPr>
              <a:defRPr sz="3000">
                <a:solidFill>
                  <a:schemeClr val="bg1"/>
                </a:solidFill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C416C70-6006-1056-F3D9-948F7438B7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43851" y="683261"/>
            <a:ext cx="3226080" cy="1942982"/>
          </a:xfrm>
        </p:spPr>
        <p:txBody>
          <a:bodyPr/>
          <a:lstStyle>
            <a:lvl1pPr algn="r">
              <a:defRPr sz="13800">
                <a:solidFill>
                  <a:schemeClr val="bg1"/>
                </a:solidFill>
                <a:latin typeface="ABBvoice Display SemiBold" panose="020D070402060306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74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25B3-798C-47FD-B05F-B2F3AB03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199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FEBAA7B-0B2E-41DA-8401-829266F20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0" y="1057498"/>
            <a:ext cx="115306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89BAEE-D351-4460-976F-80EE4A24A9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1929600"/>
            <a:ext cx="11530600" cy="4244400"/>
          </a:xfrm>
        </p:spPr>
        <p:txBody>
          <a:bodyPr lIns="0" tIns="0" rIns="0" bIns="0"/>
          <a:lstStyle>
            <a:lvl1pPr marL="284400" indent="-284400">
              <a:spcBef>
                <a:spcPts val="1200"/>
              </a:spcBef>
              <a:buFont typeface="ABBvoice" panose="020D0603020503020204" pitchFamily="34" charset="0"/>
              <a:buChar char="•"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568800" indent="-284400">
              <a:spcBef>
                <a:spcPts val="1200"/>
              </a:spcBef>
              <a:buFont typeface="ABBvoice" panose="020D0603020503020204" pitchFamily="34" charset="0"/>
              <a:buChar char="•"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853200" indent="-284400">
              <a:spcBef>
                <a:spcPts val="1200"/>
              </a:spcBef>
              <a:buFont typeface="ABBvoice" panose="020D0603020503020204" pitchFamily="34" charset="0"/>
              <a:buChar char="•"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853200" indent="-284400">
              <a:spcBef>
                <a:spcPts val="1200"/>
              </a:spcBef>
              <a:buFont typeface="ABBvoice" panose="020D0603020503020204" pitchFamily="34" charset="0"/>
              <a:buChar char="•"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853200" indent="-284400">
              <a:spcBef>
                <a:spcPts val="1200"/>
              </a:spcBef>
              <a:buFont typeface="ABBvoice" panose="020D0603020503020204" pitchFamily="34" charset="0"/>
              <a:buChar char="•"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E1B39-5C80-4225-BFC0-8B0FA7ABAB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732F8-4FA8-4FDC-A795-6371BBB4E79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1DFE85B4-5EFD-4406-9D3D-357E557D4E6C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7AAD1-CD9E-4BAD-B4F6-882B69FA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4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A0A1F6-D28F-445F-86A8-4985AF8BE52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199" y="1929600"/>
            <a:ext cx="11530011" cy="424815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11530011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1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6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11530011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D13B44-2ED7-4317-A623-6B66EEF7246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199" y="1929600"/>
            <a:ext cx="11530011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0191ABF5-A638-4274-A939-005952C0BF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A5F2AF2E-30CA-4272-8C3D-5F02EA9E768E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6992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6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11530011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D13B44-2ED7-4317-A623-6B66EEF7246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199" y="2317637"/>
            <a:ext cx="11530011" cy="3193962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7EB647C7-C6C0-458F-916D-92A3818855C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199" y="1929600"/>
            <a:ext cx="11530011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3D6A4D-9936-42D0-AC4D-FBDE81F97C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23EA9FC6-4DF3-47E8-8260-6FE5AE4F2855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118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4A4D-1354-8C4B-6BBC-1A0D0A604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7836996" cy="363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7DDAB-FDB1-0870-8E88-BD41926CE6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31200" y="6343200"/>
            <a:ext cx="7836407" cy="158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93670-14A9-0A35-D2EB-D8230A73A1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993D9-3FD1-276A-24E9-827A988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B506773-0860-DE49-4BCC-8C4BB06472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7836408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AA1B98B-00B9-1C2F-0ACD-646A350F86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199" y="2317637"/>
            <a:ext cx="7836408" cy="3193962"/>
          </a:xfrm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E5A046C-2F74-6EED-D763-FB4F9E3C1E6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199" y="1929600"/>
            <a:ext cx="7836408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029E88C-D487-6109-BE97-8E404D9E47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7836408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43002A-12FE-3269-8E83-DD69A9972C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4925" y="0"/>
            <a:ext cx="3267075" cy="6858000"/>
          </a:xfrm>
          <a:solidFill>
            <a:schemeClr val="accent1"/>
          </a:solidFill>
        </p:spPr>
        <p:txBody>
          <a:bodyPr lIns="274320" tIns="640080" rIns="274320" bIns="64008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space can be used for additional information, to highlight or separate some content, charts can be placed here as well.</a:t>
            </a:r>
          </a:p>
        </p:txBody>
      </p:sp>
    </p:spTree>
    <p:extLst>
      <p:ext uri="{BB962C8B-B14F-4D97-AF65-F5344CB8AC3E}">
        <p14:creationId xmlns:p14="http://schemas.microsoft.com/office/powerpoint/2010/main" val="165688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11530011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B5336C-3364-49A8-B303-FFEDF4FEBDF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5658438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2A16399-43BB-47C9-B960-482AB4AC598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03361" y="1929600"/>
            <a:ext cx="5658438" cy="3582000"/>
          </a:xfr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D248592-FF76-4D0C-820C-440D43E136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81ED819F-97D5-448E-930E-1025F3EC08CB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223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11530011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B5336C-3364-49A8-B303-FFEDF4FEBDF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2317637"/>
            <a:ext cx="5658438" cy="3193962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2A16399-43BB-47C9-B960-482AB4AC598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03361" y="2317637"/>
            <a:ext cx="5658438" cy="3193962"/>
          </a:xfr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16E8EA06-F8FC-49A9-A139-19792C8D08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199" y="1929600"/>
            <a:ext cx="5658439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8D40EE9E-5785-4471-8A7D-6EDB4494F68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3361" y="1929600"/>
            <a:ext cx="5658439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807EBA1-9E93-40B5-AB47-FE6B3497E9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7F801677-5381-4CB3-9705-EB46AA325244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3126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4120-D971-3AE6-6184-628DB4A4C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7617540" cy="363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BA6DF-295B-14B9-E598-D783D2FDD9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31200" y="6343200"/>
            <a:ext cx="7617600" cy="158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5EAF-AC8A-3E99-A635-DD95C6E7503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CAB48-A3C0-27C0-2979-71DFA66E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AAEA1C8-F527-5F56-6EA0-FE61BD8161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7616952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50750D05-724E-4685-1127-ED2D71D3660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3703320" cy="3581999"/>
          </a:xfrm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777FA2A-A376-8418-9C6E-5B73CDF0468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4832" y="1929600"/>
            <a:ext cx="3703320" cy="3581999"/>
          </a:xfr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90514E6-1C08-3FA0-001E-15C4C5E61C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7616952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62750D-C328-22C2-EE8C-68F88FCF83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24925" y="0"/>
            <a:ext cx="3267075" cy="6858000"/>
          </a:xfrm>
          <a:solidFill>
            <a:schemeClr val="accent1"/>
          </a:solidFill>
        </p:spPr>
        <p:txBody>
          <a:bodyPr lIns="274320" tIns="640080" rIns="274320" bIns="64008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space can be used for additional information, to highlight or separate some content, charts can be placed here as well.</a:t>
            </a:r>
          </a:p>
        </p:txBody>
      </p:sp>
    </p:spTree>
    <p:extLst>
      <p:ext uri="{BB962C8B-B14F-4D97-AF65-F5344CB8AC3E}">
        <p14:creationId xmlns:p14="http://schemas.microsoft.com/office/powerpoint/2010/main" val="200755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11530011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5E783B-432D-48FF-919E-E9841F6E7CD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3701050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CE0F0C72-0A6F-47EB-B787-31465205AA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5975" y="1929600"/>
            <a:ext cx="3701050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FDDA8A-CD8B-4264-BB35-5DED5E32A8B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60749" y="1929600"/>
            <a:ext cx="3701050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4F12F13-0517-4E0E-8E16-1636B7C145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3C98B010-9E51-4508-988C-7150B2C9E60D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561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11530011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5E783B-432D-48FF-919E-E9841F6E7CD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2317636"/>
            <a:ext cx="3701050" cy="319396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CE0F0C72-0A6F-47EB-B787-31465205AA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5975" y="2317636"/>
            <a:ext cx="3701050" cy="319396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FDDA8A-CD8B-4264-BB35-5DED5E32A8B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60749" y="2317636"/>
            <a:ext cx="3701050" cy="319396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706B61B5-5ECE-42A3-B17B-C8474A1712E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199" y="1929600"/>
            <a:ext cx="3701051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2773C736-6DC9-4D25-9135-9FEE1C01F06F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45975" y="1929600"/>
            <a:ext cx="3701051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378A027D-384E-4893-8ACE-7EB49A9DD38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60749" y="1929600"/>
            <a:ext cx="3701051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449C90DB-E14A-489D-A9C1-BC279A96B9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4A9EFD76-11B9-42D3-8F67-053DFC685B12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6895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E737-3D4F-5001-BE47-2E5EE189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8595948" cy="363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BBFBE-6C8C-3F82-2098-7B9EB184A6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31200" y="6343200"/>
            <a:ext cx="8596800" cy="158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E9F0A-BE3C-4FC1-7380-C833A79368E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58BC2-8858-4D7B-4055-E3D5179F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49C02E9-0CB5-9793-D210-245428FE3C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859536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BA71D45E-2E45-D97E-27A8-AB1B39830DA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2721563" cy="3582000"/>
          </a:xfrm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BB70E94D-1F79-0E6A-FB1A-B1CEBC50C94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7545" y="1929600"/>
            <a:ext cx="2721563" cy="3582000"/>
          </a:xfrm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EDC01B-D6CD-CDE1-0DFF-5223EED957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890" y="1929600"/>
            <a:ext cx="2721563" cy="3582000"/>
          </a:xfrm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A36F85-2F69-5B91-5518-1F0F988538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859536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06BE9534-FB13-A9AE-FE58-9C4A964A65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9239" y="0"/>
            <a:ext cx="3052761" cy="6858000"/>
          </a:xfrm>
          <a:solidFill>
            <a:schemeClr val="accent1"/>
          </a:solidFill>
        </p:spPr>
        <p:txBody>
          <a:bodyPr lIns="274320" tIns="640080" rIns="274320" bIns="64008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space can be used for additional information, to highlight or separate some content, charts can be placed here as well.</a:t>
            </a:r>
          </a:p>
        </p:txBody>
      </p:sp>
    </p:spTree>
    <p:extLst>
      <p:ext uri="{BB962C8B-B14F-4D97-AF65-F5344CB8AC3E}">
        <p14:creationId xmlns:p14="http://schemas.microsoft.com/office/powerpoint/2010/main" val="318809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11530011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0AB117-4C73-4A20-9957-79D439C51B4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27215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7308727B-EED5-46EC-841D-047A6193C6F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7545" y="1929600"/>
            <a:ext cx="27215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649CA4A0-E652-4ED8-94BE-90A9E06898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890" y="1929600"/>
            <a:ext cx="27215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AD8153C1-25B9-4517-970E-E26DC9F1778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0236" y="1929600"/>
            <a:ext cx="27215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60817C6-275D-460F-9252-B93D047D69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4B70CD1-C41C-414B-A51B-8D51D9EDBDBC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3347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1057498"/>
            <a:ext cx="11530011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0AB117-4C73-4A20-9957-79D439C51B4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2317636"/>
            <a:ext cx="2721563" cy="319396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7308727B-EED5-46EC-841D-047A6193C6F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7545" y="2317636"/>
            <a:ext cx="2721563" cy="319396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649CA4A0-E652-4ED8-94BE-90A9E06898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890" y="2317636"/>
            <a:ext cx="2721563" cy="319396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AD8153C1-25B9-4517-970E-E26DC9F1778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0236" y="2317636"/>
            <a:ext cx="2721563" cy="319396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268A3033-04CA-4439-8559-F7AE384EA32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1200" y="1929600"/>
            <a:ext cx="2721563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D699DA1-1B8F-4C83-8F6C-063B993E67C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67545" y="1929600"/>
            <a:ext cx="2721563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91F962DF-57F1-4D07-A843-D3883581732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03890" y="1929600"/>
            <a:ext cx="2721563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4DC621D3-00B6-4873-80E9-80B2E963CB27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140236" y="1929600"/>
            <a:ext cx="2721563" cy="253592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0E266E3-5FFB-41B2-9494-480B63C0ED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70EB4319-3BA4-418A-A5E9-F60173BA8E4D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4633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1B9042-212B-46A5-9683-B0E80DA3872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5658438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CC8272B2-E586-4FA2-8B90-41D4FAB96F2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3827714"/>
            <a:ext cx="5658438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B4EE1E65-7497-40C2-9994-C31475F1F07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4151" y="1929600"/>
            <a:ext cx="5658438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80A57BBC-5882-4E81-BCA2-FF31B00865E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4151" y="3827714"/>
            <a:ext cx="5658438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0A4B2B-8988-4AFD-A14B-AAA7F09DD5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2D5142AE-B3D0-4774-B832-9DD3EC701A42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8494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928EB5-CEDF-4A8E-81B5-DCF53570E95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5658438" cy="1685138"/>
          </a:xfrm>
          <a:solidFill>
            <a:schemeClr val="accent5"/>
          </a:solidFill>
        </p:spPr>
        <p:txBody>
          <a:bodyPr lIns="108000" tIns="108000" rIns="108000" b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43B0B81C-97D4-4F96-B86E-78446A115C9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3827714"/>
            <a:ext cx="5658438" cy="1685138"/>
          </a:xfrm>
          <a:solidFill>
            <a:schemeClr val="accent5"/>
          </a:solidFill>
        </p:spPr>
        <p:txBody>
          <a:bodyPr lIns="108000" tIns="108000" rIns="108000" b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01D9841E-35A4-4050-896A-91A2DAC646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4151" y="1929600"/>
            <a:ext cx="5658438" cy="1685138"/>
          </a:xfrm>
          <a:solidFill>
            <a:schemeClr val="accent5"/>
          </a:solidFill>
        </p:spPr>
        <p:txBody>
          <a:bodyPr lIns="108000" tIns="108000" rIns="108000" b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25AE70BE-1AE8-4A0C-AE03-7895C4186A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4151" y="3827714"/>
            <a:ext cx="5658438" cy="1685138"/>
          </a:xfrm>
          <a:solidFill>
            <a:schemeClr val="accent5"/>
          </a:solidFill>
        </p:spPr>
        <p:txBody>
          <a:bodyPr lIns="108000" tIns="108000" rIns="108000" b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E790894-8E0F-44FE-8E80-5B61F5EE8C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9C796D-1B49-4E34-B30C-BB7A6D17ED22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871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398B-D021-7FA7-9C63-8A20EEFB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9181165" cy="363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D6622-0569-1373-8513-A84EE6BD9A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31200" y="6343200"/>
            <a:ext cx="9180000" cy="158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90ED-22EA-F340-5D69-C4482F8F5A7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9646E-C2FB-1D0B-85AB-E420ACDD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A2FAFDC-E066-B77E-12C1-F5C9CB3860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9180576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DD8565C4-8F2E-0139-9897-109BEE27416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2134159" cy="3582000"/>
          </a:xfrm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05BDDFA-0DC1-F1AB-FDCC-0D5F3506297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680508" y="1929600"/>
            <a:ext cx="2134159" cy="3582000"/>
          </a:xfrm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491B36-CB8B-04C1-6BE0-F0784E027C8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29816" y="1929600"/>
            <a:ext cx="2134159" cy="3582000"/>
          </a:xfrm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8EC902F4-236E-9EB9-D886-80FFA518400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79124" y="1929600"/>
            <a:ext cx="2134159" cy="3582000"/>
          </a:xfrm>
        </p:spPr>
        <p:txBody>
          <a:bodyPr lIns="0" tIns="0" rIns="0" bIns="0"/>
          <a:lstStyle/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533D15F-82ED-36DB-9A8B-4919A07A7B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9180576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6C5DBD-3D8A-1946-1744-DC8042EC86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28432" y="0"/>
            <a:ext cx="2463568" cy="6858000"/>
          </a:xfrm>
          <a:solidFill>
            <a:schemeClr val="accent1"/>
          </a:solidFill>
        </p:spPr>
        <p:txBody>
          <a:bodyPr lIns="274320" tIns="640080" rIns="274320" bIns="64008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space can be used for additional information, to highlight or separate some content, charts can be placed here as well.</a:t>
            </a:r>
          </a:p>
        </p:txBody>
      </p:sp>
    </p:spTree>
    <p:extLst>
      <p:ext uri="{BB962C8B-B14F-4D97-AF65-F5344CB8AC3E}">
        <p14:creationId xmlns:p14="http://schemas.microsoft.com/office/powerpoint/2010/main" val="183681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CD7502-5938-4389-B579-94E4A626E74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2134159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CA0C8084-3849-47AB-874C-D79A49627A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680508" y="1929600"/>
            <a:ext cx="2134159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705789A-64BC-481F-BB51-3113BE639E7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29816" y="1929600"/>
            <a:ext cx="2134159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E37C0D0A-A50A-45C1-8190-526E16A1EF9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79124" y="1929600"/>
            <a:ext cx="2134159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369E9214-F99C-45F1-92F0-86CA4C2DF62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728430" y="1929600"/>
            <a:ext cx="2134159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CA02EF2-4CA1-4BAA-BEF7-557FE01D70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0D136C97-55C9-4256-8BCC-A29BA1359F85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4829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C069AE-4595-4F69-A33D-19262102106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17436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9819553D-0FB3-43C0-986B-7FC595AE43C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88745" y="1929600"/>
            <a:ext cx="17436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BFE61DB2-D5AC-443E-944E-263599532F8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46290" y="1929600"/>
            <a:ext cx="17436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28E24C1F-EA44-4316-85CB-A3FD5270437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3835" y="1929600"/>
            <a:ext cx="17436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0FB7471F-CC87-42BF-8FF7-FCFD02E0975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61380" y="1929600"/>
            <a:ext cx="17436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9FEC9E4E-C67E-4E57-9B58-24B9E177B04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10118926" y="1929600"/>
            <a:ext cx="17436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2881809-A7B5-4526-BBA2-7A02D8A695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4364FE6-7931-48FF-884B-9C70800E0038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6021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4CEC49-D3F2-4087-B090-CC600446878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3701050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E0F39AC-3C30-4653-B2FB-5DEED05220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5975" y="1929600"/>
            <a:ext cx="3701050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CDF745A-5CCE-4066-B327-433778B0EA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60749" y="1929600"/>
            <a:ext cx="3701050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CDA5DF35-04D6-4B3E-8C90-1E98EBB7C18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200" y="3827714"/>
            <a:ext cx="3701050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22076C0C-4A2D-44FD-B598-286736F29B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45975" y="3827714"/>
            <a:ext cx="3701050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E41F7DA0-0F6C-441C-B565-0C058C2E150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60749" y="3827714"/>
            <a:ext cx="3701050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1ECC15F-7C10-4935-8982-A8422A134E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1D97BD6A-00E0-42B5-8DA6-5D1132394BF6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5340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2E957E-1838-4CD0-B6A0-51FEFF23F39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2721563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D15157C6-6D4A-4DDE-9987-9DB9A432B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7545" y="1929600"/>
            <a:ext cx="2721563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54051EE1-49F6-492B-B13B-31EA841D39F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890" y="1929600"/>
            <a:ext cx="2721563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AD543771-ECCC-4B61-B10B-B29AC251EB7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0236" y="1929600"/>
            <a:ext cx="2721563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20E6F15F-BCD7-43EA-B6A7-A9D7E7E08A3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1200" y="3827714"/>
            <a:ext cx="2721563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75A95EF1-3692-4526-8F7E-86DF4458BD9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67545" y="3827714"/>
            <a:ext cx="2721563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25D091E8-36DA-49BB-805A-67B1175FE09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03890" y="3827714"/>
            <a:ext cx="2721563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30B3BAED-A68C-44C5-936A-FECF662C445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140236" y="3827714"/>
            <a:ext cx="2721563" cy="16851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D9B8FFAD-A63F-423B-8B3A-78FF6FBA9C0F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2C0C9163-1A50-4D9E-8C77-630EB66F52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6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AF416F-3BC8-4A49-A9DA-4F4E14BD9EE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289175" y="1929600"/>
            <a:ext cx="9574213" cy="1080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7CD77F5C-7E22-4988-898D-D00F5D9CD09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289175" y="3178800"/>
            <a:ext cx="9574213" cy="1080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83810668-C703-445D-9664-9098F49777F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289175" y="4428000"/>
            <a:ext cx="9574213" cy="1080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B1884A1-CF89-46FD-90B2-856A4770133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1201" y="1929600"/>
            <a:ext cx="1743664" cy="1080000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BFD86A11-87FF-4DCC-B9D2-B666660C6E7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31201" y="3178800"/>
            <a:ext cx="1743664" cy="1080000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6F97BA98-5A30-4E5F-B616-3DD2FB54351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31201" y="4428000"/>
            <a:ext cx="1743664" cy="1080000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65DD4D7C-2CE8-4ABF-BFD5-63515BA5DBBC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F332D07F-212A-4F1F-A913-9C992990BD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9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6E3F5E-86F1-4189-95E6-3E3FCAA7E57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289175" y="1929600"/>
            <a:ext cx="9574213" cy="79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9473803-25B0-48E7-A720-3DC0D09F9EA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2289175" y="2858400"/>
            <a:ext cx="9574213" cy="79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70FEA12C-85FF-468F-97EE-32C99D8CFE06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289175" y="3787200"/>
            <a:ext cx="9574213" cy="79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8238CB58-E5B8-4AB2-95E4-2BACE430AD4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289175" y="4716000"/>
            <a:ext cx="9574213" cy="79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D4BF1D29-3435-4164-B890-745B9AB2B2B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201" y="1929600"/>
            <a:ext cx="1743664" cy="792000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6F29A2FA-2B0C-4A45-92DB-06D5B9DEBF74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31201" y="2858400"/>
            <a:ext cx="1743664" cy="792000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97709378-E74F-4797-905F-17F4A059970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331201" y="3787200"/>
            <a:ext cx="1743664" cy="792000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F1E9E9DA-7BA5-4FCB-9176-B988B0CD8A78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1201" y="4716000"/>
            <a:ext cx="1743664" cy="792000"/>
          </a:xfr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C1B99B3E-00B2-4B94-8810-1F4D372410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6DA05FF4-61BB-449E-9F97-8071C0A59403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227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5538" y="1929600"/>
            <a:ext cx="5657850" cy="3582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B71CB31-8784-427F-9939-4AB0493804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1929600"/>
            <a:ext cx="5658438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CC8F4DB0-74AF-4ED8-B106-40697AB95BA6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21879CC-FD5F-4989-BE5B-B088F2C720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6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5538" y="0"/>
            <a:ext cx="5986462" cy="6858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4896438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4895849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AF48D9-D62A-43F2-B1B1-80F00328C2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1929600"/>
            <a:ext cx="4896438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0C8E9236-4674-48BE-8000-E1CDB179538F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3B2B64-DEC0-437B-8CF1-FF08067728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4200" y="6456066"/>
            <a:ext cx="507600" cy="19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1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46563" y="1929600"/>
            <a:ext cx="7616825" cy="3582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5BD5A4-C0CB-4E6D-82DC-F95E085D10A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1929600"/>
            <a:ext cx="3701050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E3A2734F-6DC1-4BFA-88C9-7E34A3EF29E8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D224E81-3B71-4BD4-8650-96F92DAA0D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3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5658438" cy="3582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1C5F00-64AD-4E5C-9A89-0FB66FF3455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04151" y="1929600"/>
            <a:ext cx="5658438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92D94533-C025-401D-A3B6-4EEF76D00298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C53B099-959A-4FA4-8B87-C7BCAA0E2A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5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E6C96F-37A2-B699-9EC9-71E24C07826B}"/>
              </a:ext>
            </a:extLst>
          </p:cNvPr>
          <p:cNvSpPr/>
          <p:nvPr userDrawn="1"/>
        </p:nvSpPr>
        <p:spPr bwMode="gray">
          <a:xfrm>
            <a:off x="228600" y="355600"/>
            <a:ext cx="571500" cy="3356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205538" cy="6858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5362" y="691200"/>
            <a:ext cx="4896438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65951" y="1057498"/>
            <a:ext cx="4895849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AF48D9-D62A-43F2-B1B1-80F00328C2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65362" y="1929600"/>
            <a:ext cx="4896438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0C8E9236-4674-48BE-8000-E1CDB179538F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3B2B64-DEC0-437B-8CF1-FF08067728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4200" y="6456066"/>
            <a:ext cx="507600" cy="192272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C03A032-FF9C-6325-F2AC-151AFE7FBA42}"/>
              </a:ext>
            </a:extLst>
          </p:cNvPr>
          <p:cNvSpPr txBox="1">
            <a:spLocks/>
          </p:cNvSpPr>
          <p:nvPr userDrawn="1"/>
        </p:nvSpPr>
        <p:spPr>
          <a:xfrm>
            <a:off x="6965362" y="514800"/>
            <a:ext cx="308080" cy="32400"/>
          </a:xfrm>
          <a:prstGeom prst="rect">
            <a:avLst/>
          </a:prstGeom>
        </p:spPr>
        <p:txBody>
          <a:bodyPr lIns="0" tIns="0" rIns="0" bIns="403200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24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43668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E6C96F-37A2-B699-9EC9-71E24C07826B}"/>
              </a:ext>
            </a:extLst>
          </p:cNvPr>
          <p:cNvSpPr/>
          <p:nvPr userDrawn="1"/>
        </p:nvSpPr>
        <p:spPr bwMode="gray">
          <a:xfrm>
            <a:off x="228600" y="355600"/>
            <a:ext cx="571500" cy="3356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4246563" cy="6858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150" y="691200"/>
            <a:ext cx="685165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0975" y="1057498"/>
            <a:ext cx="6850826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AF48D9-D62A-43F2-B1B1-80F00328C2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10150" y="1929600"/>
            <a:ext cx="6851650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0C8E9236-4674-48BE-8000-E1CDB179538F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3B2B64-DEC0-437B-8CF1-FF08067728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4200" y="6456066"/>
            <a:ext cx="507600" cy="192272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C03A032-FF9C-6325-F2AC-151AFE7FBA42}"/>
              </a:ext>
            </a:extLst>
          </p:cNvPr>
          <p:cNvSpPr txBox="1">
            <a:spLocks/>
          </p:cNvSpPr>
          <p:nvPr userDrawn="1"/>
        </p:nvSpPr>
        <p:spPr>
          <a:xfrm>
            <a:off x="5010150" y="514800"/>
            <a:ext cx="308080" cy="32400"/>
          </a:xfrm>
          <a:prstGeom prst="rect">
            <a:avLst/>
          </a:prstGeom>
        </p:spPr>
        <p:txBody>
          <a:bodyPr lIns="0" tIns="0" rIns="0" bIns="403200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24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272169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67075" y="1929600"/>
            <a:ext cx="5657850" cy="3582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772B2F-A922-4FD0-B70C-DF06D70EDEF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200" y="1929600"/>
            <a:ext cx="27215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D2821E5-D990-439A-A494-886D9CF0829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1026" y="1929600"/>
            <a:ext cx="2721563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775EAE7-683E-45F5-9A95-E6DD1094D885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F139C90-52BB-4794-B21A-FE69E4C0F9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3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&amp;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199" y="1929600"/>
            <a:ext cx="1743663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57CBEA0-D649-41AB-96A9-0A1BAA2BBC6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5538" y="1929600"/>
            <a:ext cx="1741487" cy="168389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4FC3BCC6-F11F-4786-B6A2-A61B71BFCA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1199" y="3827463"/>
            <a:ext cx="1743663" cy="1684137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6B3C7E3-593C-48D3-9C43-78D8CBB54B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05538" y="3827463"/>
            <a:ext cx="1741487" cy="1684137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B60418-CD27-4B6A-B47B-4BDFA7CA690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289175" y="1929600"/>
            <a:ext cx="3700463" cy="168389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C9024FC-07E0-4B27-8F60-C634F0536A8E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289175" y="3827702"/>
            <a:ext cx="3700463" cy="168389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DD5ECF00-2F66-45D3-A4DD-E29E84C05CE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62126" y="1929600"/>
            <a:ext cx="3700463" cy="168389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C7C9823B-43AB-4F63-9D6D-5A962847C33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162126" y="3827702"/>
            <a:ext cx="3700463" cy="168389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FF9683E2-8A1B-4901-92D6-41888719CCBB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6F6A932-1446-4FE1-8B9F-00388D8CFC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9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370105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6193F035-179C-488A-981A-C45C4ED70E79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A070848A-0A2B-4E42-BA39-7225BE9CE2B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46369" y="1929600"/>
            <a:ext cx="370105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AE3C9E3-E2A8-46ED-ABF1-7303E76CEF2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61539" y="1929600"/>
            <a:ext cx="370105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9832A96F-2BC5-43BC-99A2-C5EA0E0B92E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1200" y="3828250"/>
            <a:ext cx="370105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C12755E-FD35-421D-92FC-301A3E6C795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46370" y="3828250"/>
            <a:ext cx="370105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36658FB1-3615-4333-B392-A31BA2C7E1D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61539" y="3828250"/>
            <a:ext cx="370105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F3D969B-F1B8-417E-A3D4-EA1488C5BC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3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3262" y="1929600"/>
            <a:ext cx="272160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F430468A-A583-475C-91B3-9EEC22E344FB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1E005323-AD61-4D2C-AED7-77715F76515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69171" y="1929600"/>
            <a:ext cx="272160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E265B3D8-2A9B-4D13-BF6C-564CE2C2C1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05080" y="1929600"/>
            <a:ext cx="272160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42FC6897-A625-48C9-B09E-E8160A89BB9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40989" y="1929600"/>
            <a:ext cx="272160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ED948E42-FDE5-4236-912E-FAD45E412CE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3262" y="3828250"/>
            <a:ext cx="272160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05F2CC5F-8E4F-4642-B2B0-2BE00A82076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69171" y="3828250"/>
            <a:ext cx="272160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1D8BDEDA-0F19-4637-BBCF-46A127B54F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05080" y="3828250"/>
            <a:ext cx="272160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432A8BA0-84B2-4316-8A93-63EFB05A0FF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40989" y="3828250"/>
            <a:ext cx="2721600" cy="1685138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B1ADEE7-69F7-4612-BA69-1E14BB9BCC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1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199" y="4719600"/>
            <a:ext cx="5658437" cy="788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5658438" cy="26676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05538" y="4719600"/>
            <a:ext cx="5657850" cy="788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D66B2ABB-D636-4A64-BA44-A7267F23329F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05538" y="1929600"/>
            <a:ext cx="5657850" cy="26676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A00D889A-2322-4DDB-A5EF-532FA124D0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2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&amp; text boxe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AC61-1279-7B60-CECC-86A719FA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ECBC9-7903-0325-4714-B64BC595A9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8B956-DC0E-0B78-5410-11E0E2F2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18CCB-2103-080F-B675-E4C47268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7F52BB6-D70A-2B2C-B861-43846E038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22007A1-F280-15BD-766A-2A8B68C6C1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199" y="1929600"/>
            <a:ext cx="370332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CB15DC7C-95AF-DF77-404F-4AAA9568B80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4160520" cy="3429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4679F60-C64F-3014-8490-313B90245B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6563" y="1929600"/>
            <a:ext cx="370332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00E1C5C4-2E56-4FDF-430C-4D4CD25E1A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61982" y="3429000"/>
            <a:ext cx="3867912" cy="3429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&amp; text boxes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3467-31B0-B26B-0A69-CEE1BBF9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8DB0D-B0C8-A70B-9EA0-CF87F7D006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54DE3-2E20-4DE8-B5E1-349CFC50CC7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146C5-EFC9-3F84-BAA9-A0D23F6E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92CDA1E-EA55-E4C2-CB79-AD61C1E360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927224"/>
            <a:ext cx="2422044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F169E811-1A99-80DE-40CA-0E49ABE034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57728" y="5200200"/>
            <a:ext cx="370332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216F5BAA-6C08-E976-9914-2635E3C044B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57728" y="1927224"/>
            <a:ext cx="4517136" cy="3136392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A22A5E-5748-150B-DB95-169F64379E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74864" y="5200200"/>
            <a:ext cx="370332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5323466-C553-6238-DD1B-476EDA1F5D7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74864" y="1927224"/>
            <a:ext cx="4517136" cy="3136392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C835-87D6-25C6-1C0C-B16378EA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FB9F6-057D-DEAE-3326-D871FC4C73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3111F-1867-8F94-C54C-C14750D9022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2FC2B-518F-F076-7481-C19EFDFB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77C1678-5BCA-4DC1-8A51-3AEFECC5B0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7A71E51-260F-C225-0141-1C78748CA3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2414" y="1929600"/>
            <a:ext cx="2719586" cy="4027498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B4FFFA6-62DB-C634-46E8-2BBE78F1FE9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929600"/>
            <a:ext cx="4462272" cy="49284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B2024F1-6D5D-1D1C-1DDB-77BCBA748A2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62653" y="1929600"/>
            <a:ext cx="4462272" cy="49284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2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4420800"/>
            <a:ext cx="3701050" cy="1087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3699460" cy="23652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6563" y="4420800"/>
            <a:ext cx="3700462" cy="1087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46561" y="1929600"/>
            <a:ext cx="3700463" cy="23652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16AF0EBF-62A4-42DC-9C7E-514C93CDDD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62925" y="4420800"/>
            <a:ext cx="3700463" cy="1087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E60DA76D-A31E-4D1F-AF67-0C4DBC02A76D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75C67401-BB72-41AA-A861-52013F7781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62925" y="1929600"/>
            <a:ext cx="3700463" cy="23652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F6BC82E-5E7C-45F5-91CD-D280E38D1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6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&amp; text boxe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9901-3878-567C-6F7B-62F568F5E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65E89-325E-25CE-C35D-AD7B0E2BA7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C8C55-BF0B-AB3A-01C9-D37FA0AC0D8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8C4A6-E706-08CD-E591-31C77688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C3656E4-F3AA-6EE7-E3C0-CE78B0D5C6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E0BF222-DE36-6B8E-3ADD-DE5450E802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199" y="1929600"/>
            <a:ext cx="370332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090B701-78C3-C044-E7EC-1B49E3C301E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4160520" cy="3429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BCFFDA-C3AF-2E7B-90ED-9900D4167C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6563" y="1929600"/>
            <a:ext cx="370332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53B80110-9520-18FD-D36C-C9B976C745B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61982" y="3429000"/>
            <a:ext cx="3867912" cy="3429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8840A287-AA7C-1164-424E-57005EFA7C0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61927" y="1929600"/>
            <a:ext cx="370332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35AC138-46EC-3DA3-0F28-7B8889071F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31480" y="3429000"/>
            <a:ext cx="4160520" cy="3429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8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&amp; text boxes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7E946-8B12-F6C2-90DD-0AEB0586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F8FD4-F79F-BBCE-CDA8-C0C6B8FBE1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6FA28-409D-CEEB-7D91-FE5023B00EA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D96B3-34E7-65FF-456D-F32ACD9B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851678F-D8EB-2069-FF1C-22C7776FEE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927224"/>
            <a:ext cx="2422044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8DF5F0-616C-E1B2-F94F-A38925978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57728" y="5200200"/>
            <a:ext cx="2798064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3E7CDFFF-4EB0-0A69-7997-7829DEA74BA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57728" y="1927224"/>
            <a:ext cx="2953512" cy="3136392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7D38B606-5A94-1DF8-F564-D4E7BF675A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11240" y="5200200"/>
            <a:ext cx="2798064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92CFE117-420C-7B9E-ED0C-7CB8F24829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11240" y="1927224"/>
            <a:ext cx="2953512" cy="3136392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C2C40EB7-4527-3CFA-2B47-3BD797257D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65324" y="5200200"/>
            <a:ext cx="2798064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1BA7AFC-A49F-988B-82B3-3E768ED02F6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65324" y="1927224"/>
            <a:ext cx="3127248" cy="3136392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91C9-4F13-1C53-0D29-8B4F95EDF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F5A4D-86A4-3B8B-569A-BCFEABBBD5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4DC91-C253-039A-84E0-3DF9179026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ECE1D-AD44-4D18-1B8E-9B3643EE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1CBEA37-4E6C-886E-5284-5170A3A140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1BE5845-D81D-D5A2-A0EC-9224C116F9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2414" y="1929600"/>
            <a:ext cx="2719586" cy="4027498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3C6E0DDC-217A-6FF3-673A-BC0CBA8574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929600"/>
            <a:ext cx="2971800" cy="49284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0E6E7E98-2D75-359B-6735-0541241142A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974974" y="1929600"/>
            <a:ext cx="2971800" cy="49284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685FBAA7-7315-D4AF-B4A4-84A3EA1B568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46773" y="1929600"/>
            <a:ext cx="2974975" cy="49284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8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199" y="4068000"/>
            <a:ext cx="2721563" cy="14436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199" y="1929600"/>
            <a:ext cx="2721563" cy="2016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67450" y="4068000"/>
            <a:ext cx="2722563" cy="14436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7783" y="1929600"/>
            <a:ext cx="2721563" cy="2016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16AF0EBF-62A4-42DC-9C7E-514C93CDDD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701" y="4068000"/>
            <a:ext cx="2721600" cy="14436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75C67401-BB72-41AA-A861-52013F7781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04367" y="1929600"/>
            <a:ext cx="2721600" cy="2016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32C5289-B8D0-4FEF-9F54-0D65EFD892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40989" y="4068000"/>
            <a:ext cx="2721600" cy="14436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3859AA10-B672-4B0C-BC45-3E91ECF3EE17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CA4C3A35-E23E-4C15-8D67-07EFD5F941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40989" y="1929600"/>
            <a:ext cx="2721600" cy="2016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DAC575A-6618-4D58-8557-3418AC6A26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6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&amp; text boxe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CA75-11C8-11F4-38F3-2C08D8F3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CDB1A9-1F11-3834-3CC5-115B9C807F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D58C4-DCD9-0E66-56A1-CE6ED3EA64C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99120-C446-1A6A-CBBD-494AB0103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5108448B-C67F-F2DF-30B4-B614122A48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C9BBEE-C553-7B7B-8BCE-CE52618EAF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199" y="1929600"/>
            <a:ext cx="269748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2C65CF7-B7D3-2FC8-2500-FC061D5127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5639" y="1929600"/>
            <a:ext cx="269748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2003C22-01A2-AB04-5FD8-C5EC97EE35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20079" y="1929600"/>
            <a:ext cx="269748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A5359350-17C7-BFC0-8597-500F5190AE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64520" y="1929600"/>
            <a:ext cx="2697480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5994943-1F91-799B-85DE-A327AF72E39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044952" cy="3429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8FD9CCE-E850-F96A-DF0A-E3B3E6489BC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4952" y="3429000"/>
            <a:ext cx="3049016" cy="3429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C433D109-B376-AD18-00A5-771EE1A4FE2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89904" y="3429000"/>
            <a:ext cx="3053080" cy="3429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DFAE2697-9921-CE23-3B66-375A974D4E6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38920" y="3429000"/>
            <a:ext cx="3053080" cy="3429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3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&amp; text boxes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B2EA-4B3F-F123-A5EA-87BE556C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094FE1-D6F0-664C-1D81-7E6AE61562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F52C3-F04E-0FA2-F081-B85C7B5FD6A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7B60B-6009-E3A0-F457-0952015A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95F8BFE-B93A-7D96-5C59-3238335009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927224"/>
            <a:ext cx="2422044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AC289A9-61FF-919C-A713-D96BEEF20F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57728" y="5200200"/>
            <a:ext cx="2075688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703759B-37D5-9836-B8D4-7FAF1C4718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16296" y="5200200"/>
            <a:ext cx="2075688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19DF3DA-499C-CD92-64F9-D0F143511B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74864" y="5200200"/>
            <a:ext cx="2075688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DA574A4-7D8E-8CD5-863A-D1DD360E2A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33432" y="5200200"/>
            <a:ext cx="2075688" cy="11430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6D82625-D560-1802-3C1E-8DAFEA0ACC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57728" y="1927224"/>
            <a:ext cx="2258568" cy="3136392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64D5035-9BCE-CFCE-AD2E-00B8AA8ACA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16296" y="1927224"/>
            <a:ext cx="2258568" cy="3136392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21761756-C013-C4EE-F768-37ECCBD621F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674864" y="1927224"/>
            <a:ext cx="2258568" cy="3136392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BFCC3D5-8804-66D5-4DB5-132AD07EBE7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933432" y="1927224"/>
            <a:ext cx="2258568" cy="3136392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0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58D2-BF02-6D8B-2657-4F55E807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BEC0D6-C6CD-BB72-C1C4-E1ADE6242C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BE13-14D5-CB74-CC1E-C80A25B02F9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4D404-DD89-52F0-D4F0-7F32CBF1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8615787-F3A0-0D1E-1BE7-5F204902FB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E5107EE-359F-C30C-11D7-75EB465A99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2414" y="1929600"/>
            <a:ext cx="2719586" cy="4027498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7498406-CA9D-4715-8256-91CC499394C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929600"/>
            <a:ext cx="2231136" cy="49284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57DC084-6F55-89FB-825F-1C007616A4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24802" y="1929600"/>
            <a:ext cx="2231136" cy="49284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655AB4A-A301-3405-82C2-A760925DD14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49604" y="1929600"/>
            <a:ext cx="2231136" cy="49284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0C040CA-2BE0-9525-9398-7E45552B40D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674406" y="1929600"/>
            <a:ext cx="2231136" cy="49284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1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3610800"/>
            <a:ext cx="2134800" cy="1897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199" y="1929600"/>
            <a:ext cx="2134799" cy="15588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80347" y="3610800"/>
            <a:ext cx="2134800" cy="1897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80346" y="1929600"/>
            <a:ext cx="2134800" cy="15588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16AF0EBF-62A4-42DC-9C7E-514C93CDDD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29494" y="3610800"/>
            <a:ext cx="2134800" cy="1897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75C67401-BB72-41AA-A861-52013F7781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29494" y="1929600"/>
            <a:ext cx="2134800" cy="15588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32C5289-B8D0-4FEF-9F54-0D65EFD892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78641" y="3610800"/>
            <a:ext cx="2134800" cy="1897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CA4C3A35-E23E-4C15-8D67-07EFD5F941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78642" y="1929600"/>
            <a:ext cx="2134800" cy="15588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F557D37-8C58-45BB-BCD2-B899758EEC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727789" y="3610800"/>
            <a:ext cx="2134800" cy="1897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8CD4778-A113-4B3E-BE85-4C38827792B4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EF28028A-6874-45E0-BC8D-8A1F2FBBA25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27789" y="1929600"/>
            <a:ext cx="2134800" cy="15588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31086D8-E45A-41ED-AC3B-AE44C82490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3276000"/>
            <a:ext cx="1742400" cy="2232000"/>
          </a:xfr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1742400" cy="1224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88998" y="3276000"/>
            <a:ext cx="1742400" cy="2232000"/>
          </a:xfr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88998" y="1929600"/>
            <a:ext cx="1742400" cy="1224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16AF0EBF-62A4-42DC-9C7E-514C93CDDD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46796" y="3276000"/>
            <a:ext cx="1742400" cy="2232000"/>
          </a:xfr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75C67401-BB72-41AA-A861-52013F7781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46796" y="1929600"/>
            <a:ext cx="1742400" cy="1224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32C5289-B8D0-4FEF-9F54-0D65EFD892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04594" y="3276000"/>
            <a:ext cx="1742400" cy="2232000"/>
          </a:xfr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CA4C3A35-E23E-4C15-8D67-07EFD5F941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04594" y="1929600"/>
            <a:ext cx="1742400" cy="1224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F557D37-8C58-45BB-BCD2-B899758EEC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62392" y="3276000"/>
            <a:ext cx="1742400" cy="2232000"/>
          </a:xfr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EF28028A-6874-45E0-BC8D-8A1F2FBBA25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62392" y="1929600"/>
            <a:ext cx="1742400" cy="1224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620D32C3-A646-46A3-A89B-D8B54CCB20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0120189" y="3276000"/>
            <a:ext cx="1742400" cy="2232000"/>
          </a:xfr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04E2AFF6-F61C-424F-AD48-E5E504B17376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AF50D2F7-148B-415F-9691-B8FFA28455D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120189" y="1929600"/>
            <a:ext cx="1742400" cy="1224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760D6FD-6CAE-4F90-B86F-38E9400A0A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7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nin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4896438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4895849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5538" y="279205"/>
            <a:ext cx="1834650" cy="1686395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9548B43-B5A0-4273-B56B-10B599F0056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17138" y="279205"/>
            <a:ext cx="1834650" cy="1686395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35CD4B9C-945C-40FF-BD47-450E004E75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028738" y="279205"/>
            <a:ext cx="1834650" cy="1686395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C37EE18F-5138-46F6-8F64-45A9C1B34E2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5538" y="2052205"/>
            <a:ext cx="1834650" cy="1686395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31F1B58F-EB8F-46BE-AEA0-7CD46F5312C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17138" y="2052205"/>
            <a:ext cx="1834650" cy="1686395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A0E14069-0987-4022-836B-AAB206CC5CA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28738" y="2052205"/>
            <a:ext cx="1834650" cy="1686395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742A9089-F92B-49A4-BABA-71AA8366E46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05538" y="3825205"/>
            <a:ext cx="1834650" cy="1686395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C0EF4526-4C12-4244-8872-7B4E2C535F2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17138" y="3825205"/>
            <a:ext cx="1834650" cy="1686395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2437BD9E-8D26-498F-82EA-45C3AF5A77A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28738" y="3825205"/>
            <a:ext cx="1834650" cy="1686395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E84A20A-6C50-422B-A13D-BA125DC2739D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31200" y="1929600"/>
            <a:ext cx="4896438" cy="3582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A19BC4A7-5571-459D-9C43-D8AB65C6A600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C4A9BBF-197B-4C9D-B440-391CB9BAAF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0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04E2AFF6-F61C-424F-AD48-E5E504B17376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004C4D90-813B-7EA2-63F0-A808049E0C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FCFEBF6-8F43-D15A-C8AE-9705235623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31200" y="513212"/>
            <a:ext cx="304800" cy="37186"/>
          </a:xfrm>
          <a:custGeom>
            <a:avLst/>
            <a:gdLst>
              <a:gd name="connsiteX0" fmla="*/ 0 w 304800"/>
              <a:gd name="connsiteY0" fmla="*/ 0 h 37186"/>
              <a:gd name="connsiteX1" fmla="*/ 304800 w 304800"/>
              <a:gd name="connsiteY1" fmla="*/ 0 h 37186"/>
              <a:gd name="connsiteX2" fmla="*/ 304800 w 304800"/>
              <a:gd name="connsiteY2" fmla="*/ 37186 h 37186"/>
              <a:gd name="connsiteX3" fmla="*/ 0 w 304800"/>
              <a:gd name="connsiteY3" fmla="*/ 37186 h 3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7186">
                <a:moveTo>
                  <a:pt x="0" y="0"/>
                </a:moveTo>
                <a:lnTo>
                  <a:pt x="304800" y="0"/>
                </a:lnTo>
                <a:lnTo>
                  <a:pt x="304800" y="37186"/>
                </a:lnTo>
                <a:lnTo>
                  <a:pt x="0" y="37186"/>
                </a:lnTo>
                <a:close/>
              </a:path>
            </a:pathLst>
          </a:custGeom>
          <a:solidFill>
            <a:schemeClr val="bg2"/>
          </a:solidFill>
          <a:ln w="6350">
            <a:noFill/>
            <a:miter lim="800000"/>
          </a:ln>
        </p:spPr>
        <p:txBody>
          <a:bodyPr wrap="square" lIns="0" tIns="0" rIns="0" bIns="0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4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 (big cap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EAA09D2E-D7D5-FBB9-4B87-CC6CD2E49D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lIns="0" tIns="0" rIns="0" bIns="0"/>
          <a:lstStyle/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0E2C2D2-B7EB-2053-0B06-8BC75B8E4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5293466"/>
            <a:ext cx="8594771" cy="486000"/>
          </a:xfrm>
        </p:spPr>
        <p:txBody>
          <a:bodyPr lIns="0" tIns="0" rIns="0" bIns="0"/>
          <a:lstStyle>
            <a:lvl1pPr>
              <a:defRPr sz="20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F8B3F-EE2C-9020-E1E7-B0365650AB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200" y="2946400"/>
            <a:ext cx="8594771" cy="2246999"/>
          </a:xfrm>
        </p:spPr>
        <p:txBody>
          <a:bodyPr anchor="b"/>
          <a:lstStyle>
            <a:lvl1pPr>
              <a:defRPr sz="6000" b="0" cap="all" baseline="0">
                <a:latin typeface="ABBvoice Display SemiBold" panose="020D0704020603060204" pitchFamily="34" charset="0"/>
                <a:cs typeface="ABBvoice Display Beta SemiBold" panose="020D0704020603060204" pitchFamily="34" charset="0"/>
              </a:defRPr>
            </a:lvl1pPr>
          </a:lstStyle>
          <a:p>
            <a:r>
              <a:rPr lang="en-US"/>
              <a:t>Big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273CE9-8AEE-AD06-CBD8-70F010A7D6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C6633-994B-77A9-AC8E-3EB4747035E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888C2-6D99-9F06-53FC-4B7B33F4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5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unded picture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44EC52-177B-4EE6-B503-BC62C90040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31789" y="2304000"/>
            <a:ext cx="2935286" cy="2935286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32250" y="2304000"/>
            <a:ext cx="7818950" cy="2343600"/>
          </a:xfrm>
        </p:spPr>
        <p:txBody>
          <a:bodyPr lIns="0" tIns="0" rIns="0" bIns="0" anchor="b"/>
          <a:lstStyle>
            <a:lvl1pPr>
              <a:defRPr sz="3600" b="0" cap="all" baseline="0">
                <a:latin typeface="ABBvoice Display SemiBold" panose="020D0704020603060204" pitchFamily="34" charset="0"/>
                <a:ea typeface="ABBvoice Light" panose="020D0403020503020204" pitchFamily="34" charset="0"/>
                <a:cs typeface="ABBvoice Display Beta SemiBold" panose="020D0704020603060204" pitchFamily="34" charset="0"/>
              </a:defRPr>
            </a:lvl1pPr>
            <a:lvl2pPr indent="-284400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568800" indent="-284400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568800" indent="-284400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568800" indent="-284400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45EE9DB0-5B20-4895-89CC-4D1979114B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2250" y="4737600"/>
            <a:ext cx="7818950" cy="684000"/>
          </a:xfrm>
        </p:spPr>
        <p:txBody>
          <a:bodyPr lIns="0" tIns="0" rIns="0" bIns="0"/>
          <a:lstStyle>
            <a:lvl1pPr>
              <a:defRPr sz="1800" b="1">
                <a:solidFill>
                  <a:schemeClr val="tx2"/>
                </a:solidFill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0F576353-D5DB-4F2A-A22E-FA267E06FBC8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457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rounded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44EC52-177B-4EE6-B503-BC62C90040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38400" y="1944000"/>
            <a:ext cx="2721600" cy="2664000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198" y="4708800"/>
            <a:ext cx="2721600" cy="1105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2767594A-9B1B-4FC9-A3EF-98EEA86AC62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272596" y="1944000"/>
            <a:ext cx="2721600" cy="2664000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5E9B6A50-8E7E-44DE-87B0-BBA84E8C9C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7795" y="4708800"/>
            <a:ext cx="2721600" cy="1105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403055A0-7433-437E-92E6-21BA8C2F2E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6206792" y="1944000"/>
            <a:ext cx="2721600" cy="2664000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4B5EE1A-3316-46F5-BB7B-CCCA30464A8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4392" y="4708800"/>
            <a:ext cx="2721600" cy="1105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00FD68CA-5637-4712-BABD-05E96DCD3BC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9140989" y="1944000"/>
            <a:ext cx="2721600" cy="2664000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B81787D8-AACD-4182-9B1C-706B7FA5B2F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0989" y="4708800"/>
            <a:ext cx="2721600" cy="11052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902337EE-EDB6-43FF-843D-172081B7296F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5981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1200" y="2552400"/>
            <a:ext cx="914400" cy="914400"/>
          </a:xfr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3827463"/>
            <a:ext cx="2721600" cy="1685925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267796" y="2552400"/>
            <a:ext cx="914400" cy="914400"/>
          </a:xfr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7796" y="3827463"/>
            <a:ext cx="2721600" cy="1685925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4392" y="2552400"/>
            <a:ext cx="914400" cy="914400"/>
          </a:xfr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4392" y="3827463"/>
            <a:ext cx="2721600" cy="1685925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40989" y="2552400"/>
            <a:ext cx="914400" cy="914400"/>
          </a:xfr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0989" y="3827463"/>
            <a:ext cx="2721600" cy="1685925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F3A501F0-1B55-4808-B191-E00ECFEF3979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9A43077-8463-4968-88C4-11AE5FC21D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7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1200" y="2552400"/>
            <a:ext cx="914400" cy="914400"/>
          </a:xfr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3827462"/>
            <a:ext cx="1756800" cy="1685925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74847" y="2552400"/>
            <a:ext cx="914400" cy="914400"/>
          </a:xfr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74847" y="3827462"/>
            <a:ext cx="1756800" cy="1685925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18494" y="2552400"/>
            <a:ext cx="914400" cy="914400"/>
          </a:xfr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18494" y="3827462"/>
            <a:ext cx="1756800" cy="1685925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662141" y="2552400"/>
            <a:ext cx="914400" cy="914400"/>
          </a:xfr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662141" y="3827462"/>
            <a:ext cx="1756800" cy="1685925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105789" y="2552400"/>
            <a:ext cx="914400" cy="914400"/>
          </a:xfr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300B7C1-8FE5-4B19-8D3E-BBDE06098E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105789" y="3827462"/>
            <a:ext cx="1756800" cy="1685925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6B12C3D-BC2E-4B7A-B360-CE0523781F6B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3342590-42A3-4E78-9950-B9D9986172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9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4800" y="19296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2400" y="1929600"/>
            <a:ext cx="2808000" cy="14148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96763" y="19296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94363" y="1929600"/>
            <a:ext cx="2808000" cy="14148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458725" y="19296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56325" y="1929600"/>
            <a:ext cx="2808000" cy="14148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4800" y="3829844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2400" y="3829844"/>
            <a:ext cx="2808000" cy="14148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96763" y="3829844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300B7C1-8FE5-4B19-8D3E-BBDE06098E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994363" y="3829844"/>
            <a:ext cx="2808000" cy="14148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D5F0F628-8A10-418E-9B30-5C02EB627E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58725" y="3829844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677AB433-7578-4A04-94CE-256E9DF814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56325" y="3829844"/>
            <a:ext cx="2808000" cy="14148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FE7C1509-102B-44DC-8AA2-A8A1DB0A6DCC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64C5B26-A749-427A-8626-9ECBE088C9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2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ne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4800" y="19296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2400" y="1929600"/>
            <a:ext cx="2808000" cy="860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96294" y="19296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93894" y="1929600"/>
            <a:ext cx="2808000" cy="860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457788" y="19296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55388" y="1929600"/>
            <a:ext cx="2808000" cy="860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4800" y="32724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2400" y="3272400"/>
            <a:ext cx="2808000" cy="860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96294" y="32724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300B7C1-8FE5-4B19-8D3E-BBDE06098E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993894" y="3272400"/>
            <a:ext cx="2808000" cy="860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D5F0F628-8A10-418E-9B30-5C02EB627E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57788" y="32724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677AB433-7578-4A04-94CE-256E9DF814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55388" y="3272400"/>
            <a:ext cx="2808000" cy="860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4C864FEE-0A1C-4897-8B82-F45359452B1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4800" y="46152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FBC895BB-D162-4E65-9A05-7277A36BC0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400" y="4615200"/>
            <a:ext cx="2808000" cy="860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1F21B681-AA7C-40DE-8FD3-7B067F1B9F8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396294" y="46152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D6CD389E-53C9-4827-B43F-AE5D96E283D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993894" y="4615200"/>
            <a:ext cx="2808000" cy="860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1E8F4191-056B-4619-9288-972A95E4D9D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457788" y="46152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C6A43FA3-4FF5-4557-967D-6FB6ECC335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55388" y="4615200"/>
            <a:ext cx="2808000" cy="8604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CA8D5F6D-18D1-4E80-97E0-F8A3F4836D54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EAB8C8AA-5479-4E03-B260-4B35C2BB4F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9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17F53BD8-37C5-48ED-B4A6-D7482E31399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31199" y="1929600"/>
            <a:ext cx="3701051" cy="360000"/>
          </a:xfrm>
          <a:prstGeom prst="homePlate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1D5ECEA-2E5E-4D71-841F-95A2A0D9779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45975" y="1929600"/>
            <a:ext cx="3701051" cy="360000"/>
          </a:xfrm>
          <a:prstGeom prst="chevron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041C7270-2AD5-4174-9BB6-40887670ECE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160749" y="1929600"/>
            <a:ext cx="3701051" cy="360000"/>
          </a:xfrm>
          <a:prstGeom prst="chevron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E6F51FA5-7813-4436-9E2D-0AA10EED350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2401200"/>
            <a:ext cx="3701050" cy="31104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E6214208-AE04-4F1F-B879-DC21F5861A5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5975" y="2401200"/>
            <a:ext cx="3701050" cy="31104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8">
            <a:extLst>
              <a:ext uri="{FF2B5EF4-FFF2-40B4-BE49-F238E27FC236}">
                <a16:creationId xmlns:a16="http://schemas.microsoft.com/office/drawing/2014/main" id="{C5BC1243-5335-403B-A737-9CF168164EF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60749" y="2401200"/>
            <a:ext cx="3701050" cy="31104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119626B5-1F46-41F6-BEF7-1D8C4DEA0344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C01AE2CA-8A5F-4992-AB7D-3C309899A5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200" y="5634000"/>
            <a:ext cx="11530600" cy="540000"/>
          </a:xfr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4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: five text boxes &amp;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907891A7-3AF7-4352-8C25-93B984B9D5F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8400" y="5227200"/>
            <a:ext cx="11520000" cy="0"/>
          </a:xfrm>
          <a:custGeom>
            <a:avLst/>
            <a:gdLst>
              <a:gd name="connsiteX0" fmla="*/ 0 w 2066400"/>
              <a:gd name="connsiteY0" fmla="*/ 0 h 118800"/>
              <a:gd name="connsiteX1" fmla="*/ 2066400 w 2066400"/>
              <a:gd name="connsiteY1" fmla="*/ 0 h 118800"/>
              <a:gd name="connsiteX2" fmla="*/ 2066400 w 2066400"/>
              <a:gd name="connsiteY2" fmla="*/ 118800 h 118800"/>
              <a:gd name="connsiteX3" fmla="*/ 0 w 2066400"/>
              <a:gd name="connsiteY3" fmla="*/ 118800 h 118800"/>
              <a:gd name="connsiteX4" fmla="*/ 0 w 2066400"/>
              <a:gd name="connsiteY4" fmla="*/ 0 h 118800"/>
              <a:gd name="connsiteX0" fmla="*/ 2066400 w 2157840"/>
              <a:gd name="connsiteY0" fmla="*/ 118800 h 210240"/>
              <a:gd name="connsiteX1" fmla="*/ 0 w 2157840"/>
              <a:gd name="connsiteY1" fmla="*/ 118800 h 210240"/>
              <a:gd name="connsiteX2" fmla="*/ 0 w 2157840"/>
              <a:gd name="connsiteY2" fmla="*/ 0 h 210240"/>
              <a:gd name="connsiteX3" fmla="*/ 2066400 w 2157840"/>
              <a:gd name="connsiteY3" fmla="*/ 0 h 210240"/>
              <a:gd name="connsiteX4" fmla="*/ 2157840 w 2157840"/>
              <a:gd name="connsiteY4" fmla="*/ 210240 h 210240"/>
              <a:gd name="connsiteX0" fmla="*/ 2066400 w 2066400"/>
              <a:gd name="connsiteY0" fmla="*/ 118800 h 118800"/>
              <a:gd name="connsiteX1" fmla="*/ 0 w 2066400"/>
              <a:gd name="connsiteY1" fmla="*/ 118800 h 118800"/>
              <a:gd name="connsiteX2" fmla="*/ 0 w 2066400"/>
              <a:gd name="connsiteY2" fmla="*/ 0 h 118800"/>
              <a:gd name="connsiteX3" fmla="*/ 2066400 w 2066400"/>
              <a:gd name="connsiteY3" fmla="*/ 0 h 118800"/>
              <a:gd name="connsiteX0" fmla="*/ 0 w 2066400"/>
              <a:gd name="connsiteY0" fmla="*/ 118800 h 118800"/>
              <a:gd name="connsiteX1" fmla="*/ 0 w 2066400"/>
              <a:gd name="connsiteY1" fmla="*/ 0 h 118800"/>
              <a:gd name="connsiteX2" fmla="*/ 2066400 w 2066400"/>
              <a:gd name="connsiteY2" fmla="*/ 0 h 118800"/>
              <a:gd name="connsiteX0" fmla="*/ 0 w 2066400"/>
              <a:gd name="connsiteY0" fmla="*/ 0 h 0"/>
              <a:gd name="connsiteX1" fmla="*/ 2066400 w 20664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66400">
                <a:moveTo>
                  <a:pt x="0" y="0"/>
                </a:moveTo>
                <a:lnTo>
                  <a:pt x="2066400" y="0"/>
                </a:lnTo>
              </a:path>
            </a:pathLst>
          </a:custGeom>
          <a:ln w="15875">
            <a:solidFill>
              <a:schemeClr val="accent4"/>
            </a:solidFill>
            <a:tailEnd type="arrow" w="med" len="sm"/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16A6796-F195-444B-8CAF-9408872890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12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A84518F-EB08-4F36-8400-95AB01D381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24447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C503EA10-D1F3-4AA4-8CED-AEE30E121F6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17694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DF438A3D-D3E1-4D5D-BA34-887EAEB994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10941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3EDD5930-9373-4D21-B203-C97F69292A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04189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1929600"/>
            <a:ext cx="1957975" cy="3099600"/>
          </a:xfr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AE7A1D2-DAC3-46BE-AA9A-E1EB082520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24129" y="1929600"/>
            <a:ext cx="1958400" cy="3099600"/>
          </a:xfr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CF0CC0E-6E4F-4BBB-AC3B-74E8C12627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17483" y="1929600"/>
            <a:ext cx="1958400" cy="3099600"/>
          </a:xfr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46DB502-496B-4374-80BE-F2A5D51992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10837" y="1929600"/>
            <a:ext cx="1958400" cy="3099600"/>
          </a:xfr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B72E113-B74F-4C8D-B9C6-1799A1DAE1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04189" y="1929600"/>
            <a:ext cx="1958400" cy="3099600"/>
          </a:xfr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AE4540D-5837-4887-82D2-ADB1E470A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1200" y="5421600"/>
            <a:ext cx="1958400" cy="392400"/>
          </a:xfr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41512B5-B055-451B-A63A-61AC3D27A7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724447" y="5421600"/>
            <a:ext cx="1958400" cy="392400"/>
          </a:xfr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1272552C-9A92-45B5-9658-E0A7758AE5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17694" y="5421600"/>
            <a:ext cx="1958400" cy="392400"/>
          </a:xfr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93E5512-D171-4A0F-A84D-1429CB1B24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10941" y="5421600"/>
            <a:ext cx="1958400" cy="392400"/>
          </a:xfr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19BB1C7-BB18-4D53-B7FD-0B43DE543E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904189" y="5421600"/>
            <a:ext cx="1958400" cy="392400"/>
          </a:xfr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34B7327F-B9B9-4FCD-9D42-CEC50A1073FB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7531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: seven text boxes &amp;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AE4540D-5837-4887-82D2-ADB1E470A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1200" y="5400000"/>
            <a:ext cx="1296000" cy="392400"/>
          </a:xfr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41512B5-B055-451B-A63A-61AC3D27A7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80600" y="5400000"/>
            <a:ext cx="1296000" cy="392400"/>
          </a:xfr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1272552C-9A92-45B5-9658-E0A7758AE5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30000" y="5400000"/>
            <a:ext cx="1296000" cy="392400"/>
          </a:xfr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93E5512-D171-4A0F-A84D-1429CB1B24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9400" y="5400000"/>
            <a:ext cx="1296000" cy="392400"/>
          </a:xfr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19BB1C7-BB18-4D53-B7FD-0B43DE543E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28800" y="5400000"/>
            <a:ext cx="1296000" cy="392400"/>
          </a:xfr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6189B57F-C66A-4C80-8E4E-09199BDEEA4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578200" y="5400000"/>
            <a:ext cx="1296000" cy="392400"/>
          </a:xfr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FC8D2EC-39D1-4154-8306-67F231081AD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227600" y="5400000"/>
            <a:ext cx="1296000" cy="392400"/>
          </a:xfr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A4C85EBA-3628-4B96-A145-783BC7DB50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338400" y="5227200"/>
            <a:ext cx="11520000" cy="0"/>
          </a:xfrm>
          <a:custGeom>
            <a:avLst/>
            <a:gdLst>
              <a:gd name="connsiteX0" fmla="*/ 0 w 11520000"/>
              <a:gd name="connsiteY0" fmla="*/ 0 h 392400"/>
              <a:gd name="connsiteX1" fmla="*/ 11520000 w 11520000"/>
              <a:gd name="connsiteY1" fmla="*/ 0 h 392400"/>
              <a:gd name="connsiteX2" fmla="*/ 11520000 w 11520000"/>
              <a:gd name="connsiteY2" fmla="*/ 392400 h 392400"/>
              <a:gd name="connsiteX3" fmla="*/ 0 w 11520000"/>
              <a:gd name="connsiteY3" fmla="*/ 392400 h 392400"/>
              <a:gd name="connsiteX4" fmla="*/ 0 w 11520000"/>
              <a:gd name="connsiteY4" fmla="*/ 0 h 392400"/>
              <a:gd name="connsiteX0" fmla="*/ 11520000 w 11611440"/>
              <a:gd name="connsiteY0" fmla="*/ 392400 h 483840"/>
              <a:gd name="connsiteX1" fmla="*/ 0 w 11611440"/>
              <a:gd name="connsiteY1" fmla="*/ 392400 h 483840"/>
              <a:gd name="connsiteX2" fmla="*/ 0 w 11611440"/>
              <a:gd name="connsiteY2" fmla="*/ 0 h 483840"/>
              <a:gd name="connsiteX3" fmla="*/ 11520000 w 11611440"/>
              <a:gd name="connsiteY3" fmla="*/ 0 h 483840"/>
              <a:gd name="connsiteX4" fmla="*/ 11611440 w 11611440"/>
              <a:gd name="connsiteY4" fmla="*/ 483840 h 483840"/>
              <a:gd name="connsiteX0" fmla="*/ 11520000 w 11520000"/>
              <a:gd name="connsiteY0" fmla="*/ 392400 h 392400"/>
              <a:gd name="connsiteX1" fmla="*/ 0 w 11520000"/>
              <a:gd name="connsiteY1" fmla="*/ 392400 h 392400"/>
              <a:gd name="connsiteX2" fmla="*/ 0 w 11520000"/>
              <a:gd name="connsiteY2" fmla="*/ 0 h 392400"/>
              <a:gd name="connsiteX3" fmla="*/ 11520000 w 11520000"/>
              <a:gd name="connsiteY3" fmla="*/ 0 h 392400"/>
              <a:gd name="connsiteX0" fmla="*/ 0 w 11520000"/>
              <a:gd name="connsiteY0" fmla="*/ 392400 h 392400"/>
              <a:gd name="connsiteX1" fmla="*/ 0 w 11520000"/>
              <a:gd name="connsiteY1" fmla="*/ 0 h 392400"/>
              <a:gd name="connsiteX2" fmla="*/ 11520000 w 11520000"/>
              <a:gd name="connsiteY2" fmla="*/ 0 h 392400"/>
              <a:gd name="connsiteX0" fmla="*/ 0 w 11520000"/>
              <a:gd name="connsiteY0" fmla="*/ 0 h 0"/>
              <a:gd name="connsiteX1" fmla="*/ 11520000 w 11520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0000">
                <a:moveTo>
                  <a:pt x="0" y="0"/>
                </a:moveTo>
                <a:lnTo>
                  <a:pt x="11520000" y="0"/>
                </a:lnTo>
              </a:path>
            </a:pathLst>
          </a:custGeom>
          <a:ln w="15875">
            <a:solidFill>
              <a:schemeClr val="accent4"/>
            </a:solidFill>
            <a:tailEnd type="arrow" w="med" len="sm"/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24B2DA46-341A-4D4F-9970-F7FCB40551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48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EED18986-BEAB-4E6C-81DE-64316E13BD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836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DAF1745E-D93E-4B2F-BF38-5CD3330E04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324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429D6633-25A8-4FC0-B518-3616DF6C65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812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ACF9310C-4C08-4791-82FA-D88032731F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300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190FAD99-82FB-4521-87C2-193E1163DE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788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70230B34-0C99-4086-AE59-3593C6921A2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76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  <a:endParaRPr lang="en-US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1916102"/>
            <a:ext cx="1296000" cy="3099600"/>
          </a:xfr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AE7A1D2-DAC3-46BE-AA9A-E1EB082520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80600" y="1916102"/>
            <a:ext cx="1296000" cy="3099600"/>
          </a:xfr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CF0CC0E-6E4F-4BBB-AC3B-74E8C12627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0000" y="1929600"/>
            <a:ext cx="1296000" cy="3099600"/>
          </a:xfr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46DB502-496B-4374-80BE-F2A5D51992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79400" y="1929600"/>
            <a:ext cx="1296000" cy="3099600"/>
          </a:xfr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B72E113-B74F-4C8D-B9C6-1799A1DAE1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28800" y="1929600"/>
            <a:ext cx="1296000" cy="3099600"/>
          </a:xfr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FE86579E-E5FB-4B48-A02E-380334B3B7D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578200" y="1929600"/>
            <a:ext cx="1296000" cy="3099600"/>
          </a:xfr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FB5AF6E-663D-4AEE-B328-405A089F5CC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27600" y="1929600"/>
            <a:ext cx="1296000" cy="3099600"/>
          </a:xfr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CB798486-D620-4807-AC6D-3BD811E629F8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3571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: five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67200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07200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047200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387200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727200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CE67186-CCF3-4DDD-89EF-CB4B536BBB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594000" y="3258000"/>
            <a:ext cx="11264400" cy="0"/>
          </a:xfrm>
          <a:custGeom>
            <a:avLst/>
            <a:gdLst>
              <a:gd name="connsiteX0" fmla="*/ 0 w 7652632"/>
              <a:gd name="connsiteY0" fmla="*/ 0 h 174512"/>
              <a:gd name="connsiteX1" fmla="*/ 7652632 w 7652632"/>
              <a:gd name="connsiteY1" fmla="*/ 0 h 174512"/>
              <a:gd name="connsiteX2" fmla="*/ 7652632 w 7652632"/>
              <a:gd name="connsiteY2" fmla="*/ 174512 h 174512"/>
              <a:gd name="connsiteX3" fmla="*/ 0 w 7652632"/>
              <a:gd name="connsiteY3" fmla="*/ 174512 h 174512"/>
              <a:gd name="connsiteX4" fmla="*/ 0 w 7652632"/>
              <a:gd name="connsiteY4" fmla="*/ 0 h 174512"/>
              <a:gd name="connsiteX0" fmla="*/ 0 w 7652632"/>
              <a:gd name="connsiteY0" fmla="*/ 174512 h 265952"/>
              <a:gd name="connsiteX1" fmla="*/ 0 w 7652632"/>
              <a:gd name="connsiteY1" fmla="*/ 0 h 265952"/>
              <a:gd name="connsiteX2" fmla="*/ 7652632 w 7652632"/>
              <a:gd name="connsiteY2" fmla="*/ 0 h 265952"/>
              <a:gd name="connsiteX3" fmla="*/ 7652632 w 7652632"/>
              <a:gd name="connsiteY3" fmla="*/ 174512 h 265952"/>
              <a:gd name="connsiteX4" fmla="*/ 91440 w 7652632"/>
              <a:gd name="connsiteY4" fmla="*/ 265952 h 265952"/>
              <a:gd name="connsiteX0" fmla="*/ 0 w 7652632"/>
              <a:gd name="connsiteY0" fmla="*/ 174512 h 174512"/>
              <a:gd name="connsiteX1" fmla="*/ 0 w 7652632"/>
              <a:gd name="connsiteY1" fmla="*/ 0 h 174512"/>
              <a:gd name="connsiteX2" fmla="*/ 7652632 w 7652632"/>
              <a:gd name="connsiteY2" fmla="*/ 0 h 174512"/>
              <a:gd name="connsiteX3" fmla="*/ 7652632 w 7652632"/>
              <a:gd name="connsiteY3" fmla="*/ 174512 h 174512"/>
              <a:gd name="connsiteX0" fmla="*/ 0 w 7652632"/>
              <a:gd name="connsiteY0" fmla="*/ 0 h 174512"/>
              <a:gd name="connsiteX1" fmla="*/ 7652632 w 7652632"/>
              <a:gd name="connsiteY1" fmla="*/ 0 h 174512"/>
              <a:gd name="connsiteX2" fmla="*/ 7652632 w 7652632"/>
              <a:gd name="connsiteY2" fmla="*/ 174512 h 174512"/>
              <a:gd name="connsiteX0" fmla="*/ 0 w 7652632"/>
              <a:gd name="connsiteY0" fmla="*/ 0 h 0"/>
              <a:gd name="connsiteX1" fmla="*/ 7652632 w 765263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52632">
                <a:moveTo>
                  <a:pt x="0" y="0"/>
                </a:moveTo>
                <a:lnTo>
                  <a:pt x="7652632" y="0"/>
                </a:lnTo>
              </a:path>
            </a:pathLst>
          </a:custGeom>
          <a:ln w="15875">
            <a:solidFill>
              <a:schemeClr val="accent4"/>
            </a:solidFill>
            <a:tailEnd type="arrow" w="med" len="sm"/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976CC6DF-7551-4B6C-A618-D58E9805CE9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5E7D41C-3046-4F7E-8B69-F4C83361509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8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DAC75856-6BC0-4D21-AF0C-407CC2A030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2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CF624F4-7D6E-415F-B67F-32ED309EB60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56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EB82237B-1203-4191-BF1A-5B4068747CF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90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3600" y="3420000"/>
            <a:ext cx="1756800" cy="27576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83600" y="3420000"/>
            <a:ext cx="1756800" cy="27576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23600" y="3420000"/>
            <a:ext cx="1756800" cy="27576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63600" y="3420000"/>
            <a:ext cx="1756800" cy="27576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00B7C1-8FE5-4B19-8D3E-BBDE06098E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903600" y="3420000"/>
            <a:ext cx="1756800" cy="2757600"/>
          </a:xfr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058D6B7A-9754-4804-8F5A-2118F4CADF5E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0892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: eight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F115F95-ABE8-402C-A02F-266D5B211E4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558000" y="3258000"/>
            <a:ext cx="11296800" cy="0"/>
          </a:xfrm>
          <a:custGeom>
            <a:avLst/>
            <a:gdLst>
              <a:gd name="connsiteX0" fmla="*/ 0 w 1152000"/>
              <a:gd name="connsiteY0" fmla="*/ 0 h 93031"/>
              <a:gd name="connsiteX1" fmla="*/ 1152000 w 1152000"/>
              <a:gd name="connsiteY1" fmla="*/ 0 h 93031"/>
              <a:gd name="connsiteX2" fmla="*/ 1152000 w 1152000"/>
              <a:gd name="connsiteY2" fmla="*/ 93031 h 93031"/>
              <a:gd name="connsiteX3" fmla="*/ 0 w 1152000"/>
              <a:gd name="connsiteY3" fmla="*/ 93031 h 93031"/>
              <a:gd name="connsiteX4" fmla="*/ 0 w 1152000"/>
              <a:gd name="connsiteY4" fmla="*/ 0 h 93031"/>
              <a:gd name="connsiteX0" fmla="*/ 1152000 w 1243440"/>
              <a:gd name="connsiteY0" fmla="*/ 93031 h 184471"/>
              <a:gd name="connsiteX1" fmla="*/ 0 w 1243440"/>
              <a:gd name="connsiteY1" fmla="*/ 93031 h 184471"/>
              <a:gd name="connsiteX2" fmla="*/ 0 w 1243440"/>
              <a:gd name="connsiteY2" fmla="*/ 0 h 184471"/>
              <a:gd name="connsiteX3" fmla="*/ 1152000 w 1243440"/>
              <a:gd name="connsiteY3" fmla="*/ 0 h 184471"/>
              <a:gd name="connsiteX4" fmla="*/ 1243440 w 1243440"/>
              <a:gd name="connsiteY4" fmla="*/ 184471 h 184471"/>
              <a:gd name="connsiteX0" fmla="*/ 1152000 w 1152000"/>
              <a:gd name="connsiteY0" fmla="*/ 93031 h 93031"/>
              <a:gd name="connsiteX1" fmla="*/ 0 w 1152000"/>
              <a:gd name="connsiteY1" fmla="*/ 93031 h 93031"/>
              <a:gd name="connsiteX2" fmla="*/ 0 w 1152000"/>
              <a:gd name="connsiteY2" fmla="*/ 0 h 93031"/>
              <a:gd name="connsiteX3" fmla="*/ 1152000 w 1152000"/>
              <a:gd name="connsiteY3" fmla="*/ 0 h 93031"/>
              <a:gd name="connsiteX0" fmla="*/ 0 w 1152000"/>
              <a:gd name="connsiteY0" fmla="*/ 93031 h 93031"/>
              <a:gd name="connsiteX1" fmla="*/ 0 w 1152000"/>
              <a:gd name="connsiteY1" fmla="*/ 0 h 93031"/>
              <a:gd name="connsiteX2" fmla="*/ 1152000 w 1152000"/>
              <a:gd name="connsiteY2" fmla="*/ 0 h 93031"/>
              <a:gd name="connsiteX0" fmla="*/ 0 w 1152000"/>
              <a:gd name="connsiteY0" fmla="*/ 0 h 0"/>
              <a:gd name="connsiteX1" fmla="*/ 1152000 w 1152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000">
                <a:moveTo>
                  <a:pt x="0" y="0"/>
                </a:moveTo>
                <a:lnTo>
                  <a:pt x="1152000" y="0"/>
                </a:lnTo>
              </a:path>
            </a:pathLst>
          </a:custGeom>
          <a:ln w="15875">
            <a:solidFill>
              <a:schemeClr val="accent4"/>
            </a:solidFill>
            <a:tailEnd type="arrow" w="med" len="sm"/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67200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89714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212228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34742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057256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BE766B07-3708-4890-9255-CC2A2A5CECB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79770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65E2D852-BE36-42A3-A2B8-94EA0CA4EE6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902284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47866753-9238-4EF3-9507-1A1A08058E9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324800" y="2628000"/>
            <a:ext cx="457200" cy="457200"/>
          </a:xfr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/>
              <a:t>Please add icon</a:t>
            </a:r>
            <a:endParaRPr lang="en-US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C6B1807F-9211-4322-A9DE-43E7460326F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4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713703C9-52F7-41B2-8F89-4F2E87FC5B7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66114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D7859A9-DEAC-44BA-90B2-C59341DD7AA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88628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F2B89E32-E735-4545-BDE1-3CA3BEDF7DE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11142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79DB9110-B5F8-423A-A697-8591E76C9EE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233656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4A113945-5C37-4C98-9F22-2E8E222896F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65617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6CFB8023-5E64-4185-A3F2-D0F8FCB194A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078684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  <a:endParaRPr lang="en-US"/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E41837A5-5A9E-4304-9788-7F565C60244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5012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3600" y="3420000"/>
            <a:ext cx="1152000" cy="2757600"/>
          </a:xfr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4D6AB49F-5CDC-4EA4-8AD2-A427B0E0BBA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966114" y="3420000"/>
            <a:ext cx="1152000" cy="2757600"/>
          </a:xfr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F463238E-B23C-4F7A-B1CE-7F163AD95E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388628" y="3420000"/>
            <a:ext cx="1152000" cy="2757600"/>
          </a:xfr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" name="Text Placeholder 11">
            <a:extLst>
              <a:ext uri="{FF2B5EF4-FFF2-40B4-BE49-F238E27FC236}">
                <a16:creationId xmlns:a16="http://schemas.microsoft.com/office/drawing/2014/main" id="{5DB448C2-2659-44FA-83F9-45594F8D949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811142" y="3420000"/>
            <a:ext cx="1152000" cy="2757600"/>
          </a:xfr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4" name="Text Placeholder 11">
            <a:extLst>
              <a:ext uri="{FF2B5EF4-FFF2-40B4-BE49-F238E27FC236}">
                <a16:creationId xmlns:a16="http://schemas.microsoft.com/office/drawing/2014/main" id="{0790F9F6-D5F4-45A2-A221-F081E5C91D0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233656" y="3420000"/>
            <a:ext cx="1152000" cy="2757600"/>
          </a:xfr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5" name="Text Placeholder 11">
            <a:extLst>
              <a:ext uri="{FF2B5EF4-FFF2-40B4-BE49-F238E27FC236}">
                <a16:creationId xmlns:a16="http://schemas.microsoft.com/office/drawing/2014/main" id="{D2ADD6FC-36B5-4CFB-851C-0D31F197AB4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56170" y="3420000"/>
            <a:ext cx="1152000" cy="2757600"/>
          </a:xfr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6" name="Text Placeholder 11">
            <a:extLst>
              <a:ext uri="{FF2B5EF4-FFF2-40B4-BE49-F238E27FC236}">
                <a16:creationId xmlns:a16="http://schemas.microsoft.com/office/drawing/2014/main" id="{021BC5A5-67A6-48CA-A81C-99793628929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78684" y="3420000"/>
            <a:ext cx="1152000" cy="2757600"/>
          </a:xfr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FB6B97BC-758E-4B5D-BE93-360237912AC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501200" y="3420000"/>
            <a:ext cx="1152000" cy="2757600"/>
          </a:xfr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70A194E1-1044-493D-918F-B69AC62FD765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1245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6912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1057498"/>
            <a:ext cx="11530800" cy="486000"/>
          </a:xfr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94A38730-8F41-4295-B8CF-123547F4AF8F}" type="datetime4">
              <a:rPr lang="en-US" noProof="0" smtClean="0"/>
              <a:t>October 15,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7696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25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g line">
            <a:extLst>
              <a:ext uri="{FF2B5EF4-FFF2-40B4-BE49-F238E27FC236}">
                <a16:creationId xmlns:a16="http://schemas.microsoft.com/office/drawing/2014/main" id="{6B3816BE-27EB-D6FA-366D-A467FA34B9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8313" y="2826823"/>
            <a:ext cx="5135380" cy="11651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4CEB8C-9FB2-7FEF-DEA7-50BB992EC21A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A9ADE4CC-155D-8DBE-55E3-24F0D81916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94" y="2826823"/>
            <a:ext cx="3138612" cy="120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41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" fill="hold"/>
                                        <p:tgtEl>
                                          <p:spTgt spid="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If you see any </a:t>
            </a:r>
            <a:r>
              <a:rPr lang="en-US" sz="4400" b="1" i="0" noProof="0">
                <a:solidFill>
                  <a:schemeClr val="bg1"/>
                </a:solidFill>
              </a:rPr>
              <a:t>layouts after this </a:t>
            </a:r>
            <a:r>
              <a:rPr lang="en-US" sz="4400" b="0" i="0" noProof="0">
                <a:solidFill>
                  <a:schemeClr val="bg1"/>
                </a:solidFill>
              </a:rPr>
              <a:t>one</a:t>
            </a:r>
            <a:r>
              <a:rPr lang="en-US" sz="4400" b="1" i="1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US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US" sz="4400" b="1" i="0" u="none" noProof="0">
                <a:solidFill>
                  <a:schemeClr val="bg1"/>
                </a:solidFill>
              </a:rPr>
              <a:t>are not </a:t>
            </a:r>
            <a:r>
              <a:rPr lang="en-US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>
                <a:solidFill>
                  <a:schemeClr val="bg1"/>
                </a:solidFill>
              </a:rPr>
            </a:br>
            <a:br>
              <a:rPr lang="en-GB" sz="2800" b="0" noProof="0">
                <a:solidFill>
                  <a:schemeClr val="bg1"/>
                </a:solidFill>
              </a:rPr>
            </a:br>
            <a:endParaRPr lang="en-US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0" y="2578102"/>
            <a:ext cx="1121860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0" b="1" i="0" noProof="0">
                <a:solidFill>
                  <a:schemeClr val="bg1"/>
                </a:solidFill>
              </a:rPr>
              <a:t>Do not use </a:t>
            </a:r>
            <a:endParaRPr lang="en-US" sz="15000" b="1" i="0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  <a:endParaRPr lang="en-US"/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>
                <a:solidFill>
                  <a:schemeClr val="bg1"/>
                </a:solidFill>
              </a:rPr>
            </a:br>
            <a:endParaRPr lang="en-US" sz="1800" b="0" noProof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DE3FB73-D64F-4CD2-B936-34C12883B35A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6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1200" y="691200"/>
            <a:ext cx="11530600" cy="3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31200" y="6343200"/>
            <a:ext cx="9789113" cy="1584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rtl="0">
              <a:defRPr sz="800">
                <a:solidFill>
                  <a:schemeClr val="tx1"/>
                </a:solidFill>
              </a:defRPr>
            </a:lvl1pPr>
            <a:lvl2pPr marL="0" indent="0">
              <a:defRPr sz="1000">
                <a:solidFill>
                  <a:schemeClr val="accent3"/>
                </a:solidFill>
              </a:defRPr>
            </a:lvl2pPr>
            <a:lvl3pPr marL="0" indent="0">
              <a:defRPr sz="1000">
                <a:solidFill>
                  <a:schemeClr val="accent3"/>
                </a:solidFill>
              </a:defRPr>
            </a:lvl3pPr>
            <a:lvl4pPr marL="0" indent="0">
              <a:defRPr sz="1000">
                <a:solidFill>
                  <a:schemeClr val="accent3"/>
                </a:solidFill>
              </a:defRPr>
            </a:lvl4pPr>
            <a:lvl5pPr marL="0" indent="0">
              <a:defRPr sz="1000">
                <a:solidFill>
                  <a:schemeClr val="accent3"/>
                </a:solidFill>
              </a:defRPr>
            </a:lvl5pPr>
            <a:lvl6pPr marL="0" indent="0">
              <a:defRPr sz="1000">
                <a:solidFill>
                  <a:schemeClr val="accent3"/>
                </a:solidFill>
              </a:defRPr>
            </a:lvl6pPr>
            <a:lvl7pPr marL="0" indent="0">
              <a:defRPr sz="1000">
                <a:solidFill>
                  <a:schemeClr val="accent3"/>
                </a:solidFill>
              </a:defRPr>
            </a:lvl7pPr>
            <a:lvl8pPr marL="0" indent="0">
              <a:defRPr sz="1000">
                <a:solidFill>
                  <a:schemeClr val="accent3"/>
                </a:solidFill>
              </a:defRPr>
            </a:lvl8pPr>
            <a:lvl9pPr marL="0" indent="0">
              <a:defRPr sz="1000">
                <a:solidFill>
                  <a:schemeClr val="accent3"/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0" y="6858000"/>
            <a:ext cx="0" cy="0"/>
          </a:xfrm>
          <a:prstGeom prst="rect">
            <a:avLst/>
          </a:prstGeom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defRPr sz="100" b="0" i="0" u="none" strike="noStrike">
                <a:solidFill>
                  <a:srgbClr val="000000">
                    <a:alpha val="0"/>
                  </a:srgbClr>
                </a:solidFill>
                <a:latin typeface="ABBvoice" panose="020B0604020202020204"/>
              </a:defRPr>
            </a:lvl1pPr>
            <a:lvl2pPr marL="0" indent="0">
              <a:defRPr sz="1000">
                <a:solidFill>
                  <a:schemeClr val="accent3"/>
                </a:solidFill>
              </a:defRPr>
            </a:lvl2pPr>
            <a:lvl3pPr marL="0" indent="0">
              <a:defRPr sz="1000">
                <a:solidFill>
                  <a:schemeClr val="accent3"/>
                </a:solidFill>
              </a:defRPr>
            </a:lvl3pPr>
            <a:lvl4pPr marL="0" indent="0">
              <a:defRPr sz="1000">
                <a:solidFill>
                  <a:schemeClr val="accent3"/>
                </a:solidFill>
              </a:defRPr>
            </a:lvl4pPr>
            <a:lvl5pPr marL="0" indent="0">
              <a:defRPr sz="1000">
                <a:solidFill>
                  <a:schemeClr val="accent3"/>
                </a:solidFill>
              </a:defRPr>
            </a:lvl5pPr>
            <a:lvl6pPr marL="0" indent="0">
              <a:defRPr sz="1000">
                <a:solidFill>
                  <a:schemeClr val="accent3"/>
                </a:solidFill>
              </a:defRPr>
            </a:lvl6pPr>
            <a:lvl7pPr marL="0" indent="0">
              <a:defRPr sz="1000">
                <a:solidFill>
                  <a:schemeClr val="accent3"/>
                </a:solidFill>
              </a:defRPr>
            </a:lvl7pPr>
            <a:lvl8pPr marL="0" indent="0">
              <a:defRPr sz="1000">
                <a:solidFill>
                  <a:schemeClr val="accent3"/>
                </a:solidFill>
              </a:defRPr>
            </a:lvl8pPr>
            <a:lvl9pPr marL="0" indent="0">
              <a:defRPr sz="1000">
                <a:solidFill>
                  <a:schemeClr val="accent3"/>
                </a:solidFill>
              </a:defRPr>
            </a:lvl9pPr>
          </a:lstStyle>
          <a:p>
            <a:fld id="{4A806A40-8146-4C46-A669-604AE817EB45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1200" y="1929600"/>
            <a:ext cx="11530600" cy="424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0" y="6858000"/>
            <a:ext cx="0" cy="0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" b="0" i="0" u="none" strike="noStrike">
                <a:noFill/>
                <a:latin typeface="ABBvoice" panose="020B0604020202020204"/>
              </a:defRPr>
            </a:lvl1pPr>
            <a:lvl2pPr marL="0" indent="0">
              <a:defRPr sz="1000">
                <a:solidFill>
                  <a:schemeClr val="accent3"/>
                </a:solidFill>
              </a:defRPr>
            </a:lvl2pPr>
            <a:lvl3pPr marL="0" indent="0">
              <a:defRPr sz="1000">
                <a:solidFill>
                  <a:schemeClr val="accent3"/>
                </a:solidFill>
              </a:defRPr>
            </a:lvl3pPr>
            <a:lvl4pPr marL="0" indent="0">
              <a:defRPr sz="1000">
                <a:solidFill>
                  <a:schemeClr val="accent3"/>
                </a:solidFill>
              </a:defRPr>
            </a:lvl4pPr>
            <a:lvl5pPr marL="0" indent="0">
              <a:defRPr sz="1000">
                <a:solidFill>
                  <a:schemeClr val="accent3"/>
                </a:solidFill>
              </a:defRPr>
            </a:lvl5pPr>
            <a:lvl6pPr marL="0" indent="0">
              <a:defRPr sz="1000">
                <a:solidFill>
                  <a:schemeClr val="accent3"/>
                </a:solidFill>
              </a:defRPr>
            </a:lvl6pPr>
            <a:lvl7pPr marL="0" indent="0">
              <a:defRPr sz="1000">
                <a:solidFill>
                  <a:schemeClr val="accent3"/>
                </a:solidFill>
              </a:defRPr>
            </a:lvl7pPr>
            <a:lvl8pPr marL="0" indent="0">
              <a:defRPr sz="1000">
                <a:solidFill>
                  <a:schemeClr val="accent3"/>
                </a:solidFill>
              </a:defRPr>
            </a:lvl8pPr>
            <a:lvl9pPr marL="0" indent="0">
              <a:defRPr sz="1000">
                <a:solidFill>
                  <a:schemeClr val="accent3"/>
                </a:solidFill>
              </a:defRPr>
            </a:lvl9pPr>
          </a:lstStyle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363F49-3D71-4D36-B18A-FB2AEFD673FB}"/>
              </a:ext>
            </a:extLst>
          </p:cNvPr>
          <p:cNvSpPr txBox="1">
            <a:spLocks/>
          </p:cNvSpPr>
          <p:nvPr userDrawn="1"/>
        </p:nvSpPr>
        <p:spPr>
          <a:xfrm>
            <a:off x="331200" y="514800"/>
            <a:ext cx="308080" cy="32400"/>
          </a:xfrm>
          <a:prstGeom prst="rect">
            <a:avLst/>
          </a:prstGeom>
        </p:spPr>
        <p:txBody>
          <a:bodyPr lIns="0" tIns="0" rIns="0" bIns="403200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24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—</a:t>
            </a:r>
          </a:p>
        </p:txBody>
      </p:sp>
      <p:pic>
        <p:nvPicPr>
          <p:cNvPr id="11" name="LogoFooter">
            <a:extLst>
              <a:ext uri="{FF2B5EF4-FFF2-40B4-BE49-F238E27FC236}">
                <a16:creationId xmlns:a16="http://schemas.microsoft.com/office/drawing/2014/main" id="{BB08CBEA-8100-48CC-9FC4-8A66553571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1354200" y="6456066"/>
            <a:ext cx="507600" cy="192272"/>
          </a:xfrm>
          <a:prstGeom prst="rect">
            <a:avLst/>
          </a:prstGeom>
        </p:spPr>
      </p:pic>
      <p:sp>
        <p:nvSpPr>
          <p:cNvPr id="14" name="CopyrightText" descr="{&#10; &quot;SkabelonDesign&quot;: {&#10; &quot;textualValue&quot;: &quot;&lt;s&gt;&lt;![CDATA[© ]]&gt;&lt;/s&gt;&lt;key1/&gt;&lt;s&gt;&lt;![CDATA[ ]]&gt;&lt;/s&gt;&lt;key2/&gt;&lt;s&gt;&lt;![CDATA[. All rights reserved.]]&gt;&lt;/s&gt;&quot;,&#10; &quot;bindingCollection&quot;: {&#10; &quot;key1&quot;: {&quot;SkabelonDesign&quot;:{&quot;type&quot;:&quot;Date&quot;,&quot;ignoreBlank&quot;:&quot;true&quot;,&quot;binding&quot;:&quot;Doc.DateTime.Today&quot;,&quot;format&quot;:&quot;yyyy&quot;}},&#10; &quot;key2&quot;: {&quot;SkabelonDesign&quot;:{&quot;type&quot;:&quot;Text&quot;,&quot;ignoreBlank&quot;:&quot;true&quot;,&quot;binding&quot;:&quot;Doc.Prop.BrandName&quot;}}&#10; }&#10; }&#10;}&#10;">
            <a:extLst>
              <a:ext uri="{FF2B5EF4-FFF2-40B4-BE49-F238E27FC236}">
                <a16:creationId xmlns:a16="http://schemas.microsoft.com/office/drawing/2014/main" id="{D1FCD200-65D5-439C-AECC-B22E31B69313}"/>
              </a:ext>
            </a:extLst>
          </p:cNvPr>
          <p:cNvSpPr txBox="1"/>
          <p:nvPr userDrawn="1"/>
        </p:nvSpPr>
        <p:spPr bwMode="gray">
          <a:xfrm>
            <a:off x="331200" y="6522896"/>
            <a:ext cx="1533600" cy="16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9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1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2026 ABB. All rights reserved.</a:t>
            </a:r>
          </a:p>
        </p:txBody>
      </p:sp>
      <p:sp>
        <p:nvSpPr>
          <p:cNvPr id="8" name="Date dynamic" descr="{&quot;templafy&quot;:{&quot;id&quot;:&quot;25e34392-c51d-4993-825c-4d1e92cf2677&quot;}}">
            <a:extLst>
              <a:ext uri="{FF2B5EF4-FFF2-40B4-BE49-F238E27FC236}">
                <a16:creationId xmlns:a16="http://schemas.microsoft.com/office/drawing/2014/main" id="{96E06C7F-9F82-898A-6F4F-CAF6B7DED755}"/>
              </a:ext>
            </a:extLst>
          </p:cNvPr>
          <p:cNvSpPr/>
          <p:nvPr userDrawn="1"/>
        </p:nvSpPr>
        <p:spPr bwMode="gray">
          <a:xfrm>
            <a:off x="2934000" y="6548400"/>
            <a:ext cx="1296000" cy="118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spcBef>
                <a:spcPts val="600"/>
              </a:spcBef>
            </a:pP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7C702C89-CFA4-6C8F-96AF-900A18CAC7E2}"/>
              </a:ext>
            </a:extLst>
          </p:cNvPr>
          <p:cNvSpPr/>
          <p:nvPr userDrawn="1"/>
        </p:nvSpPr>
        <p:spPr bwMode="gray">
          <a:xfrm>
            <a:off x="2181600" y="6548400"/>
            <a:ext cx="644513" cy="118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spcBef>
                <a:spcPts val="600"/>
              </a:spcBef>
            </a:pPr>
            <a:r>
              <a:rPr lang="en-US" sz="800">
                <a:solidFill>
                  <a:schemeClr val="tx1"/>
                </a:solidFill>
              </a:rPr>
              <a:t>Slide </a:t>
            </a:r>
            <a:fld id="{6ACD6C49-4324-4266-B7DB-7E26C75ACED4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0" name="3425353252" descr="{&quot;templafy&quot;:{&quot;id&quot;:&quot;97733043-cb23-4fc8-b4d0-beed1dab5040&quot;}}" hidden="1">
            <a:extLst>
              <a:ext uri="{FF2B5EF4-FFF2-40B4-BE49-F238E27FC236}">
                <a16:creationId xmlns:a16="http://schemas.microsoft.com/office/drawing/2014/main" id="{49595345-E34C-D035-A84A-00C49F28704D}"/>
              </a:ext>
            </a:extLst>
          </p:cNvPr>
          <p:cNvSpPr/>
          <p:nvPr userDrawn="1"/>
        </p:nvSpPr>
        <p:spPr bwMode="gray">
          <a:xfrm>
            <a:off x="4326624" y="6548400"/>
            <a:ext cx="3902976" cy="118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spcBef>
                <a:spcPts val="600"/>
              </a:spcBef>
            </a:pPr>
            <a:fld id="{FE84769D-590A-4E3F-B04B-1C7EA89CFF95}" type="templafy">
              <a:rPr lang="en-US" sz="800" b="0" spc="100" baseline="0" dirty="0">
                <a:solidFill>
                  <a:srgbClr val="FF0000"/>
                </a:solidFill>
              </a:rPr>
              <a:t>​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0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703" r:id="rId3"/>
    <p:sldLayoutId id="2147483697" r:id="rId4"/>
    <p:sldLayoutId id="2147483704" r:id="rId5"/>
    <p:sldLayoutId id="2147483651" r:id="rId6"/>
    <p:sldLayoutId id="2147483711" r:id="rId7"/>
    <p:sldLayoutId id="2147483712" r:id="rId8"/>
    <p:sldLayoutId id="2147483654" r:id="rId9"/>
    <p:sldLayoutId id="2147483698" r:id="rId10"/>
    <p:sldLayoutId id="2147483655" r:id="rId11"/>
    <p:sldLayoutId id="2147483705" r:id="rId12"/>
    <p:sldLayoutId id="2147483716" r:id="rId13"/>
    <p:sldLayoutId id="2147483656" r:id="rId14"/>
    <p:sldLayoutId id="2147483706" r:id="rId15"/>
    <p:sldLayoutId id="2147483717" r:id="rId16"/>
    <p:sldLayoutId id="2147483657" r:id="rId17"/>
    <p:sldLayoutId id="2147483707" r:id="rId18"/>
    <p:sldLayoutId id="2147483718" r:id="rId19"/>
    <p:sldLayoutId id="2147483658" r:id="rId20"/>
    <p:sldLayoutId id="2147483708" r:id="rId21"/>
    <p:sldLayoutId id="2147483661" r:id="rId22"/>
    <p:sldLayoutId id="2147483662" r:id="rId23"/>
    <p:sldLayoutId id="2147483719" r:id="rId24"/>
    <p:sldLayoutId id="2147483659" r:id="rId25"/>
    <p:sldLayoutId id="2147483660" r:id="rId26"/>
    <p:sldLayoutId id="2147483663" r:id="rId27"/>
    <p:sldLayoutId id="2147483664" r:id="rId28"/>
    <p:sldLayoutId id="2147483665" r:id="rId29"/>
    <p:sldLayoutId id="2147483666" r:id="rId30"/>
    <p:sldLayoutId id="2147483668" r:id="rId31"/>
    <p:sldLayoutId id="2147483670" r:id="rId32"/>
    <p:sldLayoutId id="2147483671" r:id="rId33"/>
    <p:sldLayoutId id="2147483669" r:id="rId34"/>
    <p:sldLayoutId id="2147483731" r:id="rId35"/>
    <p:sldLayoutId id="2147483732" r:id="rId36"/>
    <p:sldLayoutId id="2147483672" r:id="rId37"/>
    <p:sldLayoutId id="2147483673" r:id="rId38"/>
    <p:sldLayoutId id="2147483694" r:id="rId39"/>
    <p:sldLayoutId id="2147483674" r:id="rId40"/>
    <p:sldLayoutId id="2147483675" r:id="rId41"/>
    <p:sldLayoutId id="2147483720" r:id="rId42"/>
    <p:sldLayoutId id="2147483721" r:id="rId43"/>
    <p:sldLayoutId id="2147483722" r:id="rId44"/>
    <p:sldLayoutId id="2147483676" r:id="rId45"/>
    <p:sldLayoutId id="2147483723" r:id="rId46"/>
    <p:sldLayoutId id="2147483724" r:id="rId47"/>
    <p:sldLayoutId id="2147483725" r:id="rId48"/>
    <p:sldLayoutId id="2147483677" r:id="rId49"/>
    <p:sldLayoutId id="2147483726" r:id="rId50"/>
    <p:sldLayoutId id="2147483727" r:id="rId51"/>
    <p:sldLayoutId id="2147483728" r:id="rId52"/>
    <p:sldLayoutId id="2147483678" r:id="rId53"/>
    <p:sldLayoutId id="2147483679" r:id="rId54"/>
    <p:sldLayoutId id="2147483680" r:id="rId55"/>
    <p:sldLayoutId id="2147483730" r:id="rId56"/>
    <p:sldLayoutId id="2147483729" r:id="rId57"/>
    <p:sldLayoutId id="2147483682" r:id="rId58"/>
    <p:sldLayoutId id="2147483683" r:id="rId59"/>
    <p:sldLayoutId id="2147483684" r:id="rId60"/>
    <p:sldLayoutId id="2147483685" r:id="rId61"/>
    <p:sldLayoutId id="2147483686" r:id="rId62"/>
    <p:sldLayoutId id="2147483687" r:id="rId63"/>
    <p:sldLayoutId id="2147483667" r:id="rId64"/>
    <p:sldLayoutId id="2147483688" r:id="rId65"/>
    <p:sldLayoutId id="2147483689" r:id="rId66"/>
    <p:sldLayoutId id="2147483690" r:id="rId67"/>
    <p:sldLayoutId id="2147483691" r:id="rId68"/>
    <p:sldLayoutId id="2147483692" r:id="rId69"/>
    <p:sldLayoutId id="2147483699" r:id="rId70"/>
    <p:sldLayoutId id="2147483693" r:id="rId71"/>
    <p:sldLayoutId id="2147483710" r:id="rId7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91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91" rtl="0" eaLnBrk="1" latinLnBrk="0" hangingPunct="1">
        <a:spcBef>
          <a:spcPts val="600"/>
        </a:spcBef>
        <a:buFont typeface="ABBvoice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84400" indent="-284400" algn="l" defTabSz="914491" rtl="0" eaLnBrk="1" latinLnBrk="0" hangingPunct="1">
        <a:spcBef>
          <a:spcPts val="600"/>
        </a:spcBef>
        <a:buFont typeface="ABBvoice" panose="020D0603020503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68800" indent="-284400" algn="l" defTabSz="914491" rtl="0" eaLnBrk="1" latinLnBrk="0" hangingPunct="1">
        <a:spcBef>
          <a:spcPts val="600"/>
        </a:spcBef>
        <a:buFont typeface="ABBvoice" panose="020D0603020503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68800" indent="-284400" algn="l" defTabSz="914491" rtl="0" eaLnBrk="1" latinLnBrk="0" hangingPunct="1">
        <a:spcBef>
          <a:spcPts val="600"/>
        </a:spcBef>
        <a:buFont typeface="ABBvoice" panose="020D0603020503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68800" indent="-284400" algn="l" defTabSz="914491" rtl="0" eaLnBrk="1" latinLnBrk="0" hangingPunct="1">
        <a:spcBef>
          <a:spcPts val="600"/>
        </a:spcBef>
        <a:buFont typeface="ABBvoice" panose="020D0603020503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36" indent="-180018" algn="l" defTabSz="914491" rtl="0" eaLnBrk="1" latinLnBrk="0" hangingPunct="1">
        <a:spcBef>
          <a:spcPts val="600"/>
        </a:spcBef>
        <a:buFont typeface="ABBvoice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36" indent="-180018" algn="l" defTabSz="914491" rtl="0" eaLnBrk="1" latinLnBrk="0" hangingPunct="1">
        <a:spcBef>
          <a:spcPts val="600"/>
        </a:spcBef>
        <a:buFont typeface="ABBvoice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36" indent="-180018" algn="l" defTabSz="914491" rtl="0" eaLnBrk="1" latinLnBrk="0" hangingPunct="1">
        <a:spcBef>
          <a:spcPts val="600"/>
        </a:spcBef>
        <a:buFont typeface="ABBvoice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36" indent="-180018" algn="l" defTabSz="914491" rtl="0" eaLnBrk="1" latinLnBrk="0" hangingPunct="1">
        <a:spcBef>
          <a:spcPts val="600"/>
        </a:spcBef>
        <a:buFont typeface="ABBvoice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14" userDrawn="1">
          <p15:clr>
            <a:srgbClr val="F26B43"/>
          </p15:clr>
        </p15:guide>
        <p15:guide id="2" pos="7473" userDrawn="1">
          <p15:clr>
            <a:srgbClr val="F26B43"/>
          </p15:clr>
        </p15:guide>
        <p15:guide id="3" pos="209" userDrawn="1">
          <p15:clr>
            <a:srgbClr val="F26B43"/>
          </p15:clr>
        </p15:guide>
        <p15:guide id="4" orient="horz" pos="3891" userDrawn="1">
          <p15:clr>
            <a:srgbClr val="F26B43"/>
          </p15:clr>
        </p15:guide>
        <p15:guide id="5" pos="690" userDrawn="1">
          <p15:clr>
            <a:srgbClr val="F26B43"/>
          </p15:clr>
        </p15:guide>
        <p15:guide id="7" pos="825" userDrawn="1">
          <p15:clr>
            <a:srgbClr val="F26B43"/>
          </p15:clr>
        </p15:guide>
        <p15:guide id="8" pos="1307" userDrawn="1">
          <p15:clr>
            <a:srgbClr val="F26B43"/>
          </p15:clr>
        </p15:guide>
        <p15:guide id="9" pos="1442" userDrawn="1">
          <p15:clr>
            <a:srgbClr val="F26B43"/>
          </p15:clr>
        </p15:guide>
        <p15:guide id="10" pos="1923" userDrawn="1">
          <p15:clr>
            <a:srgbClr val="F26B43"/>
          </p15:clr>
        </p15:guide>
        <p15:guide id="11" pos="2058" userDrawn="1">
          <p15:clr>
            <a:srgbClr val="F26B43"/>
          </p15:clr>
        </p15:guide>
        <p15:guide id="12" pos="2540" userDrawn="1">
          <p15:clr>
            <a:srgbClr val="F26B43"/>
          </p15:clr>
        </p15:guide>
        <p15:guide id="13" pos="2675" userDrawn="1">
          <p15:clr>
            <a:srgbClr val="F26B43"/>
          </p15:clr>
        </p15:guide>
        <p15:guide id="14" pos="3156" userDrawn="1">
          <p15:clr>
            <a:srgbClr val="F26B43"/>
          </p15:clr>
        </p15:guide>
        <p15:guide id="15" pos="3293" userDrawn="1">
          <p15:clr>
            <a:srgbClr val="F26B43"/>
          </p15:clr>
        </p15:guide>
        <p15:guide id="16" pos="3773" userDrawn="1">
          <p15:clr>
            <a:srgbClr val="F26B43"/>
          </p15:clr>
        </p15:guide>
        <p15:guide id="17" pos="3909" userDrawn="1">
          <p15:clr>
            <a:srgbClr val="F26B43"/>
          </p15:clr>
        </p15:guide>
        <p15:guide id="18" pos="4389" userDrawn="1">
          <p15:clr>
            <a:srgbClr val="F26B43"/>
          </p15:clr>
        </p15:guide>
        <p15:guide id="19" pos="4526" userDrawn="1">
          <p15:clr>
            <a:srgbClr val="F26B43"/>
          </p15:clr>
        </p15:guide>
        <p15:guide id="20" pos="5006" userDrawn="1">
          <p15:clr>
            <a:srgbClr val="F26B43"/>
          </p15:clr>
        </p15:guide>
        <p15:guide id="21" pos="5142" userDrawn="1">
          <p15:clr>
            <a:srgbClr val="F26B43"/>
          </p15:clr>
        </p15:guide>
        <p15:guide id="22" pos="5622" userDrawn="1">
          <p15:clr>
            <a:srgbClr val="F26B43"/>
          </p15:clr>
        </p15:guide>
        <p15:guide id="23" pos="5759" userDrawn="1">
          <p15:clr>
            <a:srgbClr val="F26B43"/>
          </p15:clr>
        </p15:guide>
        <p15:guide id="24" pos="6239" userDrawn="1">
          <p15:clr>
            <a:srgbClr val="F26B43"/>
          </p15:clr>
        </p15:guide>
        <p15:guide id="25" pos="6375" userDrawn="1">
          <p15:clr>
            <a:srgbClr val="F26B43"/>
          </p15:clr>
        </p15:guide>
        <p15:guide id="26" pos="6857" userDrawn="1">
          <p15:clr>
            <a:srgbClr val="F26B43"/>
          </p15:clr>
        </p15:guide>
        <p15:guide id="27" pos="6992" userDrawn="1">
          <p15:clr>
            <a:srgbClr val="F26B43"/>
          </p15:clr>
        </p15:guide>
        <p15:guide id="28" orient="horz" pos="3473" userDrawn="1">
          <p15:clr>
            <a:srgbClr val="5ACBF0"/>
          </p15:clr>
        </p15:guide>
        <p15:guide id="29" orient="horz" pos="2411" userDrawn="1">
          <p15:clr>
            <a:srgbClr val="5ACBF0"/>
          </p15:clr>
        </p15:guide>
        <p15:guide id="30" orient="horz" pos="2277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tags" Target="../tags/tag3.xml"/><Relationship Id="rId7" Type="http://schemas.openxmlformats.org/officeDocument/2006/relationships/image" Target="../media/image8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microsoft.com/office/2018/10/relationships/comments" Target="../comments/modernComment_11E_2F5A7EEF.xml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11.sv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22.xml"/><Relationship Id="rId4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12.xml"/><Relationship Id="rId5" Type="http://schemas.openxmlformats.org/officeDocument/2006/relationships/image" Target="../media/image240.png"/><Relationship Id="rId4" Type="http://schemas.openxmlformats.org/officeDocument/2006/relationships/notesSlide" Target="../notesSlides/notesSlide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microsoft.com/office/2007/relationships/media" Target="../media/media1.mp4"/><Relationship Id="rId7" Type="http://schemas.openxmlformats.org/officeDocument/2006/relationships/image" Target="../media/image23.png"/><Relationship Id="rId2" Type="http://schemas.openxmlformats.org/officeDocument/2006/relationships/customXml" Target="../../customXml/item14.xml"/><Relationship Id="rId1" Type="http://schemas.openxmlformats.org/officeDocument/2006/relationships/customXml" Target="../../customXml/item6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8.xml"/><Relationship Id="rId4" Type="http://schemas.openxmlformats.org/officeDocument/2006/relationships/video" Target="../media/media1.mp4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07/relationships/media" Target="../media/media2.mp4"/><Relationship Id="rId7" Type="http://schemas.openxmlformats.org/officeDocument/2006/relationships/image" Target="../media/image270.png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26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8.xml"/><Relationship Id="rId4" Type="http://schemas.openxmlformats.org/officeDocument/2006/relationships/video" Target="../media/media2.mp4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media" Target="../media/media4.mp4"/><Relationship Id="rId7" Type="http://schemas.openxmlformats.org/officeDocument/2006/relationships/image" Target="../media/image300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0.xml"/><Relationship Id="rId4" Type="http://schemas.openxmlformats.org/officeDocument/2006/relationships/video" Target="../media/media4.mp4"/><Relationship Id="rId9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microsoft.com/office/2007/relationships/media" Target="../media/media6.mp4"/><Relationship Id="rId7" Type="http://schemas.openxmlformats.org/officeDocument/2006/relationships/image" Target="../media/image330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0.xml"/><Relationship Id="rId4" Type="http://schemas.openxmlformats.org/officeDocument/2006/relationships/video" Target="../media/media6.mp4"/><Relationship Id="rId9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1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abb/portal/en/trainings?update" TargetMode="External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slideLayout" Target="../slideLayouts/slideLayout70.xml"/><Relationship Id="rId7" Type="http://schemas.openxmlformats.org/officeDocument/2006/relationships/hyperlink" Target="https://abbtv.inside.abb.com/browse/tags/templafy/" TargetMode="External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customXml" Target="../../customXml/item25.xml"/><Relationship Id="rId16" Type="http://schemas.openxmlformats.org/officeDocument/2006/relationships/image" Target="../media/image39.png"/><Relationship Id="rId1" Type="http://schemas.openxmlformats.org/officeDocument/2006/relationships/customXml" Target="../../customXml/item13.xml"/><Relationship Id="rId6" Type="http://schemas.openxmlformats.org/officeDocument/2006/relationships/hyperlink" Target="https://degreed.com/pathway/v83jog33px/pathway?orgsso=abbltdhmmsparkhmmspark" TargetMode="External"/><Relationship Id="rId11" Type="http://schemas.openxmlformats.org/officeDocument/2006/relationships/image" Target="../media/image34.png"/><Relationship Id="rId5" Type="http://schemas.openxmlformats.org/officeDocument/2006/relationships/hyperlink" Target="https://go.insideplus.abb.com/information-systems/gf-is/tools-at-ABB/templafy" TargetMode="External"/><Relationship Id="rId15" Type="http://schemas.openxmlformats.org/officeDocument/2006/relationships/image" Target="../media/image38.png"/><Relationship Id="rId10" Type="http://schemas.openxmlformats.org/officeDocument/2006/relationships/hyperlink" Target="https://abbnow.service-now.com/cs_gr?id=esc_sc_cat_item&amp;table=sc_cat_item&amp;sys_id=f373a67e873676543ba041540cbb3524&amp;searchTerm=templafy%20spaces%20onboarding" TargetMode="External"/><Relationship Id="rId4" Type="http://schemas.openxmlformats.org/officeDocument/2006/relationships/image" Target="../media/image33.png"/><Relationship Id="rId9" Type="http://schemas.openxmlformats.org/officeDocument/2006/relationships/hyperlink" Target="https://media.brand.abb/media/?mediaId=BB9EB610-4C36-4A5B-A5AF6C57C62A8F08" TargetMode="External"/><Relationship Id="rId1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5A999ABD-4182-4EAA-9866-43919EEDFE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3"/>
          </p:nvPr>
        </p:nvSpPr>
        <p:spPr/>
        <p:txBody>
          <a:bodyPr/>
          <a:lstStyle/>
          <a:p>
            <a:fld id="{22CA9B3B-16D5-4344-BB51-16723E796544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069C5505-4342-4832-B0E2-4EFF848EB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8D7E77EC-3704-4BAF-B996-4583B85744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5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049149-61F6-9C37-42FA-274C5D2E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BBvoice Display SemiBold"/>
              </a:rPr>
              <a:t>MASTER THESIS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7B66A-F008-613D-6332-F7721ED44E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1201" y="4576500"/>
            <a:ext cx="8613648" cy="833699"/>
          </a:xfrm>
        </p:spPr>
        <p:txBody>
          <a:bodyPr/>
          <a:lstStyle/>
          <a:p>
            <a:r>
              <a:rPr lang="en-US"/>
              <a:t>Laura Aguilar (KTH)</a:t>
            </a:r>
            <a:br>
              <a:rPr lang="en-US"/>
            </a:br>
            <a:r>
              <a:rPr lang="en-US"/>
              <a:t>Gawtam Chithra Ramesh (KTH)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7286A-A92A-922C-B2C4-18D4EBF836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868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23D9-3B5C-5AC5-087A-42E9A6D5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57857-E680-9BAE-4D3B-825C308C9C3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Supervisors : Matthew Lock and Jonathan Styrud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Manager : Johan Backlund</a:t>
            </a:r>
          </a:p>
          <a:p>
            <a:endParaRPr lang="en-US" sz="1600"/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Problem definition – </a:t>
            </a:r>
            <a:r>
              <a:rPr lang="en-US" sz="1600">
                <a:solidFill>
                  <a:schemeClr val="accent3"/>
                </a:solidFill>
              </a:rPr>
              <a:t>What are we trying to solve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Pre-requisites – </a:t>
            </a:r>
            <a:r>
              <a:rPr lang="en-US" sz="1600">
                <a:solidFill>
                  <a:schemeClr val="accent3"/>
                </a:solidFill>
              </a:rPr>
              <a:t>Common concepts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Background – </a:t>
            </a:r>
            <a:r>
              <a:rPr lang="en-US" sz="1600">
                <a:solidFill>
                  <a:schemeClr val="accent3"/>
                </a:solidFill>
              </a:rPr>
              <a:t>Overview of literature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Our work – </a:t>
            </a:r>
            <a:r>
              <a:rPr lang="en-US" sz="1600">
                <a:solidFill>
                  <a:schemeClr val="accent3"/>
                </a:solidFill>
              </a:rPr>
              <a:t>How are we solving it 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89DF6-F490-CF2B-0672-BF9FC9A596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B3FC1-2109-DE2F-A8BD-78FB81CCFC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2CF441-5D13-C090-8988-BD62A397FBF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76305-1ACB-D711-B716-DA4B5EA4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966C-DF46-4211-02EF-B1251B316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30DD6-FFDE-9BED-8619-75697EAB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84B0F-F165-59B3-E09F-01093645E3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058400"/>
            <a:ext cx="11530011" cy="486000"/>
          </a:xfrm>
        </p:spPr>
        <p:txBody>
          <a:bodyPr/>
          <a:lstStyle/>
          <a:p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E97FA-778D-E00F-822B-C03D41F95D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BC6F79-3D3B-53DB-6526-5B7CEFFC09E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ECA79-20CE-1A7F-8653-75CCF793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0CA83DC-85AE-2766-C5E5-895EB371CCE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00440" y="2451529"/>
            <a:ext cx="2635073" cy="263507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E7D399B-A957-A6FA-F805-AE69AA9F688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131074" y="2855286"/>
            <a:ext cx="2256026" cy="22560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7924B4-7950-5E0E-B625-EDC44C81E600}"/>
              </a:ext>
            </a:extLst>
          </p:cNvPr>
          <p:cNvSpPr txBox="1"/>
          <p:nvPr/>
        </p:nvSpPr>
        <p:spPr bwMode="gray">
          <a:xfrm>
            <a:off x="919480" y="2722130"/>
            <a:ext cx="975360" cy="2663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sv-SE" sz="1600" b="1"/>
              <a:t>Pick up the cube </a:t>
            </a:r>
          </a:p>
        </p:txBody>
      </p:sp>
      <p:pic>
        <p:nvPicPr>
          <p:cNvPr id="10" name="Picture 2" descr="Box Basic Straight Filled icon">
            <a:extLst>
              <a:ext uri="{FF2B5EF4-FFF2-40B4-BE49-F238E27FC236}">
                <a16:creationId xmlns:a16="http://schemas.microsoft.com/office/drawing/2014/main" id="{E71F2D64-D2D7-C9DE-EC89-D40983E40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296" y="3418155"/>
            <a:ext cx="1668447" cy="166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1C1A69-2F87-848D-4BDB-7DC000726E10}"/>
              </a:ext>
            </a:extLst>
          </p:cNvPr>
          <p:cNvSpPr txBox="1"/>
          <p:nvPr/>
        </p:nvSpPr>
        <p:spPr bwMode="gray">
          <a:xfrm>
            <a:off x="5494996" y="3545503"/>
            <a:ext cx="395665" cy="4130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sv-SE" sz="2400" b="1">
                <a:solidFill>
                  <a:schemeClr val="bg1"/>
                </a:solidFill>
              </a:rPr>
              <a:t>AI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B7A2DA-D233-A315-32E7-51BAD4098065}"/>
              </a:ext>
            </a:extLst>
          </p:cNvPr>
          <p:cNvCxnSpPr>
            <a:cxnSpLocks/>
            <a:endCxn id="16" idx="1"/>
          </p:cNvCxnSpPr>
          <p:nvPr/>
        </p:nvCxnSpPr>
        <p:spPr bwMode="gray">
          <a:xfrm>
            <a:off x="3235513" y="4252378"/>
            <a:ext cx="1343804" cy="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C92ED5-BAA4-75DE-693E-47F292D1E6FF}"/>
              </a:ext>
            </a:extLst>
          </p:cNvPr>
          <p:cNvCxnSpPr>
            <a:cxnSpLocks/>
            <a:stCxn id="21" idx="3"/>
          </p:cNvCxnSpPr>
          <p:nvPr/>
        </p:nvCxnSpPr>
        <p:spPr bwMode="gray">
          <a:xfrm>
            <a:off x="8572851" y="2997202"/>
            <a:ext cx="900654" cy="295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5AEBC9-D08B-3105-7291-A3364EC26417}"/>
              </a:ext>
            </a:extLst>
          </p:cNvPr>
          <p:cNvSpPr txBox="1"/>
          <p:nvPr/>
        </p:nvSpPr>
        <p:spPr bwMode="gray">
          <a:xfrm>
            <a:off x="5494996" y="3545503"/>
            <a:ext cx="395665" cy="4130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sv-SE" sz="2400" b="1">
                <a:solidFill>
                  <a:schemeClr val="bg1"/>
                </a:solidFill>
              </a:rPr>
              <a:t>AI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866F5C7-8AD8-414D-F407-B79DC46662B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3683962" y="3406318"/>
            <a:ext cx="691453" cy="691453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5BFB99-B11F-DAF3-ED2A-665D55F6B418}"/>
              </a:ext>
            </a:extLst>
          </p:cNvPr>
          <p:cNvSpPr/>
          <p:nvPr/>
        </p:nvSpPr>
        <p:spPr bwMode="gray">
          <a:xfrm>
            <a:off x="4579317" y="3418163"/>
            <a:ext cx="2210406" cy="166843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sv-SE" sz="20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Formal Specification (Temporal Logic)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6F6D55-1955-5762-E799-20656B1FE3F0}"/>
              </a:ext>
            </a:extLst>
          </p:cNvPr>
          <p:cNvCxnSpPr>
            <a:cxnSpLocks/>
          </p:cNvCxnSpPr>
          <p:nvPr/>
        </p:nvCxnSpPr>
        <p:spPr bwMode="gray">
          <a:xfrm flipV="1">
            <a:off x="6704877" y="2963915"/>
            <a:ext cx="643068" cy="5189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A34FFB3-9972-74E8-D12D-D9BF5C636E50}"/>
              </a:ext>
            </a:extLst>
          </p:cNvPr>
          <p:cNvSpPr/>
          <p:nvPr/>
        </p:nvSpPr>
        <p:spPr bwMode="gray">
          <a:xfrm>
            <a:off x="7347944" y="5044408"/>
            <a:ext cx="1224907" cy="944650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sz="1400">
                <a:solidFill>
                  <a:schemeClr val="tx1"/>
                </a:solidFill>
              </a:rPr>
              <a:t>Data Driven </a:t>
            </a:r>
            <a:r>
              <a:rPr lang="en-GB" sz="1400">
                <a:solidFill>
                  <a:schemeClr val="tx1"/>
                </a:solidFill>
              </a:rPr>
              <a:t>(Flow Matching)</a:t>
            </a:r>
            <a:endParaRPr lang="sv-SE" sz="140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D07EE9E-A0DA-78EC-F0F1-0A47107E29AF}"/>
              </a:ext>
            </a:extLst>
          </p:cNvPr>
          <p:cNvCxnSpPr>
            <a:cxnSpLocks/>
            <a:endCxn id="19" idx="1"/>
          </p:cNvCxnSpPr>
          <p:nvPr/>
        </p:nvCxnSpPr>
        <p:spPr bwMode="gray">
          <a:xfrm>
            <a:off x="6663069" y="4992753"/>
            <a:ext cx="684875" cy="523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957342-32D2-F0CB-2D33-385202CE45DA}"/>
              </a:ext>
            </a:extLst>
          </p:cNvPr>
          <p:cNvSpPr/>
          <p:nvPr/>
        </p:nvSpPr>
        <p:spPr bwMode="gray">
          <a:xfrm>
            <a:off x="7360920" y="2599315"/>
            <a:ext cx="1211931" cy="795773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sv-SE" sz="1400">
                <a:solidFill>
                  <a:schemeClr val="tx1"/>
                </a:solidFill>
              </a:rPr>
              <a:t>Sampling Path Planner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FBB9A8-6B28-201E-185B-846B0D3D9AF3}"/>
              </a:ext>
            </a:extLst>
          </p:cNvPr>
          <p:cNvCxnSpPr>
            <a:cxnSpLocks/>
            <a:stCxn id="19" idx="3"/>
          </p:cNvCxnSpPr>
          <p:nvPr/>
        </p:nvCxnSpPr>
        <p:spPr bwMode="gray">
          <a:xfrm flipV="1">
            <a:off x="8572851" y="4992753"/>
            <a:ext cx="900654" cy="523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00BBA83-1AD4-6B69-36A6-EDB77AE413D5}"/>
              </a:ext>
            </a:extLst>
          </p:cNvPr>
          <p:cNvCxnSpPr>
            <a:cxnSpLocks/>
            <a:stCxn id="16" idx="3"/>
          </p:cNvCxnSpPr>
          <p:nvPr/>
        </p:nvCxnSpPr>
        <p:spPr bwMode="gray">
          <a:xfrm>
            <a:off x="6789723" y="4252383"/>
            <a:ext cx="2683782" cy="112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638E9F4-8121-213C-1D3E-C4BD6C36D1D9}"/>
              </a:ext>
            </a:extLst>
          </p:cNvPr>
          <p:cNvSpPr txBox="1"/>
          <p:nvPr/>
        </p:nvSpPr>
        <p:spPr bwMode="gray">
          <a:xfrm>
            <a:off x="7486649" y="3966843"/>
            <a:ext cx="1224907" cy="4154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sv-SE" sz="1400"/>
              <a:t>Path Planning</a:t>
            </a:r>
          </a:p>
        </p:txBody>
      </p:sp>
    </p:spTree>
    <p:extLst>
      <p:ext uri="{BB962C8B-B14F-4D97-AF65-F5344CB8AC3E}">
        <p14:creationId xmlns:p14="http://schemas.microsoft.com/office/powerpoint/2010/main" val="79445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1" grpId="0" animBg="1"/>
      <p:bldP spid="22" grpId="0"/>
    </p:bldLst>
  </p:timing>
  <p:extLst>
    <p:ext uri="{6950BFC3-D8DA-4A85-94F7-54DA5524770B}">
      <p188:commentRel xmlns:p188="http://schemas.microsoft.com/office/powerpoint/2018/8/main" r:id="rId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CACCA-E4A4-F1AA-48B5-7409E463A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Signal Temporal Logic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B4CF8-CBFF-8C4B-76E5-A6D004D8B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0A81B0-2646-2506-1895-D7828D4F3C9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5FFB2-020D-7FB4-01F4-33E90B36B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2C904E8-45F2-1132-81AF-ED18EA060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009" y="1184894"/>
            <a:ext cx="7805981" cy="498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9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4B18-FE02-CE66-E521-ADC382625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3418-2D05-7825-0340-45D2CF49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Signal Temporal Logic Evaluation: Robustness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01D2F-AD02-C749-80F6-453C8F9E59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EEBD1D-9395-1539-D72B-403C573E91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50A60-2800-6F95-3D42-F143E10E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024514E-05AF-09AC-9E2D-CA1F1FC1CB0B}"/>
                  </a:ext>
                </a:extLst>
              </p:cNvPr>
              <p:cNvSpPr>
                <a:spLocks noGrp="1"/>
              </p:cNvSpPr>
              <p:nvPr>
                <p:ph sz="quarter" idx="16"/>
              </p:nvPr>
            </p:nvSpPr>
            <p:spPr>
              <a:xfrm>
                <a:off x="331199" y="1451113"/>
                <a:ext cx="11220721" cy="1119367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/>
                  <a:t>Standard logic is </a:t>
                </a:r>
                <a:r>
                  <a:rPr lang="en-US" sz="1800" b="1"/>
                  <a:t>Binary (Boolean):</a:t>
                </a:r>
                <a:r>
                  <a:rPr lang="en-US" sz="1800"/>
                  <a:t> "Did you reach the goal?" </a:t>
                </a:r>
                <a:r>
                  <a:rPr lang="en-US" sz="1800" i="1"/>
                  <a:t>(Yes / No)</a:t>
                </a:r>
                <a:endParaRPr lang="en-US" sz="18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/>
                  <a:t>STL Robustness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800"/>
                  <a:t>) is </a:t>
                </a:r>
                <a:r>
                  <a:rPr lang="en-US" sz="1800" b="1"/>
                  <a:t>Quantitative:</a:t>
                </a:r>
                <a:r>
                  <a:rPr lang="en-US" sz="1800"/>
                  <a:t> "How deep inside the goal are you?" or "How far away are you?"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024514E-05AF-09AC-9E2D-CA1F1FC1C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6"/>
              </p:nvPr>
            </p:nvSpPr>
            <p:spPr>
              <a:xfrm>
                <a:off x="331199" y="1451113"/>
                <a:ext cx="11220721" cy="1119367"/>
              </a:xfrm>
              <a:blipFill>
                <a:blip r:embed="rId2"/>
                <a:stretch>
                  <a:fillRect l="-1141" t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3094E4-F2BE-2AF1-E933-34CAC235A6BF}"/>
                  </a:ext>
                </a:extLst>
              </p:cNvPr>
              <p:cNvSpPr txBox="1"/>
              <p:nvPr/>
            </p:nvSpPr>
            <p:spPr bwMode="gray">
              <a:xfrm>
                <a:off x="331199" y="2750480"/>
                <a:ext cx="11220722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/>
                  <a:t>Spatial Robustness: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1"/>
                  <a:t>Positive Score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800" b="1"/>
                  <a:t>):</a:t>
                </a:r>
                <a:r>
                  <a:rPr lang="en-US" sz="1800"/>
                  <a:t> </a:t>
                </a:r>
                <a:r>
                  <a:rPr lang="en-US" sz="1800" b="1"/>
                  <a:t>Success!</a:t>
                </a:r>
                <a:endParaRPr lang="en-US" sz="1800"/>
              </a:p>
              <a:p>
                <a:pPr lvl="2"/>
                <a:r>
                  <a:rPr lang="en-US" sz="1800" i="1"/>
                  <a:t>Meaning:</a:t>
                </a:r>
                <a:r>
                  <a:rPr lang="en-US" sz="1800"/>
                  <a:t> You satisfied the rule. The number represents your "margin of safety" (e.g., 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+0.15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/>
                  <a:t> means you are 15cm safely inside the goal zone).</a:t>
                </a:r>
              </a:p>
              <a:p>
                <a:pPr lvl="1"/>
                <a:r>
                  <a:rPr lang="en-US" sz="1800" b="1"/>
                  <a:t>Negative Score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1800" b="1"/>
                  <a:t>):</a:t>
                </a:r>
                <a:r>
                  <a:rPr lang="en-US" sz="1800"/>
                  <a:t> </a:t>
                </a:r>
                <a:r>
                  <a:rPr lang="en-US" sz="1800" b="1"/>
                  <a:t>Violation!</a:t>
                </a:r>
                <a:endParaRPr lang="en-US" sz="1800"/>
              </a:p>
              <a:p>
                <a:pPr lvl="2"/>
                <a:r>
                  <a:rPr lang="en-US" sz="1800" i="1"/>
                  <a:t>Meaning:</a:t>
                </a:r>
                <a:r>
                  <a:rPr lang="en-US" sz="1800"/>
                  <a:t> You broke the rule. The number represents your "distance to success" (e.g., 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−0.40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/>
                  <a:t> means you need to move 40cm to reach the goal).</a:t>
                </a:r>
              </a:p>
              <a:p>
                <a:pPr lvl="1"/>
                <a:r>
                  <a:rPr lang="en-US" sz="1800"/>
                  <a:t> </a:t>
                </a:r>
                <a:r>
                  <a:rPr lang="en-US" sz="1800" b="1"/>
                  <a:t>Zero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b="1"/>
                  <a:t>):</a:t>
                </a:r>
                <a:r>
                  <a:rPr lang="en-US" sz="1800"/>
                  <a:t> Exactly on the boundary.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3094E4-F2BE-2AF1-E933-34CAC235A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1199" y="2750480"/>
                <a:ext cx="11220722" cy="2308324"/>
              </a:xfrm>
              <a:prstGeom prst="rect">
                <a:avLst/>
              </a:prstGeom>
              <a:blipFill>
                <a:blip r:embed="rId3"/>
                <a:stretch>
                  <a:fillRect l="-435" t="-1055" b="-3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53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DA4F2-96DF-1071-3146-6CBDBA70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38EE2-FA6E-C1C1-0BFD-A6162CE3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Signal Temporal Logic Evaluation: Robustness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87512-37AE-B124-1CCA-FE1C37CA21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168146-48B0-9A24-1610-3A542DB6DC8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3DA99-7023-F566-E0A6-99386643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D8F1616-6108-BB3D-BD0B-D5CECCBCC98E}"/>
                  </a:ext>
                </a:extLst>
              </p:cNvPr>
              <p:cNvSpPr>
                <a:spLocks noGrp="1"/>
              </p:cNvSpPr>
              <p:nvPr>
                <p:ph sz="quarter" idx="16"/>
              </p:nvPr>
            </p:nvSpPr>
            <p:spPr>
              <a:xfrm>
                <a:off x="331199" y="1451113"/>
                <a:ext cx="11220721" cy="1119367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/>
                  <a:t>Standard logic is </a:t>
                </a:r>
                <a:r>
                  <a:rPr lang="en-US" sz="1800" b="1"/>
                  <a:t>Binary (Boolean):</a:t>
                </a:r>
                <a:r>
                  <a:rPr lang="en-US" sz="1800"/>
                  <a:t> "Did you reach the goal?" </a:t>
                </a:r>
                <a:r>
                  <a:rPr lang="en-US" sz="1800" i="1"/>
                  <a:t>(Yes / No)</a:t>
                </a:r>
                <a:endParaRPr lang="en-US" sz="18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/>
                  <a:t>STL Robustness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800"/>
                  <a:t>) is </a:t>
                </a:r>
                <a:r>
                  <a:rPr lang="en-US" sz="1800" b="1"/>
                  <a:t>Quantitative:</a:t>
                </a:r>
                <a:r>
                  <a:rPr lang="en-US" sz="1800"/>
                  <a:t> "How deep inside the goal are you?" or "How far away are you?"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D8F1616-6108-BB3D-BD0B-D5CECCBCC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6"/>
              </p:nvPr>
            </p:nvSpPr>
            <p:spPr>
              <a:xfrm>
                <a:off x="331199" y="1451113"/>
                <a:ext cx="11220721" cy="1119367"/>
              </a:xfrm>
              <a:blipFill>
                <a:blip r:embed="rId2"/>
                <a:stretch>
                  <a:fillRect l="-1141" t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5CC0D77-5AC2-4A62-3F66-721A0C139307}"/>
              </a:ext>
            </a:extLst>
          </p:cNvPr>
          <p:cNvSpPr txBox="1"/>
          <p:nvPr/>
        </p:nvSpPr>
        <p:spPr bwMode="gray">
          <a:xfrm>
            <a:off x="331198" y="2760094"/>
            <a:ext cx="71268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Spatial Robustness example :</a:t>
            </a:r>
          </a:p>
          <a:p>
            <a:endParaRPr lang="ar-AE" b="0"/>
          </a:p>
          <a:p>
            <a:endParaRPr lang="en-US" b="0"/>
          </a:p>
          <a:p>
            <a:endParaRPr lang="ar-AE" b="0"/>
          </a:p>
          <a:p>
            <a:endParaRPr lang="en-US" sz="1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DF055F-8593-600A-6864-4DA55D5E1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096" y="2670905"/>
            <a:ext cx="5820579" cy="317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0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6A777-01C2-F20D-2937-94B386494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3040-2D1F-954F-2C39-B42EADAE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Signal Temporal Logic Evaluation: Robustness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1EBEB-69C5-5396-0DD3-C503AC1603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C7033A-7D77-4DAE-AAAD-0B06713B46D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1A74D-EC99-E6C8-8E3A-C42AF386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7CD6BC-9BF5-8060-2D92-D0A8E39D4A7C}"/>
                  </a:ext>
                </a:extLst>
              </p:cNvPr>
              <p:cNvSpPr>
                <a:spLocks noGrp="1"/>
              </p:cNvSpPr>
              <p:nvPr>
                <p:ph sz="quarter" idx="16"/>
              </p:nvPr>
            </p:nvSpPr>
            <p:spPr>
              <a:xfrm>
                <a:off x="331199" y="1451113"/>
                <a:ext cx="11220721" cy="1119367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/>
                  <a:t>Standard logic is </a:t>
                </a:r>
                <a:r>
                  <a:rPr lang="en-US" sz="1800" b="1"/>
                  <a:t>Binary (Boolean):</a:t>
                </a:r>
                <a:r>
                  <a:rPr lang="en-US" sz="1800"/>
                  <a:t> "Did you reach the goal?" </a:t>
                </a:r>
                <a:r>
                  <a:rPr lang="en-US" sz="1800" i="1"/>
                  <a:t>(Yes / No)</a:t>
                </a:r>
                <a:endParaRPr lang="en-US" sz="18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/>
                  <a:t>STL Robustness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800"/>
                  <a:t>) is </a:t>
                </a:r>
                <a:r>
                  <a:rPr lang="en-US" sz="1800" b="1"/>
                  <a:t>Quantitative:</a:t>
                </a:r>
                <a:r>
                  <a:rPr lang="en-US" sz="1800"/>
                  <a:t> "How deep inside the goal are you?" or "How far away are you?"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7CD6BC-9BF5-8060-2D92-D0A8E39D4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6"/>
              </p:nvPr>
            </p:nvSpPr>
            <p:spPr>
              <a:xfrm>
                <a:off x="331199" y="1451113"/>
                <a:ext cx="11220721" cy="1119367"/>
              </a:xfrm>
              <a:blipFill>
                <a:blip r:embed="rId2"/>
                <a:stretch>
                  <a:fillRect l="-1141" t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B50DFF4-ABDC-4678-C623-11332ADDCBF5}"/>
              </a:ext>
            </a:extLst>
          </p:cNvPr>
          <p:cNvSpPr txBox="1"/>
          <p:nvPr/>
        </p:nvSpPr>
        <p:spPr bwMode="gray">
          <a:xfrm>
            <a:off x="331198" y="2760094"/>
            <a:ext cx="71268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Spatial Robustness example :</a:t>
            </a:r>
          </a:p>
          <a:p>
            <a:endParaRPr lang="ar-AE" b="0"/>
          </a:p>
          <a:p>
            <a:endParaRPr lang="en-US" b="0"/>
          </a:p>
          <a:p>
            <a:endParaRPr lang="ar-AE" b="0"/>
          </a:p>
          <a:p>
            <a:endParaRPr lang="en-US" sz="1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D8D409-EC95-9380-A50C-5B69C0AA8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096" y="2670905"/>
            <a:ext cx="5820579" cy="317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1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6DA521B-B9C8-47DE-A8D1-AED9ED33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Robot Control under STL Constraints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6D8ABE5-C3DF-409E-B6D4-8CAE10F9B1A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935635" y="2407567"/>
            <a:ext cx="2721563" cy="2016719"/>
          </a:xfrm>
        </p:spPr>
        <p:txBody>
          <a:bodyPr/>
          <a:lstStyle/>
          <a:p>
            <a:r>
              <a:rPr lang="en-US" sz="1600"/>
              <a:t>Transforms the entire problem into a mathematical equation and uses classical solvers to solve the optimization problem.</a:t>
            </a:r>
          </a:p>
          <a:p>
            <a:endParaRPr lang="en-US" sz="1600"/>
          </a:p>
          <a:p>
            <a:endParaRPr lang="en-US" sz="160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F8B0E9A-D626-4EB7-AE3A-624746F5AF8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1980" y="2407567"/>
            <a:ext cx="2721563" cy="1899631"/>
          </a:xfrm>
        </p:spPr>
        <p:txBody>
          <a:bodyPr/>
          <a:lstStyle/>
          <a:p>
            <a:pPr algn="just"/>
            <a:r>
              <a:rPr lang="en-US" sz="1600"/>
              <a:t>Randomly sample points in space and time, growing a search tree.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A041220-E996-42DB-9F77-5919F156DAE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808325" y="2407567"/>
            <a:ext cx="2721563" cy="2016719"/>
          </a:xfrm>
        </p:spPr>
        <p:txBody>
          <a:bodyPr/>
          <a:lstStyle/>
          <a:p>
            <a:r>
              <a:rPr lang="en-US" sz="1600"/>
              <a:t>Learning STL-Trajectory pairs. </a:t>
            </a:r>
          </a:p>
          <a:p>
            <a:r>
              <a:rPr lang="en-US" sz="1600"/>
              <a:t>Using robustness as reward for Reinforcement Learning. </a:t>
            </a:r>
          </a:p>
          <a:p>
            <a:r>
              <a:rPr lang="en-US" sz="1600"/>
              <a:t>Guiding task agnostic pretrained models. </a:t>
            </a:r>
          </a:p>
          <a:p>
            <a:endParaRPr lang="en-US" sz="1600"/>
          </a:p>
          <a:p>
            <a:endParaRPr lang="en-US" sz="1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E251F-0AA1-46C4-BD35-E5A83DF7921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935635" y="2019531"/>
            <a:ext cx="2721563" cy="253592"/>
          </a:xfrm>
        </p:spPr>
        <p:txBody>
          <a:bodyPr/>
          <a:lstStyle/>
          <a:p>
            <a:r>
              <a:rPr lang="en-US" sz="1800"/>
              <a:t>Classical MILP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048EB-487C-449A-80EC-CFFDC7C6070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871980" y="2019531"/>
            <a:ext cx="3074640" cy="265636"/>
          </a:xfrm>
        </p:spPr>
        <p:txBody>
          <a:bodyPr/>
          <a:lstStyle/>
          <a:p>
            <a:r>
              <a:rPr lang="en-US" sz="1800"/>
              <a:t>Sampling-Based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1EF88C-F489-4AA0-ADBF-B523FD99FDF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808325" y="2019531"/>
            <a:ext cx="2721563" cy="253592"/>
          </a:xfrm>
        </p:spPr>
        <p:txBody>
          <a:bodyPr/>
          <a:lstStyle/>
          <a:p>
            <a:r>
              <a:rPr lang="en-US" sz="1800"/>
              <a:t>Learning-based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E7F46-3308-4EEC-9B06-E92C6494E8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87641F2-9CC4-40DD-839B-DF11A0F4D2A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016A11-4950-4F3F-938B-45DEE5F72969}" type="datetime4">
              <a:rPr lang="en-US"/>
              <a:pPr/>
              <a:t>October 15,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1911A46-6214-450C-A511-DD8BDEA9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/>
              <a:pPr/>
              <a:t>8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DA3812-345E-3CD0-DF28-D9DD33564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v-SE"/>
              <a:t>Algorithms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6E976EB-D470-D57F-4EFE-0195B7D08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740722"/>
              </p:ext>
            </p:extLst>
          </p:nvPr>
        </p:nvGraphicFramePr>
        <p:xfrm>
          <a:off x="587141" y="4321169"/>
          <a:ext cx="9830870" cy="1463040"/>
        </p:xfrm>
        <a:graphic>
          <a:graphicData uri="http://schemas.openxmlformats.org/drawingml/2006/table">
            <a:tbl>
              <a:tblPr/>
              <a:tblGrid>
                <a:gridCol w="1256438">
                  <a:extLst>
                    <a:ext uri="{9D8B030D-6E8A-4147-A177-3AD203B41FA5}">
                      <a16:colId xmlns:a16="http://schemas.microsoft.com/office/drawing/2014/main" val="1376901344"/>
                    </a:ext>
                  </a:extLst>
                </a:gridCol>
                <a:gridCol w="2955581">
                  <a:extLst>
                    <a:ext uri="{9D8B030D-6E8A-4147-A177-3AD203B41FA5}">
                      <a16:colId xmlns:a16="http://schemas.microsoft.com/office/drawing/2014/main" val="1037886337"/>
                    </a:ext>
                  </a:extLst>
                </a:gridCol>
                <a:gridCol w="2955581">
                  <a:extLst>
                    <a:ext uri="{9D8B030D-6E8A-4147-A177-3AD203B41FA5}">
                      <a16:colId xmlns:a16="http://schemas.microsoft.com/office/drawing/2014/main" val="391951635"/>
                    </a:ext>
                  </a:extLst>
                </a:gridCol>
                <a:gridCol w="2663270">
                  <a:extLst>
                    <a:ext uri="{9D8B030D-6E8A-4147-A177-3AD203B41FA5}">
                      <a16:colId xmlns:a16="http://schemas.microsoft.com/office/drawing/2014/main" val="2314002030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v-SE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Pro</a:t>
                      </a:r>
                      <a:endParaRPr lang="sv-SE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v-SE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Formal global optimality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v-SE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Scalable to complex specifications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Fast execution </a:t>
                      </a: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900">
                          <a:latin typeface="+mn-lt"/>
                        </a:rPr>
                        <a:t>front-loading computational costs to the offline training</a:t>
                      </a: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sv-SE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999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v-SE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Con</a:t>
                      </a:r>
                      <a:endParaRPr lang="sv-SE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lang="sv-SE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xponential computation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v-SE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Lack of Optimality Gurantees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v-SE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Hallucination and Training Data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148846"/>
                  </a:ext>
                </a:extLst>
              </a:tr>
            </a:tbl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9766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CE779-8570-9451-D1DB-51977CC8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338F-25DA-4D0B-AE09-634C86CB35CB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CD4D34-07BC-B0B4-6495-3D597FE4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81F5C-12EC-4BAD-84A6-AFDAD74C49D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CA4173-29C0-6039-C37A-89FA04ED9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Laura</a:t>
            </a:r>
            <a:endParaRPr lang="sv-S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1E400-11CC-0EA6-444A-43F265A1BA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sv-SE"/>
              <a:t>Sampling-Based Algorithm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3E54DD-5322-02E7-B1CB-91C8D6CA3C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56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561D-26AF-B84B-4525-52F0AE5D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A636-C614-1275-EEAA-FCDE62E6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C63A0-75F7-0504-2830-88C5C886B079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Thesis topic : </a:t>
            </a:r>
            <a:r>
              <a:rPr lang="en-US"/>
              <a:t>Sampling based method for motion planning under STL specifications</a:t>
            </a:r>
          </a:p>
          <a:p>
            <a:pPr lvl="1" indent="0">
              <a:buNone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b="1"/>
              <a:t>Agenda : 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sv-SE"/>
              <a:t>Why Sampling 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sv-SE"/>
              <a:t>Sampling Algorithm</a:t>
            </a:r>
            <a:endParaRPr lang="sv-SE">
              <a:solidFill>
                <a:srgbClr val="A9A9A9"/>
              </a:solidFill>
            </a:endParaRP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sv-SE"/>
              <a:t>What</a:t>
            </a:r>
            <a:r>
              <a:rPr lang="sv-SE">
                <a:solidFill>
                  <a:schemeClr val="accent2"/>
                </a:solidFill>
              </a:rPr>
              <a:t> </a:t>
            </a:r>
            <a:r>
              <a:rPr lang="sv-SE">
                <a:solidFill>
                  <a:schemeClr val="accent3"/>
                </a:solidFill>
              </a:rPr>
              <a:t>have I done 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sv-SE"/>
              <a:t>Current Results</a:t>
            </a:r>
          </a:p>
          <a:p>
            <a:endParaRPr lang="sv-SE"/>
          </a:p>
          <a:p>
            <a:pPr marL="570150" lvl="1" indent="-285750">
              <a:buFont typeface="Arial" panose="020B0604020202020204" pitchFamily="34" charset="0"/>
              <a:buChar char="•"/>
            </a:pPr>
            <a:endParaRPr lang="sv-SE"/>
          </a:p>
          <a:p>
            <a:pPr marL="570150" lvl="1" indent="-285750">
              <a:buFont typeface="Arial" panose="020B0604020202020204" pitchFamily="34" charset="0"/>
              <a:buChar char="•"/>
            </a:pPr>
            <a:endParaRPr lang="sv-SE"/>
          </a:p>
          <a:p>
            <a:pPr marL="570150" lvl="1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F6DF1-FF18-8410-311E-2BE7440F83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39D5B-796E-4639-6609-E3C668816A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F9AD05-2555-2122-78C1-43965E4CE31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BC0BB-E84A-5EE6-581B-F43B9489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2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E54E3-6C75-FCD5-355E-B6CC69B0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3AA60EA-D1F7-83D5-A6E4-8577B3141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sampling?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F15BAFC-78CD-7FDC-D880-B9E987F998B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26060" y="2165014"/>
            <a:ext cx="2721563" cy="3193964"/>
          </a:xfrm>
        </p:spPr>
        <p:txBody>
          <a:bodyPr/>
          <a:lstStyle/>
          <a:p>
            <a:r>
              <a:rPr lang="en-US" sz="1600"/>
              <a:t>Transforms the entire problem into a mathematical equation and uses classical solvers to solve the optimization problem.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D3F3D85-D649-5296-C569-BFC838ACE06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62405" y="2165014"/>
            <a:ext cx="2721563" cy="3193964"/>
          </a:xfrm>
        </p:spPr>
        <p:txBody>
          <a:bodyPr/>
          <a:lstStyle/>
          <a:p>
            <a:pPr algn="just"/>
            <a:r>
              <a:rPr lang="en-US" sz="1600"/>
              <a:t>Randomly sample points in space and time, growing a search tree.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21D6073-81FB-D198-D5BB-C8C153C590F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398750" y="2165014"/>
            <a:ext cx="2721563" cy="3193964"/>
          </a:xfrm>
        </p:spPr>
        <p:txBody>
          <a:bodyPr/>
          <a:lstStyle/>
          <a:p>
            <a:r>
              <a:rPr lang="en-US" sz="1600"/>
              <a:t>Using robustness as reward for Reinforcement Learning. </a:t>
            </a:r>
          </a:p>
          <a:p>
            <a:endParaRPr lang="en-US" sz="1600"/>
          </a:p>
          <a:p>
            <a:r>
              <a:rPr lang="en-US" sz="1600"/>
              <a:t>Learning STL-Trajectory pairs. </a:t>
            </a:r>
          </a:p>
          <a:p>
            <a:endParaRPr lang="en-US" sz="1600"/>
          </a:p>
          <a:p>
            <a:r>
              <a:rPr lang="en-US" sz="1600"/>
              <a:t>Guiding task agnostic pretrained models. </a:t>
            </a:r>
          </a:p>
          <a:p>
            <a:endParaRPr lang="en-US" sz="1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B3163-7562-C678-F8E8-28B15D2DE4B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526060" y="1776978"/>
            <a:ext cx="2721563" cy="253592"/>
          </a:xfrm>
        </p:spPr>
        <p:txBody>
          <a:bodyPr/>
          <a:lstStyle/>
          <a:p>
            <a:r>
              <a:rPr lang="en-US" sz="1800"/>
              <a:t>Classical MILP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85EBA-001B-DFD4-5CE7-73C2EF89E06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462405" y="1776978"/>
            <a:ext cx="3074640" cy="265636"/>
          </a:xfrm>
        </p:spPr>
        <p:txBody>
          <a:bodyPr/>
          <a:lstStyle/>
          <a:p>
            <a:r>
              <a:rPr lang="en-US" sz="1800"/>
              <a:t>Sampling-Based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E6F7C9-B00B-BEBD-CF52-8C96ED7B6A6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398750" y="1776978"/>
            <a:ext cx="2721563" cy="253592"/>
          </a:xfrm>
        </p:spPr>
        <p:txBody>
          <a:bodyPr/>
          <a:lstStyle/>
          <a:p>
            <a:r>
              <a:rPr lang="en-US" sz="1800"/>
              <a:t>Learning-based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F53C2C-FECD-BE8B-440B-7B74559678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Bvoice"/>
              <a:ea typeface="ABBvoice"/>
              <a:cs typeface="ABBvoice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38DC6E3-625F-2ACE-41EE-5E037BE50F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016A11-4950-4F3F-938B-45DEE5F72969}" type="datetime4">
              <a:rPr kumimoji="0" lang="en-US" sz="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ABBvoice" panose="020B0604020202020204"/>
                <a:ea typeface="ABBvoice"/>
                <a:cs typeface="ABBvoice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October 15, 2026</a:t>
            </a:fld>
            <a:endParaRPr kumimoji="0" lang="en-US" sz="1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0"/>
                </a:srgbClr>
              </a:solidFill>
              <a:effectLst/>
              <a:uLnTx/>
              <a:uFillTx/>
              <a:latin typeface="ABBvoice" panose="020B0604020202020204"/>
              <a:ea typeface="ABBvoice"/>
              <a:cs typeface="ABBvoice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0DB1806-7C60-BD99-D76D-0522E33B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BBvoice" panose="020B0604020202020204"/>
                <a:ea typeface="ABBvoice"/>
                <a:cs typeface="ABBvoice"/>
              </a:rPr>
              <a:t>Slide </a:t>
            </a:r>
            <a:fld id="{619F89D8-7AE3-494A-97F3-03D680869632}" type="slidenum"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BBvoice" panose="020B0604020202020204"/>
                <a:ea typeface="ABBvoice"/>
                <a:cs typeface="ABBvoice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BBvoice" panose="020B0604020202020204"/>
              <a:ea typeface="ABBvoice"/>
              <a:cs typeface="ABBvoice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966D27-052A-5E3B-18B6-E8328731A1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v-SE"/>
              <a:t>Algorithms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8750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7" grpId="0" uiExpand="1" build="p"/>
      <p:bldP spid="3" grpId="0" build="p"/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F740-8A83-D33E-BABF-D27D1C50E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0FF1EF2-517E-BC71-85C4-E21F56415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272" y="1444501"/>
            <a:ext cx="4712928" cy="46653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35B19D-F768-8286-7678-825E0666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RRT - Rapidly-exploring Random Tree</a:t>
            </a:r>
            <a:br>
              <a:rPr lang="sv-SE" b="0"/>
            </a:b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5857C-48D3-E3B7-6B83-10E35A87C1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v-SE"/>
              <a:t>Quick demonstration of the algorithm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C4387-8D29-3AA2-271E-98BEF3B560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1"/>
            <a:endParaRPr lang="sv-SE"/>
          </a:p>
          <a:p>
            <a:endParaRPr lang="sv-SE"/>
          </a:p>
          <a:p>
            <a:pPr marL="0" indent="0">
              <a:buNone/>
            </a:pPr>
            <a:endParaRPr lang="sv-SE"/>
          </a:p>
          <a:p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F7D51-5C07-1C80-D16C-EB8FE4F653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5FA1AA-6942-95BE-34D0-DED86140FE7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FE85B4-5EFD-4406-9D3D-357E557D4E6C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F7830-B51D-49A1-6FC7-2E9B7CE8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737B2-705C-04F0-624C-43C95A19B7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03" t="2947" r="8962" b="4528"/>
          <a:stretch>
            <a:fillRect/>
          </a:stretch>
        </p:blipFill>
        <p:spPr>
          <a:xfrm>
            <a:off x="3362959" y="1444501"/>
            <a:ext cx="4205689" cy="4521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F10CA1-33DF-1B50-42CC-53F746903F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67" t="2776" r="14099" b="4488"/>
          <a:stretch>
            <a:fillRect/>
          </a:stretch>
        </p:blipFill>
        <p:spPr>
          <a:xfrm>
            <a:off x="3362958" y="1473076"/>
            <a:ext cx="4205689" cy="4571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5CA155-890D-AF41-6F92-DD86C7F163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57" t="4837" r="4874" b="2791"/>
          <a:stretch>
            <a:fillRect/>
          </a:stretch>
        </p:blipFill>
        <p:spPr>
          <a:xfrm>
            <a:off x="3362958" y="1499951"/>
            <a:ext cx="4261566" cy="4517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F785FF-86D5-77D1-C1CC-DAD7F1938B2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459" t="770" r="195"/>
          <a:stretch>
            <a:fillRect/>
          </a:stretch>
        </p:blipFill>
        <p:spPr>
          <a:xfrm>
            <a:off x="3395979" y="1488482"/>
            <a:ext cx="4195524" cy="4528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4C9EF5-D60B-86F6-016F-D5C68030B17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71" t="2040"/>
          <a:stretch>
            <a:fillRect/>
          </a:stretch>
        </p:blipFill>
        <p:spPr>
          <a:xfrm>
            <a:off x="3377209" y="1444501"/>
            <a:ext cx="4214294" cy="45729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FFA9FA-1DC7-A1A3-B72E-779E5BBC53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41" t="990"/>
          <a:stretch>
            <a:fillRect/>
          </a:stretch>
        </p:blipFill>
        <p:spPr>
          <a:xfrm>
            <a:off x="3377209" y="1478440"/>
            <a:ext cx="4214294" cy="453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3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9973-0C57-C6E6-C340-73BD4A1E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A61EA-42CA-D879-76F0-9CED8BF6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RRT - Rapidly-exploring Random Tree</a:t>
            </a:r>
            <a:br>
              <a:rPr lang="sv-SE" b="0"/>
            </a:b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34DAE-4023-D7A1-CC71-A364ED18AC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v-SE"/>
              <a:t>Quick demonstration of the algorithm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2C427-F568-7644-5AB9-E8E0C07958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1"/>
            <a:endParaRPr lang="sv-SE"/>
          </a:p>
          <a:p>
            <a:endParaRPr lang="sv-SE"/>
          </a:p>
          <a:p>
            <a:pPr marL="0" indent="0">
              <a:buNone/>
            </a:pPr>
            <a:endParaRPr lang="sv-SE"/>
          </a:p>
          <a:p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142BE-1029-B279-3A47-B60C5AFEB7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D1DDF3-F3D5-9FDD-F5E6-615316ED17A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FE85B4-5EFD-4406-9D3D-357E557D4E6C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D5FCE-0795-B2D9-216D-4CA3D42B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682A786D-8326-A8F7-D96F-F00F484BC2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34328" y="2590866"/>
            <a:ext cx="3209636" cy="320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5CF8A7-B5A2-A608-51B2-C9201736E2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74"/>
          <a:stretch>
            <a:fillRect/>
          </a:stretch>
        </p:blipFill>
        <p:spPr>
          <a:xfrm>
            <a:off x="1920581" y="1543498"/>
            <a:ext cx="6610350" cy="448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0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28E4E-C01D-33C9-D64C-73494324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84B2-9909-D0FA-BE8A-BD86A011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My Planner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BC53B-5DAB-8924-CCED-D3AE855E4D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A7526D-9C28-FBBF-A3D6-350A2ECA832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FE85B4-5EFD-4406-9D3D-357E557D4E6C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BD0AB-7D1E-2F41-755E-61DA9724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086E52-22B2-8BFE-345B-E002F48F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667348"/>
              </p:ext>
            </p:extLst>
          </p:nvPr>
        </p:nvGraphicFramePr>
        <p:xfrm>
          <a:off x="2167466" y="1428469"/>
          <a:ext cx="6990927" cy="4001062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330309">
                  <a:extLst>
                    <a:ext uri="{9D8B030D-6E8A-4147-A177-3AD203B41FA5}">
                      <a16:colId xmlns:a16="http://schemas.microsoft.com/office/drawing/2014/main" val="3259950358"/>
                    </a:ext>
                  </a:extLst>
                </a:gridCol>
                <a:gridCol w="2330309">
                  <a:extLst>
                    <a:ext uri="{9D8B030D-6E8A-4147-A177-3AD203B41FA5}">
                      <a16:colId xmlns:a16="http://schemas.microsoft.com/office/drawing/2014/main" val="3411140331"/>
                    </a:ext>
                  </a:extLst>
                </a:gridCol>
                <a:gridCol w="2330309">
                  <a:extLst>
                    <a:ext uri="{9D8B030D-6E8A-4147-A177-3AD203B41FA5}">
                      <a16:colId xmlns:a16="http://schemas.microsoft.com/office/drawing/2014/main" val="2516647707"/>
                    </a:ext>
                  </a:extLst>
                </a:gridCol>
              </a:tblGrid>
              <a:tr h="703635">
                <a:tc>
                  <a:txBody>
                    <a:bodyPr/>
                    <a:lstStyle/>
                    <a:p>
                      <a:pPr algn="ctr"/>
                      <a:r>
                        <a:rPr lang="sv-SE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/>
                        <a:t>RRT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/>
                        <a:t>My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628151"/>
                  </a:ext>
                </a:extLst>
              </a:tr>
              <a:tr h="50358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 b="1"/>
                        <a:t>State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3D –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4D – Space +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6985514"/>
                  </a:ext>
                </a:extLst>
              </a:tr>
              <a:tr h="50358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 b="1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(X, Y, 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STL 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803349"/>
                  </a:ext>
                </a:extLst>
              </a:tr>
              <a:tr h="1283099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 b="1"/>
                        <a:t>Edge Interpolation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Check intermediate points for collisions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Check robustness at time micro-steps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626902"/>
                  </a:ext>
                </a:extLst>
              </a:tr>
              <a:tr h="50358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 b="1"/>
                        <a:t>Parent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Euclidean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Causal &amp; Logical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994731"/>
                  </a:ext>
                </a:extLst>
              </a:tr>
              <a:tr h="50358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 b="1"/>
                        <a:t>Success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Reach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sv-SE"/>
                        <a:t>Robustness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30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99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0DBF-B0BE-7EBB-762A-5FEC5094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167AB4-3327-BB33-6016-398D6CF8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My Planner: Steps</a:t>
            </a:r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5F58681-2AB0-3835-DA35-AC5BBF38E5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038080" y="1909796"/>
            <a:ext cx="2721563" cy="1685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180000" tIns="180000" rIns="180000" bIns="180000"/>
          <a:lstStyle/>
          <a:p>
            <a:r>
              <a:rPr lang="en-US" sz="1600" b="1"/>
              <a:t>              Sample (</a:t>
            </a:r>
            <a:r>
              <a:rPr lang="en-US" sz="1600" b="1" err="1"/>
              <a:t>x,y,z,t</a:t>
            </a:r>
            <a:r>
              <a:rPr lang="en-US" sz="1600" b="1"/>
              <a:t>)</a:t>
            </a:r>
          </a:p>
          <a:p>
            <a:endParaRPr lang="en-US"/>
          </a:p>
          <a:p>
            <a:r>
              <a:rPr lang="en-US"/>
              <a:t>Pick random 3D position AND time.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62AF0C8-E78B-3E93-252D-12BD7C30BB9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974425" y="1909796"/>
            <a:ext cx="2721563" cy="1685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180000" tIns="180000" rIns="180000" bIns="180000"/>
          <a:lstStyle/>
          <a:p>
            <a:r>
              <a:rPr lang="en-US" sz="1600" b="1"/>
              <a:t>             Find Best Parent</a:t>
            </a:r>
          </a:p>
          <a:p>
            <a:endParaRPr lang="en-US"/>
          </a:p>
          <a:p>
            <a:r>
              <a:rPr lang="en-US"/>
              <a:t>Pick the parent with the best STL robustness.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7A3261E-18BE-89B0-8158-3287984D8B0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910770" y="1909796"/>
            <a:ext cx="2721563" cy="1685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180000" tIns="180000" rIns="180000" bIns="180000"/>
          <a:lstStyle/>
          <a:p>
            <a:r>
              <a:rPr lang="en-US" sz="1600" b="1"/>
              <a:t>          Steer </a:t>
            </a:r>
          </a:p>
          <a:p>
            <a:endParaRPr lang="en-US"/>
          </a:p>
          <a:p>
            <a:r>
              <a:rPr lang="en-US"/>
              <a:t>Steer in Joint Space.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34DE76B-7F4C-5BDD-3ACF-E9DE2B2E16E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98861" y="3806666"/>
            <a:ext cx="2721563" cy="1685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180000" tIns="180000" rIns="180000" bIns="180000"/>
          <a:lstStyle/>
          <a:p>
            <a:r>
              <a:rPr lang="en-US" sz="1600" b="1"/>
              <a:t>           Micro-step STL                     	Check</a:t>
            </a:r>
          </a:p>
          <a:p>
            <a:r>
              <a:rPr lang="en-US"/>
              <a:t>Interpolate along edge. Update STL monitor. 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890DA43-B7EE-D1AE-C594-3F91B33E566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335206" y="3806666"/>
            <a:ext cx="2721563" cy="1685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180000" tIns="180000" rIns="180000" bIns="180000"/>
          <a:lstStyle/>
          <a:p>
            <a:r>
              <a:rPr lang="en-US" sz="1600" b="1"/>
              <a:t>           Terminate on </a:t>
            </a:r>
            <a:r>
              <a:rPr lang="el-GR" sz="1600" b="1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rPr>
              <a:t>ρ</a:t>
            </a:r>
            <a:r>
              <a:rPr lang="sv-SE" sz="1600" b="1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rPr>
              <a:t>&gt;0</a:t>
            </a:r>
            <a:endParaRPr lang="en-US" sz="1600" b="1"/>
          </a:p>
          <a:p>
            <a:endParaRPr lang="en-US"/>
          </a:p>
          <a:p>
            <a:r>
              <a:rPr lang="en-US"/>
              <a:t>When robustness is positive, full STL is satisfied.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1102C3-76DE-9879-09E4-AE626112E5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9BCAA21-2A85-021B-AB1C-BFC3BB1FEC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016A11-4950-4F3F-938B-45DEE5F72969}" type="datetime4">
              <a:rPr lang="en-US"/>
              <a:pPr/>
              <a:t>October 15,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2057949-5DB7-0232-D2ED-F6C1FE78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/>
              <a:pPr/>
              <a:t>15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5BBC8F-12F0-1B46-5C0A-547FE1B6736B}"/>
              </a:ext>
            </a:extLst>
          </p:cNvPr>
          <p:cNvSpPr/>
          <p:nvPr/>
        </p:nvSpPr>
        <p:spPr bwMode="gray">
          <a:xfrm>
            <a:off x="3384663" y="3807575"/>
            <a:ext cx="627877" cy="61646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sv-SE" sz="1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04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921227-0E7C-7977-ECAF-CF448FC4D98A}"/>
              </a:ext>
            </a:extLst>
          </p:cNvPr>
          <p:cNvSpPr/>
          <p:nvPr/>
        </p:nvSpPr>
        <p:spPr bwMode="gray">
          <a:xfrm>
            <a:off x="2023881" y="1910654"/>
            <a:ext cx="627877" cy="61646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sv-SE" sz="1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01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618D39-ECE6-F35C-6B97-AC39A366C883}"/>
              </a:ext>
            </a:extLst>
          </p:cNvPr>
          <p:cNvSpPr/>
          <p:nvPr/>
        </p:nvSpPr>
        <p:spPr bwMode="gray">
          <a:xfrm>
            <a:off x="4974425" y="1910654"/>
            <a:ext cx="627877" cy="61646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sv-SE" sz="1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02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FD78C02-BE78-3E00-7006-DE3AC93F45DA}"/>
              </a:ext>
            </a:extLst>
          </p:cNvPr>
          <p:cNvSpPr/>
          <p:nvPr/>
        </p:nvSpPr>
        <p:spPr bwMode="gray">
          <a:xfrm>
            <a:off x="7807022" y="1910654"/>
            <a:ext cx="627877" cy="61646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sv-SE" sz="1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03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63D26C0-62F6-AA8A-CBEA-B2A7BD8126B8}"/>
              </a:ext>
            </a:extLst>
          </p:cNvPr>
          <p:cNvSpPr/>
          <p:nvPr/>
        </p:nvSpPr>
        <p:spPr bwMode="gray">
          <a:xfrm>
            <a:off x="6335206" y="3807575"/>
            <a:ext cx="627877" cy="61646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sv-SE" sz="1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05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1E3DA62-65B9-B984-C8A3-54692654C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907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7CFE-36F4-1F2A-ABC1-D5A2A48A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42E2916-7A41-6E9B-5801-6910325F0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What STL formula are we solving?</a:t>
            </a:r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1CDCFEA-ABE3-27E6-245E-5C2A12E9BE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A4E70B-36C0-9B95-44AB-243088776D0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016A11-4950-4F3F-938B-45DEE5F72969}" type="datetime4">
              <a:rPr lang="en-US"/>
              <a:pPr/>
              <a:t>October 15,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6565C7D-523A-EDB5-5932-D1DF7D59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/>
              <a:pPr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6EF5B3-1EE9-EE38-D80C-4061BDAFB41E}"/>
                  </a:ext>
                </a:extLst>
              </p:cNvPr>
              <p:cNvSpPr txBox="1"/>
              <p:nvPr/>
            </p:nvSpPr>
            <p:spPr bwMode="gray">
              <a:xfrm>
                <a:off x="477520" y="1748440"/>
                <a:ext cx="11064240" cy="4489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sz="3200" i="1" smtClean="0">
                            <a:solidFill>
                              <a:srgbClr val="007A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3200" i="1" smtClean="0">
                            <a:solidFill>
                              <a:srgbClr val="007A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sv-SE" sz="3200" i="1">
                                <a:solidFill>
                                  <a:srgbClr val="007A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3200" i="1">
                                <a:solidFill>
                                  <a:srgbClr val="007A33"/>
                                </a:solidFill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sv-SE" sz="3200" b="0" i="1" smtClean="0">
                                <a:solidFill>
                                  <a:srgbClr val="007A33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sv-SE" sz="3200" i="1" smtClean="0">
                            <a:solidFill>
                              <a:srgbClr val="6764F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3200" i="1" smtClean="0">
                                <a:solidFill>
                                  <a:srgbClr val="6764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3200" i="1" smtClean="0">
                                <a:solidFill>
                                  <a:srgbClr val="6764F6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sv-SE" sz="3200" i="1">
                                    <a:solidFill>
                                      <a:srgbClr val="6764F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sv-SE" sz="3200" i="1">
                                    <a:solidFill>
                                      <a:srgbClr val="6764F6"/>
                                    </a:solidFill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sv-SE" sz="3200" b="0" i="1" smtClean="0">
                                    <a:solidFill>
                                      <a:srgbClr val="6764F6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sub>
                        </m:sSub>
                        <m:r>
                          <a:rPr lang="sv-SE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sv-SE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sv-SE" sz="2400">
                    <a:ea typeface="Cambria Math" panose="02040503050406030204" pitchFamily="18" charset="0"/>
                  </a:rPr>
                  <a:t>= ”Reach region goal </a:t>
                </a:r>
                <a14:m>
                  <m:oMath xmlns:m="http://schemas.openxmlformats.org/officeDocument/2006/math">
                    <m:r>
                      <a:rPr lang="sv-SE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sv-SE" sz="2400">
                    <a:ea typeface="Cambria Math" panose="02040503050406030204" pitchFamily="18" charset="0"/>
                  </a:rPr>
                  <a:t> and dwell for Ds. Do it all before Ts” </a:t>
                </a:r>
              </a:p>
              <a:p>
                <a:pPr>
                  <a:spcBef>
                    <a:spcPts val="600"/>
                  </a:spcBef>
                </a:pPr>
                <a:endParaRPr lang="sv-SE" sz="2800" i="1">
                  <a:solidFill>
                    <a:srgbClr val="007A33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sz="2800" i="1">
                            <a:solidFill>
                              <a:srgbClr val="007A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800" i="1">
                            <a:solidFill>
                              <a:srgbClr val="007A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sv-SE" sz="2800" i="1">
                                <a:solidFill>
                                  <a:srgbClr val="007A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800" i="1">
                                <a:solidFill>
                                  <a:srgbClr val="007A33"/>
                                </a:solidFill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sv-SE" sz="2800" i="1">
                                <a:solidFill>
                                  <a:srgbClr val="007A33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b>
                    </m:sSub>
                  </m:oMath>
                </a14:m>
                <a:r>
                  <a:rPr lang="sv-SE" sz="2800">
                    <a:ea typeface="Cambria Math" panose="02040503050406030204" pitchFamily="18" charset="0"/>
                  </a:rPr>
                  <a:t>: </a:t>
                </a:r>
                <a:r>
                  <a:rPr lang="sv-SE" sz="2000">
                    <a:ea typeface="Cambria Math" panose="02040503050406030204" pitchFamily="18" charset="0"/>
                  </a:rPr>
                  <a:t>Eventually (Global deadline)</a:t>
                </a:r>
                <a:endParaRPr lang="sv-SE" sz="2800">
                  <a:ea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sz="2800" i="1">
                            <a:solidFill>
                              <a:srgbClr val="6764F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800" i="1">
                            <a:solidFill>
                              <a:srgbClr val="6764F6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sv-SE" sz="2800" i="1">
                                <a:solidFill>
                                  <a:srgbClr val="6764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800" i="1">
                                <a:solidFill>
                                  <a:srgbClr val="6764F6"/>
                                </a:solidFill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sv-SE" sz="2800" i="1">
                                <a:solidFill>
                                  <a:srgbClr val="6764F6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sub>
                    </m:sSub>
                    <m:r>
                      <a:rPr lang="sv-SE" sz="2800" i="1">
                        <a:solidFill>
                          <a:srgbClr val="6764F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sz="2800">
                    <a:ea typeface="Cambria Math" panose="02040503050406030204" pitchFamily="18" charset="0"/>
                  </a:rPr>
                  <a:t>: </a:t>
                </a:r>
                <a:r>
                  <a:rPr lang="sv-SE" sz="2000">
                    <a:ea typeface="Cambria Math" panose="02040503050406030204" pitchFamily="18" charset="0"/>
                  </a:rPr>
                  <a:t>Always (Dwell Time)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sv-SE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sv-SE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sz="2800">
                    <a:ea typeface="Cambria Math" panose="02040503050406030204" pitchFamily="18" charset="0"/>
                  </a:rPr>
                  <a:t>: </a:t>
                </a:r>
                <a:r>
                  <a:rPr lang="sv-SE" sz="2000">
                    <a:ea typeface="Cambria Math" panose="02040503050406030204" pitchFamily="18" charset="0"/>
                  </a:rPr>
                  <a:t>Distance to goal</a:t>
                </a:r>
              </a:p>
              <a:p>
                <a:pPr>
                  <a:spcBef>
                    <a:spcPts val="600"/>
                  </a:spcBef>
                </a:pPr>
                <a:endParaRPr lang="sv-SE" sz="3200">
                  <a:ea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sv-SE" sz="320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6EF5B3-1EE9-EE38-D80C-4061BDAFB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7520" y="1748440"/>
                <a:ext cx="11064240" cy="4489800"/>
              </a:xfrm>
              <a:prstGeom prst="rect">
                <a:avLst/>
              </a:prstGeom>
              <a:blipFill>
                <a:blip r:embed="rId5"/>
                <a:stretch>
                  <a:fillRect r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0248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F3D37-1D20-33F9-7F40-395D0CCA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662C88D-ABC4-A3B7-CF61-E6F99323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Results</a:t>
            </a:r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F1EB4B7-D114-3D96-A3E7-DF228A0EBA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3EF954B-228C-7A14-618E-92AF38C78DF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016A11-4950-4F3F-938B-45DEE5F72969}" type="datetime4">
              <a:rPr lang="en-US"/>
              <a:pPr/>
              <a:t>October 15,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AD54584-143F-9F6D-F0D9-F7FAB765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/>
              <a:pPr/>
              <a:t>17</a:t>
            </a:fld>
            <a:endParaRPr lang="en-US"/>
          </a:p>
        </p:txBody>
      </p:sp>
      <p:pic>
        <p:nvPicPr>
          <p:cNvPr id="25" name="2026-04-15_11-50-32">
            <a:hlinkClick r:id="" action="ppaction://media"/>
            <a:extLst>
              <a:ext uri="{FF2B5EF4-FFF2-40B4-BE49-F238E27FC236}">
                <a16:creationId xmlns:a16="http://schemas.microsoft.com/office/drawing/2014/main" id="{137DE3F3-A110-B969-564D-05F045DCE28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25745" t="7506" r="24918" b="25926"/>
          <a:stretch>
            <a:fillRect/>
          </a:stretch>
        </p:blipFill>
        <p:spPr>
          <a:xfrm>
            <a:off x="3890680" y="1622698"/>
            <a:ext cx="4410640" cy="46413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A97E8E-F16A-9EA8-66D0-9556E0931AB8}"/>
                  </a:ext>
                </a:extLst>
              </p:cNvPr>
              <p:cNvSpPr txBox="1"/>
              <p:nvPr/>
            </p:nvSpPr>
            <p:spPr bwMode="gray">
              <a:xfrm>
                <a:off x="330000" y="1058400"/>
                <a:ext cx="6101080" cy="444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0, 6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  <m:t>0, 2</m:t>
                                  </m:r>
                                </m:e>
                              </m:d>
                            </m:sub>
                          </m:sSub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𝑐𝑢𝑏𝑒</m:t>
                          </m:r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sv-S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7, 12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  <m:t>0, 2</m:t>
                                  </m:r>
                                </m:e>
                              </m:d>
                            </m:sub>
                          </m:sSub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𝑟𝑒𝑔𝑖𝑜𝑛</m:t>
                          </m:r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sv-S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</m:t>
                      </m:r>
                      <m:sSub>
                        <m:sSub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sv-S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  <m:t>0, 2</m:t>
                                  </m:r>
                                </m:e>
                              </m:d>
                            </m:sub>
                          </m:sSub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𝑐𝑢𝑏𝑒</m:t>
                          </m:r>
                          <m:r>
                            <a:rPr lang="sv-S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sv-S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sv-SE" sz="2000" i="1">
                                      <a:latin typeface="Cambria Math" panose="02040503050406030204" pitchFamily="18" charset="0"/>
                                    </a:rPr>
                                    <m:t>0, 2</m:t>
                                  </m:r>
                                </m:e>
                              </m:d>
                            </m:sub>
                          </m:sSub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sv-S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𝑟𝑒𝑔𝑖𝑜𝑛</m:t>
                          </m:r>
                          <m:r>
                            <a:rPr lang="sv-S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sv-SE" sz="200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A97E8E-F16A-9EA8-66D0-9556E0931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0000" y="1058400"/>
                <a:ext cx="6101080" cy="444161"/>
              </a:xfrm>
              <a:prstGeom prst="rect">
                <a:avLst/>
              </a:prstGeom>
              <a:blipFill>
                <a:blip r:embed="rId8"/>
                <a:stretch>
                  <a:fillRect r="-6653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68B1010-9AB6-92C2-F924-058AC29A7F4D}"/>
              </a:ext>
            </a:extLst>
          </p:cNvPr>
          <p:cNvSpPr txBox="1"/>
          <p:nvPr/>
        </p:nvSpPr>
        <p:spPr bwMode="gray">
          <a:xfrm>
            <a:off x="497840" y="3347018"/>
            <a:ext cx="2997200" cy="11926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sv-SE" sz="1600"/>
              <a:t>Problems: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sv-SE" sz="1600"/>
              <a:t>Precomputed time windows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sv-SE" sz="1600"/>
              <a:t>No real ”sequence”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2044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1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283B-E953-77C1-9292-681D5527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D0C84F-5A76-8D73-8615-70B526262D93}"/>
              </a:ext>
            </a:extLst>
          </p:cNvPr>
          <p:cNvSpPr txBox="1"/>
          <p:nvPr/>
        </p:nvSpPr>
        <p:spPr bwMode="gray">
          <a:xfrm>
            <a:off x="634474" y="3221646"/>
            <a:ext cx="4936009" cy="12347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spcBef>
                <a:spcPts val="600"/>
              </a:spcBef>
              <a:defRPr sz="1600"/>
            </a:lvl1pPr>
          </a:lstStyle>
          <a:p>
            <a:r>
              <a:rPr lang="sv-SE"/>
              <a:t>Solutions</a:t>
            </a:r>
          </a:p>
          <a:p>
            <a:pPr marL="342900" indent="-342900">
              <a:buFont typeface="+mj-lt"/>
              <a:buAutoNum type="arabicPeriod"/>
            </a:pPr>
            <a:r>
              <a:rPr lang="sv-SE"/>
              <a:t>Keep memory on the nodes of Relative Times</a:t>
            </a:r>
          </a:p>
          <a:p>
            <a:pPr marL="342900" indent="-342900">
              <a:buFont typeface="+mj-lt"/>
              <a:buAutoNum type="arabicPeriod"/>
            </a:pPr>
            <a:r>
              <a:rPr lang="sv-SE"/>
              <a:t>Approximate the Eventually-Always (FG) as a continous OR operation of the Always(G)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504E01-C394-46EB-B834-EA891E3F802D}"/>
              </a:ext>
            </a:extLst>
          </p:cNvPr>
          <p:cNvSpPr txBox="1"/>
          <p:nvPr/>
        </p:nvSpPr>
        <p:spPr bwMode="gray">
          <a:xfrm>
            <a:off x="634474" y="3221646"/>
            <a:ext cx="4936009" cy="12347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spcBef>
                <a:spcPts val="600"/>
              </a:spcBef>
              <a:defRPr sz="1600"/>
            </a:lvl1pPr>
          </a:lstStyle>
          <a:p>
            <a:r>
              <a:rPr lang="sv-SE"/>
              <a:t>Solutions</a:t>
            </a:r>
          </a:p>
          <a:p>
            <a:pPr marL="342900" indent="-342900">
              <a:buFont typeface="+mj-lt"/>
              <a:buAutoNum type="arabicPeriod"/>
            </a:pPr>
            <a:r>
              <a:rPr lang="sv-SE"/>
              <a:t>Keep memory on the nodes of Relative Times</a:t>
            </a:r>
          </a:p>
          <a:p>
            <a:pPr marL="342900" indent="-342900">
              <a:buFont typeface="+mj-lt"/>
              <a:buAutoNum type="arabicPeriod"/>
            </a:pPr>
            <a:r>
              <a:rPr lang="sv-SE" b="1"/>
              <a:t>Approximate the Eventually-Always (FG) as a continous OR operation of the Always(G)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E23124D-567E-D96E-76BF-7B21DDA73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Results</a:t>
            </a:r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C6AAA8-927D-B5C7-F406-90EAE48BFA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F544C25-0988-0F06-3842-C7871B9718E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016A11-4950-4F3F-938B-45DEE5F72969}" type="datetime4">
              <a:rPr lang="en-US"/>
              <a:pPr/>
              <a:t>October 15,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825D3DD-2864-CD61-D4D4-299C3DF6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4772283-0496-4DEF-4BEF-45E4DE366B44}"/>
                  </a:ext>
                </a:extLst>
              </p:cNvPr>
              <p:cNvSpPr txBox="1"/>
              <p:nvPr/>
            </p:nvSpPr>
            <p:spPr bwMode="gray">
              <a:xfrm>
                <a:off x="-106880" y="1032246"/>
                <a:ext cx="6202880" cy="514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sv-S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0, 6</m:t>
                              </m:r>
                            </m:e>
                          </m:d>
                        </m:sub>
                      </m:sSub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sv-S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0, 2</m:t>
                              </m:r>
                            </m:e>
                          </m:d>
                        </m:sub>
                      </m:sSub>
                      <m:r>
                        <a:rPr lang="sv-S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sv-S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𝑖𝑐𝑘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sv-S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sv-S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  <m:t>0, 2</m:t>
                                  </m:r>
                                </m:e>
                              </m:d>
                            </m:sub>
                          </m:sSub>
                          <m:r>
                            <a:rPr lang="sv-S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𝑝𝑙𝑎𝑐𝑒</m:t>
                          </m:r>
                        </m:e>
                      </m:d>
                    </m:oMath>
                  </m:oMathPara>
                </a14:m>
                <a:endParaRPr lang="sv-SE" sz="240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4772283-0496-4DEF-4BEF-45E4DE366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-106880" y="1032246"/>
                <a:ext cx="6202880" cy="5145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2026-04-15_13-47-24">
            <a:hlinkClick r:id="" action="ppaction://media"/>
            <a:extLst>
              <a:ext uri="{FF2B5EF4-FFF2-40B4-BE49-F238E27FC236}">
                <a16:creationId xmlns:a16="http://schemas.microsoft.com/office/drawing/2014/main" id="{5D210609-C37E-1108-D021-BFB6483955B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25274" t="6963" r="25620" b="21904"/>
          <a:stretch>
            <a:fillRect/>
          </a:stretch>
        </p:blipFill>
        <p:spPr>
          <a:xfrm>
            <a:off x="6258562" y="989846"/>
            <a:ext cx="4318000" cy="48783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44ABA3-7CC4-6138-52A8-9548A06C45AA}"/>
              </a:ext>
            </a:extLst>
          </p:cNvPr>
          <p:cNvSpPr txBox="1"/>
          <p:nvPr/>
        </p:nvSpPr>
        <p:spPr bwMode="gray">
          <a:xfrm>
            <a:off x="634474" y="2021857"/>
            <a:ext cx="4862436" cy="10261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sv-SE" sz="1600"/>
              <a:t>Problem: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sv-SE" sz="1600"/>
              <a:t>Nested formulas require RELATIVE time evaluations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sv-SE" sz="1600"/>
          </a:p>
          <a:p>
            <a:pPr algn="l">
              <a:spcBef>
                <a:spcPts val="600"/>
              </a:spcBef>
            </a:pPr>
            <a:r>
              <a:rPr lang="sv-SE" sz="160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8BA692-D55A-44DC-0F61-FAB9730AD675}"/>
                  </a:ext>
                </a:extLst>
              </p:cNvPr>
              <p:cNvSpPr txBox="1"/>
              <p:nvPr/>
            </p:nvSpPr>
            <p:spPr bwMode="gray">
              <a:xfrm>
                <a:off x="110012" y="4617998"/>
                <a:ext cx="6148550" cy="444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sv-S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sv-S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sv-SE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sv-SE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sv-SE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b>
                          </m:sSub>
                          <m:r>
                            <a:rPr lang="sv-S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sv-S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  <m:r>
                        <a:rPr lang="sv-S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sv-S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b>
                      </m:sSub>
                      <m:r>
                        <a:rPr lang="sv-SE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sv-SE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sv-S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sv-S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sv-S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∨(</m:t>
                          </m:r>
                          <m:r>
                            <a:rPr lang="sv-S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b>
                      </m:sSub>
                      <m:r>
                        <a:rPr lang="sv-SE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sv-SE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sv-S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sv-SE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sv-S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sv-S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sv-SE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sv-SE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sub>
                      </m:sSub>
                      <m:r>
                        <a:rPr lang="sv-SE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sv-SE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sv-S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sz="20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8BA692-D55A-44DC-0F61-FAB9730AD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0012" y="4617998"/>
                <a:ext cx="6148550" cy="444161"/>
              </a:xfrm>
              <a:prstGeom prst="rect">
                <a:avLst/>
              </a:prstGeom>
              <a:blipFill>
                <a:blip r:embed="rId9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8138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4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7" grpId="0"/>
      <p:bldP spid="7" grpId="1"/>
      <p:bldP spid="8" grpId="0"/>
      <p:bldP spid="3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AAE1-23AF-BF0B-15B2-94FD80D37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75A56-4E83-4327-B65D-C933C1B8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338F-25DA-4D0B-AE09-634C86CB35CB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A9315E-C000-F723-5E67-B57EE8AF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CC647-2BAE-6586-A28B-02DA2EDD739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6471CE-22AC-D9BA-E111-38CB65C0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Gawtam</a:t>
            </a:r>
            <a:endParaRPr lang="sv-S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ADB18E-C595-22B4-E2EB-0CB66F40E8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Learning-based methods </a:t>
            </a:r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AB25BC-2191-E639-3F88-315EA8BA64B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3579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29B1-50B0-3094-932E-18C4BC96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8A5B3-05C3-1582-0931-E9ECE934D57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Thesis topic : </a:t>
            </a:r>
            <a:r>
              <a:rPr lang="en-US"/>
              <a:t>Data driven methods for control under STL specifications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Research Question : 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en-US"/>
              <a:t>Can data driven methods leverage formal specifications of STL to generate robust and safe trajectories?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en-US"/>
              <a:t>Specifically, </a:t>
            </a:r>
          </a:p>
          <a:p>
            <a:pPr marL="854550" lvl="2" indent="-285750">
              <a:buFont typeface="Arial" panose="020B0604020202020204" pitchFamily="34" charset="0"/>
              <a:buChar char="•"/>
            </a:pPr>
            <a:r>
              <a:rPr lang="en-US"/>
              <a:t>Reinforcement learning </a:t>
            </a:r>
            <a:r>
              <a:rPr lang="en-US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/>
              <a:t>(later pivoted to) </a:t>
            </a:r>
            <a:r>
              <a:rPr lang="en-US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/>
              <a:t> Generative models</a:t>
            </a:r>
          </a:p>
          <a:p>
            <a:pPr lvl="1" indent="0">
              <a:buNone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b="1"/>
              <a:t>Agenda : 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sv-SE"/>
              <a:t>Background </a:t>
            </a:r>
            <a:r>
              <a:rPr lang="sv-SE">
                <a:solidFill>
                  <a:srgbClr val="A9A9A9"/>
                </a:solidFill>
              </a:rPr>
              <a:t>of learning based method for robotic manipulation</a:t>
            </a:r>
            <a:r>
              <a:rPr lang="sv-SE"/>
              <a:t>. 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sv-SE"/>
              <a:t>How </a:t>
            </a:r>
            <a:r>
              <a:rPr lang="sv-SE">
                <a:solidFill>
                  <a:srgbClr val="A9A9A9"/>
                </a:solidFill>
              </a:rPr>
              <a:t>can STL be combined with them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sv-SE"/>
              <a:t>Why </a:t>
            </a:r>
            <a:r>
              <a:rPr lang="sv-SE">
                <a:solidFill>
                  <a:srgbClr val="A9A9A9"/>
                </a:solidFill>
              </a:rPr>
              <a:t>combining with STL make them better</a:t>
            </a:r>
          </a:p>
          <a:p>
            <a:pPr marL="570150" lvl="1" indent="-285750">
              <a:buFont typeface="Arial" panose="020B0604020202020204" pitchFamily="34" charset="0"/>
              <a:buChar char="•"/>
            </a:pPr>
            <a:r>
              <a:rPr lang="sv-SE"/>
              <a:t>What</a:t>
            </a:r>
            <a:r>
              <a:rPr lang="sv-SE">
                <a:solidFill>
                  <a:schemeClr val="accent2"/>
                </a:solidFill>
              </a:rPr>
              <a:t> </a:t>
            </a:r>
            <a:r>
              <a:rPr lang="sv-SE">
                <a:solidFill>
                  <a:schemeClr val="accent3"/>
                </a:solidFill>
              </a:rPr>
              <a:t>have I done </a:t>
            </a:r>
            <a:endParaRPr lang="sv-SE">
              <a:solidFill>
                <a:srgbClr val="A9A9A9"/>
              </a:solidFill>
            </a:endParaRPr>
          </a:p>
          <a:p>
            <a:endParaRPr lang="sv-SE"/>
          </a:p>
          <a:p>
            <a:pPr marL="570150" lvl="1" indent="-285750">
              <a:buFont typeface="Arial" panose="020B0604020202020204" pitchFamily="34" charset="0"/>
              <a:buChar char="•"/>
            </a:pPr>
            <a:endParaRPr lang="sv-SE"/>
          </a:p>
          <a:p>
            <a:pPr marL="570150" lvl="1" indent="-285750">
              <a:buFont typeface="Arial" panose="020B0604020202020204" pitchFamily="34" charset="0"/>
              <a:buChar char="•"/>
            </a:pPr>
            <a:endParaRPr lang="sv-SE"/>
          </a:p>
          <a:p>
            <a:pPr marL="570150" lvl="1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4CE2F-CF98-9A70-D14D-8EAC08BCDD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97421-2CEF-53C2-D551-801510A550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5AF5E3-F108-4EC2-565A-FB5AD3411A8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1310-D085-EB84-FB87-2AFE4E51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5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0">
            <a:extLst>
              <a:ext uri="{FF2B5EF4-FFF2-40B4-BE49-F238E27FC236}">
                <a16:creationId xmlns:a16="http://schemas.microsoft.com/office/drawing/2014/main" id="{66474CF9-ECCD-4C6D-3C6E-FAFE9E07735B}"/>
              </a:ext>
            </a:extLst>
          </p:cNvPr>
          <p:cNvSpPr/>
          <p:nvPr/>
        </p:nvSpPr>
        <p:spPr>
          <a:xfrm>
            <a:off x="8125460" y="2011680"/>
            <a:ext cx="3017520" cy="2743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028C8-A7C8-9EFB-FDD6-48F6E9E9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to Manipulate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C30A3-6746-8B83-7B8B-5D1BC58B88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Generalizability and Safety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3BFDA-446D-3AEC-F0BF-DBEF22104E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methods are neither exhaustive nor mutually exclusive. There is a lot of other methods, and compositions of these idea..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078B10-ADF0-82C3-305B-F7E184A052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10A2A-8A69-604F-9C84-D1967A6E6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D1CDFE8-B1A5-6A83-51DC-9004B3B21BB8}"/>
              </a:ext>
            </a:extLst>
          </p:cNvPr>
          <p:cNvSpPr/>
          <p:nvPr/>
        </p:nvSpPr>
        <p:spPr>
          <a:xfrm>
            <a:off x="1084580" y="2011680"/>
            <a:ext cx="3017520" cy="2743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DC173B3-F486-57BB-4C12-6BF33EBCD638}"/>
              </a:ext>
            </a:extLst>
          </p:cNvPr>
          <p:cNvSpPr/>
          <p:nvPr/>
        </p:nvSpPr>
        <p:spPr>
          <a:xfrm>
            <a:off x="2341880" y="22631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sv-SE">
              <a:solidFill>
                <a:schemeClr val="accent3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845485A-D6D4-7AD6-4ED4-437389027CDB}"/>
              </a:ext>
            </a:extLst>
          </p:cNvPr>
          <p:cNvSpPr/>
          <p:nvPr/>
        </p:nvSpPr>
        <p:spPr>
          <a:xfrm>
            <a:off x="2341880" y="22631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FDF3609-85E7-DF66-2CDD-920DC7A8D64C}"/>
              </a:ext>
            </a:extLst>
          </p:cNvPr>
          <p:cNvSpPr/>
          <p:nvPr/>
        </p:nvSpPr>
        <p:spPr>
          <a:xfrm>
            <a:off x="126746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333333"/>
                </a:solidFill>
                <a:latin typeface="+mj-lt"/>
                <a:ea typeface="Arial" pitchFamily="34" charset="-122"/>
                <a:cs typeface="Arial" pitchFamily="34" charset="-120"/>
              </a:rPr>
              <a:t>Imitation</a:t>
            </a:r>
            <a:r>
              <a:rPr lang="en-US" sz="1700">
                <a:latin typeface="+mj-lt"/>
              </a:rPr>
              <a:t> </a:t>
            </a:r>
            <a:r>
              <a:rPr lang="en-US" sz="1700" b="1">
                <a:solidFill>
                  <a:srgbClr val="333333"/>
                </a:solidFill>
                <a:latin typeface="+mj-lt"/>
                <a:ea typeface="Arial" pitchFamily="34" charset="-122"/>
                <a:cs typeface="Arial" pitchFamily="34" charset="-120"/>
              </a:rPr>
              <a:t>Learning</a:t>
            </a:r>
            <a:endParaRPr lang="en-US" sz="1700">
              <a:latin typeface="+mj-lt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BD4A67F-1D8D-7EAE-CEB4-CFA2A478F808}"/>
              </a:ext>
            </a:extLst>
          </p:cNvPr>
          <p:cNvSpPr/>
          <p:nvPr/>
        </p:nvSpPr>
        <p:spPr>
          <a:xfrm>
            <a:off x="126746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expert</a:t>
            </a:r>
            <a:endParaRPr lang="en-US" sz="1200"/>
          </a:p>
          <a:p>
            <a:pPr algn="ctr"/>
            <a:r>
              <a:rPr lang="en-US" sz="12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demonstrations. Imitate the closest demonstration.</a:t>
            </a:r>
            <a:endParaRPr lang="en-US" sz="12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CD68FF2-7C29-7A86-CF4E-C2FC9CA7F120}"/>
              </a:ext>
            </a:extLst>
          </p:cNvPr>
          <p:cNvSpPr/>
          <p:nvPr/>
        </p:nvSpPr>
        <p:spPr>
          <a:xfrm>
            <a:off x="4605020" y="2011680"/>
            <a:ext cx="3017520" cy="2743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6BFEC09-BDCA-9667-E405-38539991B7B5}"/>
              </a:ext>
            </a:extLst>
          </p:cNvPr>
          <p:cNvSpPr/>
          <p:nvPr/>
        </p:nvSpPr>
        <p:spPr>
          <a:xfrm>
            <a:off x="5862320" y="22631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sv-SE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5E01901-F37D-41FF-AE19-AC32809337E9}"/>
              </a:ext>
            </a:extLst>
          </p:cNvPr>
          <p:cNvSpPr/>
          <p:nvPr/>
        </p:nvSpPr>
        <p:spPr>
          <a:xfrm>
            <a:off x="5862320" y="22631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676DE2B-21F5-7249-C5F4-DA15308D2E30}"/>
              </a:ext>
            </a:extLst>
          </p:cNvPr>
          <p:cNvSpPr/>
          <p:nvPr/>
        </p:nvSpPr>
        <p:spPr>
          <a:xfrm>
            <a:off x="478790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333333"/>
                </a:solidFill>
                <a:latin typeface="+mj-lt"/>
                <a:ea typeface="Arial" pitchFamily="34" charset="-122"/>
                <a:cs typeface="Arial" pitchFamily="34" charset="-120"/>
              </a:rPr>
              <a:t>Reinforcement</a:t>
            </a:r>
            <a:r>
              <a:rPr lang="en-US" sz="1700">
                <a:latin typeface="+mj-lt"/>
              </a:rPr>
              <a:t> </a:t>
            </a:r>
            <a:r>
              <a:rPr lang="en-US" sz="1700" b="1">
                <a:solidFill>
                  <a:srgbClr val="333333"/>
                </a:solidFill>
                <a:latin typeface="+mj-lt"/>
                <a:ea typeface="Arial" pitchFamily="34" charset="-122"/>
                <a:cs typeface="Arial" pitchFamily="34" charset="-120"/>
              </a:rPr>
              <a:t>Learning</a:t>
            </a:r>
            <a:endParaRPr lang="en-US" sz="1700">
              <a:latin typeface="+mj-lt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01F84F1-F42F-29B0-4D87-C1CA61DF03FD}"/>
              </a:ext>
            </a:extLst>
          </p:cNvPr>
          <p:cNvSpPr/>
          <p:nvPr/>
        </p:nvSpPr>
        <p:spPr>
          <a:xfrm>
            <a:off x="478790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trial &amp; error</a:t>
            </a:r>
            <a:endParaRPr lang="en-US" sz="1200"/>
          </a:p>
          <a:p>
            <a:pPr algn="ctr"/>
            <a:r>
              <a:rPr lang="en-US" sz="12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reward signal</a:t>
            </a:r>
            <a:endParaRPr lang="en-US" sz="12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B53FB1B1-C491-0371-7A07-07922425D954}"/>
              </a:ext>
            </a:extLst>
          </p:cNvPr>
          <p:cNvSpPr/>
          <p:nvPr/>
        </p:nvSpPr>
        <p:spPr>
          <a:xfrm>
            <a:off x="9382760" y="22631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sv-SE">
              <a:solidFill>
                <a:schemeClr val="accent3"/>
              </a:solidFill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31743F5-FA3B-10B6-F8B0-10F3F1B29C99}"/>
              </a:ext>
            </a:extLst>
          </p:cNvPr>
          <p:cNvSpPr/>
          <p:nvPr/>
        </p:nvSpPr>
        <p:spPr>
          <a:xfrm>
            <a:off x="9382760" y="22631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F58C3D8-FE67-0F29-0205-4AF971295277}"/>
              </a:ext>
            </a:extLst>
          </p:cNvPr>
          <p:cNvSpPr/>
          <p:nvPr/>
        </p:nvSpPr>
        <p:spPr>
          <a:xfrm>
            <a:off x="830834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chemeClr val="accent1"/>
                </a:solidFill>
                <a:latin typeface="+mj-lt"/>
                <a:ea typeface="Arial" pitchFamily="34" charset="-122"/>
                <a:cs typeface="Arial" pitchFamily="34" charset="-120"/>
              </a:rPr>
              <a:t>Generative Models</a:t>
            </a:r>
            <a:endParaRPr lang="en-US" sz="17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C0F7EA9E-89CA-0782-5550-A481244355AD}"/>
              </a:ext>
            </a:extLst>
          </p:cNvPr>
          <p:cNvSpPr/>
          <p:nvPr/>
        </p:nvSpPr>
        <p:spPr>
          <a:xfrm>
            <a:off x="830834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trajectory distributions,</a:t>
            </a:r>
            <a:endParaRPr lang="en-US" sz="120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new ones</a:t>
            </a:r>
            <a:endParaRPr lang="en-US" sz="1200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5C5CC2-2467-0C9C-B51E-2B9B61568651}"/>
              </a:ext>
            </a:extLst>
          </p:cNvPr>
          <p:cNvSpPr txBox="1"/>
          <p:nvPr/>
        </p:nvSpPr>
        <p:spPr bwMode="gray">
          <a:xfrm>
            <a:off x="1084579" y="4923923"/>
            <a:ext cx="3017519" cy="6400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sz="1400"/>
              <a:t>Observe picking an object 100 times,</a:t>
            </a:r>
          </a:p>
          <a:p>
            <a:pPr algn="l">
              <a:spcBef>
                <a:spcPts val="600"/>
              </a:spcBef>
            </a:pPr>
            <a:r>
              <a:rPr lang="en-US" sz="1400"/>
              <a:t>Then mimic my picking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EF0541-5E65-606C-413A-A37275B7E211}"/>
              </a:ext>
            </a:extLst>
          </p:cNvPr>
          <p:cNvSpPr txBox="1"/>
          <p:nvPr/>
        </p:nvSpPr>
        <p:spPr bwMode="gray">
          <a:xfrm>
            <a:off x="4605021" y="4952626"/>
            <a:ext cx="3017519" cy="6400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sz="1400"/>
              <a:t>+</a:t>
            </a:r>
            <a:r>
              <a:rPr lang="en-US" sz="1400" err="1"/>
              <a:t>ve</a:t>
            </a:r>
            <a:r>
              <a:rPr lang="en-US" sz="1400"/>
              <a:t> (reward) if you pick,</a:t>
            </a:r>
          </a:p>
          <a:p>
            <a:pPr algn="l">
              <a:spcBef>
                <a:spcPts val="600"/>
              </a:spcBef>
            </a:pPr>
            <a:r>
              <a:rPr lang="en-US" sz="1400"/>
              <a:t>-</a:t>
            </a:r>
            <a:r>
              <a:rPr lang="en-US" sz="1400" err="1"/>
              <a:t>ve</a:t>
            </a:r>
            <a:r>
              <a:rPr lang="en-US" sz="1400"/>
              <a:t> (penalty) if you collide, 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68B2FF-3673-3E4C-CB14-9D00A0824B0C}"/>
              </a:ext>
            </a:extLst>
          </p:cNvPr>
          <p:cNvSpPr txBox="1"/>
          <p:nvPr/>
        </p:nvSpPr>
        <p:spPr bwMode="gray">
          <a:xfrm>
            <a:off x="8151073" y="4952627"/>
            <a:ext cx="3017519" cy="6400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sz="1400"/>
              <a:t>Understand robot and environment</a:t>
            </a:r>
          </a:p>
          <a:p>
            <a:pPr algn="l">
              <a:spcBef>
                <a:spcPts val="600"/>
              </a:spcBef>
            </a:pPr>
            <a:r>
              <a:rPr lang="en-US" sz="1400"/>
              <a:t>Generate new scenarios and adapt</a:t>
            </a:r>
            <a:endParaRPr lang="sv-SE" sz="1400"/>
          </a:p>
        </p:txBody>
      </p:sp>
    </p:spTree>
    <p:extLst>
      <p:ext uri="{BB962C8B-B14F-4D97-AF65-F5344CB8AC3E}">
        <p14:creationId xmlns:p14="http://schemas.microsoft.com/office/powerpoint/2010/main" val="405406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5" grpId="0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30" grpId="0"/>
      <p:bldP spid="31" grpId="0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1869E-7AAA-8C78-5BEA-DD6461DB1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0">
            <a:extLst>
              <a:ext uri="{FF2B5EF4-FFF2-40B4-BE49-F238E27FC236}">
                <a16:creationId xmlns:a16="http://schemas.microsoft.com/office/drawing/2014/main" id="{6D1B4912-3062-979A-76F8-F73D4E778BC0}"/>
              </a:ext>
            </a:extLst>
          </p:cNvPr>
          <p:cNvSpPr/>
          <p:nvPr/>
        </p:nvSpPr>
        <p:spPr>
          <a:xfrm>
            <a:off x="8151072" y="2057400"/>
            <a:ext cx="3017520" cy="2743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B3704-96F7-36E1-2498-AF6B7759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to Manipulate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D3A34-EE12-B0B4-8B8D-47670A7ED4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1789" y="1057498"/>
            <a:ext cx="9459912" cy="486000"/>
          </a:xfrm>
        </p:spPr>
        <p:txBody>
          <a:bodyPr/>
          <a:lstStyle/>
          <a:p>
            <a:r>
              <a:rPr lang="en-US"/>
              <a:t>Generalizability and Safety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3FA9A-BD06-6B7A-2013-41AE3CEF23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These methods are not exhaustive nor mutually exclusive. There is a lot of other methods, and compositions of these idea..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83016A-FBB2-6DA0-9955-F4F125337C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0DA76-AF41-1166-905E-38FA3AED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782CD0D-A530-4971-08E7-71CE1D1A9594}"/>
              </a:ext>
            </a:extLst>
          </p:cNvPr>
          <p:cNvSpPr/>
          <p:nvPr/>
        </p:nvSpPr>
        <p:spPr>
          <a:xfrm>
            <a:off x="1084580" y="2011680"/>
            <a:ext cx="3017520" cy="2743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A05D814-0DFB-A960-8EAA-A440704588D4}"/>
              </a:ext>
            </a:extLst>
          </p:cNvPr>
          <p:cNvSpPr/>
          <p:nvPr/>
        </p:nvSpPr>
        <p:spPr>
          <a:xfrm>
            <a:off x="2341880" y="22631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sv-SE">
              <a:solidFill>
                <a:schemeClr val="accent3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E98926C-C834-F12F-253A-3A653102F697}"/>
              </a:ext>
            </a:extLst>
          </p:cNvPr>
          <p:cNvSpPr/>
          <p:nvPr/>
        </p:nvSpPr>
        <p:spPr>
          <a:xfrm>
            <a:off x="2341880" y="22631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C9608F3-AF95-5370-6DDE-16E449F29159}"/>
              </a:ext>
            </a:extLst>
          </p:cNvPr>
          <p:cNvSpPr/>
          <p:nvPr/>
        </p:nvSpPr>
        <p:spPr>
          <a:xfrm>
            <a:off x="126746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latin typeface="+mj-lt"/>
                <a:ea typeface="Arial" pitchFamily="34" charset="-122"/>
                <a:cs typeface="Arial" pitchFamily="34" charset="-120"/>
              </a:rPr>
              <a:t>Imitation</a:t>
            </a:r>
            <a:r>
              <a:rPr lang="en-US" sz="1700">
                <a:latin typeface="+mj-lt"/>
              </a:rPr>
              <a:t> </a:t>
            </a:r>
            <a:r>
              <a:rPr lang="en-US" sz="1700" b="1">
                <a:latin typeface="+mj-lt"/>
                <a:ea typeface="Arial" pitchFamily="34" charset="-122"/>
                <a:cs typeface="Arial" pitchFamily="34" charset="-120"/>
              </a:rPr>
              <a:t>Learning</a:t>
            </a:r>
            <a:endParaRPr lang="en-US" sz="1700">
              <a:latin typeface="+mj-lt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3A4CEA1-5D25-E93D-8993-609E94623C14}"/>
              </a:ext>
            </a:extLst>
          </p:cNvPr>
          <p:cNvSpPr/>
          <p:nvPr/>
        </p:nvSpPr>
        <p:spPr>
          <a:xfrm>
            <a:off x="1267460" y="3749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Pro</a:t>
            </a:r>
            <a:r>
              <a:rPr lang="en-US" sz="1200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 : Best, if task is similar to data </a:t>
            </a:r>
            <a:br>
              <a:rPr lang="en-US" sz="1200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</a:br>
            <a:r>
              <a:rPr lang="en-US" sz="1200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(In most cases it is)</a:t>
            </a:r>
            <a:endParaRPr lang="en-US" sz="1200">
              <a:solidFill>
                <a:schemeClr val="accent2"/>
              </a:solidFill>
            </a:endParaRPr>
          </a:p>
          <a:p>
            <a:pPr algn="ctr"/>
            <a:r>
              <a:rPr lang="en-US" sz="1200" b="1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Con</a:t>
            </a:r>
            <a:r>
              <a:rPr lang="en-US" sz="1200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 : You need LOTS of data to generalize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C65792C3-8C94-987F-2757-7ED661EFFD10}"/>
              </a:ext>
            </a:extLst>
          </p:cNvPr>
          <p:cNvSpPr/>
          <p:nvPr/>
        </p:nvSpPr>
        <p:spPr>
          <a:xfrm>
            <a:off x="4605020" y="2011680"/>
            <a:ext cx="3017520" cy="2743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2C7523C-9C3C-306D-9B3E-AD947C84FE0F}"/>
              </a:ext>
            </a:extLst>
          </p:cNvPr>
          <p:cNvSpPr/>
          <p:nvPr/>
        </p:nvSpPr>
        <p:spPr>
          <a:xfrm>
            <a:off x="5862320" y="22631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sv-SE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DFE2D1E-140B-CB04-8553-9415457B9098}"/>
              </a:ext>
            </a:extLst>
          </p:cNvPr>
          <p:cNvSpPr/>
          <p:nvPr/>
        </p:nvSpPr>
        <p:spPr>
          <a:xfrm>
            <a:off x="5862320" y="22631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59C351E-5364-D443-2129-08E558E7D2B4}"/>
              </a:ext>
            </a:extLst>
          </p:cNvPr>
          <p:cNvSpPr/>
          <p:nvPr/>
        </p:nvSpPr>
        <p:spPr>
          <a:xfrm>
            <a:off x="478790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latin typeface="+mj-lt"/>
                <a:ea typeface="Arial" pitchFamily="34" charset="-122"/>
                <a:cs typeface="Arial" pitchFamily="34" charset="-120"/>
              </a:rPr>
              <a:t>Reinforcement</a:t>
            </a:r>
            <a:r>
              <a:rPr lang="en-US" sz="1700">
                <a:latin typeface="+mj-lt"/>
              </a:rPr>
              <a:t> </a:t>
            </a:r>
            <a:r>
              <a:rPr lang="en-US" sz="1700" b="1">
                <a:latin typeface="+mj-lt"/>
                <a:ea typeface="Arial" pitchFamily="34" charset="-122"/>
                <a:cs typeface="Arial" pitchFamily="34" charset="-120"/>
              </a:rPr>
              <a:t>Learning</a:t>
            </a:r>
            <a:endParaRPr lang="en-US" sz="1700">
              <a:latin typeface="+mj-lt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14AB761-7CD2-09FD-1109-8DCD5CF3975A}"/>
              </a:ext>
            </a:extLst>
          </p:cNvPr>
          <p:cNvSpPr/>
          <p:nvPr/>
        </p:nvSpPr>
        <p:spPr>
          <a:xfrm>
            <a:off x="478790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>
                <a:solidFill>
                  <a:schemeClr val="accent2"/>
                </a:solidFill>
                <a:cs typeface="Arial" pitchFamily="34" charset="-120"/>
              </a:rPr>
              <a:t>Pro</a:t>
            </a:r>
            <a:r>
              <a:rPr lang="en-US" sz="1200">
                <a:solidFill>
                  <a:schemeClr val="accent2"/>
                </a:solidFill>
                <a:cs typeface="Arial" pitchFamily="34" charset="-120"/>
              </a:rPr>
              <a:t> : No need data, agent generates data as it tries</a:t>
            </a:r>
          </a:p>
          <a:p>
            <a:pPr algn="ctr"/>
            <a:r>
              <a:rPr lang="en-US" sz="1200" b="1">
                <a:solidFill>
                  <a:schemeClr val="accent2"/>
                </a:solidFill>
                <a:cs typeface="Arial" pitchFamily="34" charset="-120"/>
              </a:rPr>
              <a:t>Con</a:t>
            </a:r>
            <a:r>
              <a:rPr lang="en-US" sz="1200">
                <a:solidFill>
                  <a:schemeClr val="accent2"/>
                </a:solidFill>
                <a:cs typeface="Arial" pitchFamily="34" charset="-120"/>
              </a:rPr>
              <a:t> : </a:t>
            </a:r>
            <a:r>
              <a:rPr lang="en-US" sz="1200" u="sng">
                <a:solidFill>
                  <a:schemeClr val="accent2"/>
                </a:solidFill>
                <a:cs typeface="Arial" pitchFamily="34" charset="-120"/>
              </a:rPr>
              <a:t>Reward</a:t>
            </a:r>
            <a:r>
              <a:rPr lang="en-US" sz="1200">
                <a:solidFill>
                  <a:schemeClr val="accent2"/>
                </a:solidFill>
                <a:cs typeface="Arial" pitchFamily="34" charset="-120"/>
              </a:rPr>
              <a:t> engineering is complex</a:t>
            </a:r>
            <a:endParaRPr lang="en-US" sz="1200">
              <a:solidFill>
                <a:schemeClr val="accent2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EE97453-D8FF-ABEF-41D7-FCD834B9CD9F}"/>
              </a:ext>
            </a:extLst>
          </p:cNvPr>
          <p:cNvSpPr/>
          <p:nvPr/>
        </p:nvSpPr>
        <p:spPr>
          <a:xfrm>
            <a:off x="9382760" y="22631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sv-SE">
              <a:solidFill>
                <a:schemeClr val="accent3"/>
              </a:solidFill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3BFEED2B-7B7A-5BBA-1F4B-540D07AA8321}"/>
              </a:ext>
            </a:extLst>
          </p:cNvPr>
          <p:cNvSpPr/>
          <p:nvPr/>
        </p:nvSpPr>
        <p:spPr>
          <a:xfrm>
            <a:off x="9382760" y="22631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22065A1-F369-C23C-6412-05E97104F8E7}"/>
              </a:ext>
            </a:extLst>
          </p:cNvPr>
          <p:cNvSpPr/>
          <p:nvPr/>
        </p:nvSpPr>
        <p:spPr>
          <a:xfrm>
            <a:off x="830834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latin typeface="+mj-lt"/>
                <a:ea typeface="Arial" pitchFamily="34" charset="-122"/>
                <a:cs typeface="Arial" pitchFamily="34" charset="-120"/>
              </a:rPr>
              <a:t>Generative Models</a:t>
            </a:r>
            <a:endParaRPr lang="en-US" sz="1700" b="1">
              <a:latin typeface="+mj-lt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8A5A68F-9469-DF29-FCCF-768A8166E7F4}"/>
              </a:ext>
            </a:extLst>
          </p:cNvPr>
          <p:cNvSpPr/>
          <p:nvPr/>
        </p:nvSpPr>
        <p:spPr>
          <a:xfrm>
            <a:off x="605307" y="56464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r>
              <a:rPr lang="en-US" sz="1600" b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b="1"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600">
                <a:latin typeface="Arial" pitchFamily="34" charset="0"/>
                <a:ea typeface="Arial" pitchFamily="34" charset="-122"/>
                <a:cs typeface="Arial" pitchFamily="34" charset="-120"/>
              </a:rPr>
              <a:t>Can we combine the flexibility of learned models with the formal guarantees of STL?</a:t>
            </a:r>
            <a:endParaRPr lang="en-US" sz="1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EFE78C-4231-E45C-DCAC-EAC1054E8276}"/>
              </a:ext>
            </a:extLst>
          </p:cNvPr>
          <p:cNvSpPr txBox="1"/>
          <p:nvPr/>
        </p:nvSpPr>
        <p:spPr bwMode="gray">
          <a:xfrm>
            <a:off x="1084579" y="4923923"/>
            <a:ext cx="3017519" cy="6400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Observe picking an object 100 times,</a:t>
            </a:r>
          </a:p>
          <a:p>
            <a:pPr>
              <a:spcBef>
                <a:spcPts val="600"/>
              </a:spcBef>
            </a:pPr>
            <a:r>
              <a:rPr lang="en-US" sz="1400"/>
              <a:t>Then mimic my picking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D29550-0959-FA64-21AC-2B7A7FBBAC74}"/>
              </a:ext>
            </a:extLst>
          </p:cNvPr>
          <p:cNvSpPr txBox="1"/>
          <p:nvPr/>
        </p:nvSpPr>
        <p:spPr bwMode="gray">
          <a:xfrm>
            <a:off x="4605021" y="4952626"/>
            <a:ext cx="3017519" cy="6400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sz="1400"/>
              <a:t>+</a:t>
            </a:r>
            <a:r>
              <a:rPr lang="en-US" sz="1400" err="1"/>
              <a:t>ve</a:t>
            </a:r>
            <a:r>
              <a:rPr lang="en-US" sz="1400"/>
              <a:t> reward if you pick,</a:t>
            </a:r>
          </a:p>
          <a:p>
            <a:pPr algn="l">
              <a:spcBef>
                <a:spcPts val="600"/>
              </a:spcBef>
            </a:pPr>
            <a:r>
              <a:rPr lang="en-US" sz="1400"/>
              <a:t>-</a:t>
            </a:r>
            <a:r>
              <a:rPr lang="en-US" sz="1400" err="1"/>
              <a:t>ve</a:t>
            </a:r>
            <a:r>
              <a:rPr lang="en-US" sz="1400"/>
              <a:t> if you collide, </a:t>
            </a:r>
            <a:r>
              <a:rPr lang="en-US" sz="1400" err="1"/>
              <a:t>etc</a:t>
            </a:r>
            <a:r>
              <a:rPr lang="en-US" sz="1400"/>
              <a:t> 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686D17-33E4-01F1-33FB-27376FDFED98}"/>
              </a:ext>
            </a:extLst>
          </p:cNvPr>
          <p:cNvSpPr txBox="1"/>
          <p:nvPr/>
        </p:nvSpPr>
        <p:spPr bwMode="gray">
          <a:xfrm>
            <a:off x="8151073" y="4952627"/>
            <a:ext cx="3017519" cy="6400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Understand robot and environment</a:t>
            </a:r>
          </a:p>
          <a:p>
            <a:pPr>
              <a:spcBef>
                <a:spcPts val="600"/>
              </a:spcBef>
            </a:pPr>
            <a:r>
              <a:rPr lang="en-US" sz="1400"/>
              <a:t>Generate new scenarios and adapt</a:t>
            </a:r>
            <a:endParaRPr lang="sv-SE" sz="1400"/>
          </a:p>
        </p:txBody>
      </p:sp>
      <p:sp>
        <p:nvSpPr>
          <p:cNvPr id="3" name="Text 20">
            <a:extLst>
              <a:ext uri="{FF2B5EF4-FFF2-40B4-BE49-F238E27FC236}">
                <a16:creationId xmlns:a16="http://schemas.microsoft.com/office/drawing/2014/main" id="{97A34BFE-AD67-62E0-3C9C-00FAAF371842}"/>
              </a:ext>
            </a:extLst>
          </p:cNvPr>
          <p:cNvSpPr/>
          <p:nvPr/>
        </p:nvSpPr>
        <p:spPr>
          <a:xfrm>
            <a:off x="830834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>
                <a:solidFill>
                  <a:schemeClr val="accent2"/>
                </a:solidFill>
                <a:cs typeface="Arial" pitchFamily="34" charset="-120"/>
              </a:rPr>
              <a:t>Pro</a:t>
            </a:r>
            <a:r>
              <a:rPr lang="en-US" sz="1200">
                <a:solidFill>
                  <a:schemeClr val="accent2"/>
                </a:solidFill>
                <a:cs typeface="Arial" pitchFamily="34" charset="-120"/>
              </a:rPr>
              <a:t> : Can generalize better</a:t>
            </a:r>
          </a:p>
          <a:p>
            <a:pPr algn="ctr"/>
            <a:r>
              <a:rPr lang="en-US" sz="1200" b="1">
                <a:solidFill>
                  <a:schemeClr val="accent2"/>
                </a:solidFill>
                <a:cs typeface="Arial" pitchFamily="34" charset="-120"/>
              </a:rPr>
              <a:t>Con</a:t>
            </a:r>
            <a:r>
              <a:rPr lang="en-US" sz="1200">
                <a:solidFill>
                  <a:schemeClr val="accent2"/>
                </a:solidFill>
                <a:cs typeface="Arial" pitchFamily="34" charset="-120"/>
              </a:rPr>
              <a:t> : Need data and </a:t>
            </a:r>
            <a:r>
              <a:rPr lang="en-US" sz="1200" u="sng">
                <a:solidFill>
                  <a:schemeClr val="accent2"/>
                </a:solidFill>
                <a:cs typeface="Arial" pitchFamily="34" charset="-120"/>
              </a:rPr>
              <a:t>conditioning</a:t>
            </a:r>
            <a:endParaRPr lang="en-US" sz="1200" u="sng">
              <a:solidFill>
                <a:schemeClr val="accent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7126DA-F0DA-AC0E-5EF5-447B4F8B9BA4}"/>
              </a:ext>
            </a:extLst>
          </p:cNvPr>
          <p:cNvSpPr/>
          <p:nvPr/>
        </p:nvSpPr>
        <p:spPr bwMode="gray">
          <a:xfrm rot="19989770">
            <a:off x="7880904" y="3785173"/>
            <a:ext cx="3657977" cy="4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Data </a:t>
            </a:r>
            <a:r>
              <a:rPr lang="en-US" sz="1200">
                <a:solidFill>
                  <a:srgbClr val="000000"/>
                </a:solidFill>
              </a:rPr>
              <a:t>(task agnostic)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37BC2B-DE5F-C21A-812F-D924D60FD120}"/>
              </a:ext>
            </a:extLst>
          </p:cNvPr>
          <p:cNvSpPr/>
          <p:nvPr/>
        </p:nvSpPr>
        <p:spPr bwMode="gray">
          <a:xfrm rot="19989770">
            <a:off x="851455" y="3771336"/>
            <a:ext cx="3657977" cy="4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Data </a:t>
            </a:r>
            <a:r>
              <a:rPr lang="en-US" sz="1200">
                <a:solidFill>
                  <a:schemeClr val="tx1"/>
                </a:solidFill>
              </a:rPr>
              <a:t>(STL-Trajectory pairs) </a:t>
            </a:r>
            <a:endParaRPr lang="en-US" sz="200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AA2F6F-1A30-265D-DC50-6F02259F45DA}"/>
              </a:ext>
            </a:extLst>
          </p:cNvPr>
          <p:cNvCxnSpPr>
            <a:cxnSpLocks/>
          </p:cNvCxnSpPr>
          <p:nvPr/>
        </p:nvCxnSpPr>
        <p:spPr bwMode="gray">
          <a:xfrm>
            <a:off x="914400" y="1804518"/>
            <a:ext cx="103546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952CDA1-0EED-9403-2566-E590FFF30878}"/>
              </a:ext>
            </a:extLst>
          </p:cNvPr>
          <p:cNvSpPr txBox="1"/>
          <p:nvPr/>
        </p:nvSpPr>
        <p:spPr bwMode="gray">
          <a:xfrm>
            <a:off x="5447763" y="1587635"/>
            <a:ext cx="1416676" cy="2515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sz="1400"/>
              <a:t>Generalizability </a:t>
            </a:r>
            <a:endParaRPr lang="sv-SE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6D8053-1429-C936-F0B9-6112C133108B}"/>
              </a:ext>
            </a:extLst>
          </p:cNvPr>
          <p:cNvSpPr txBox="1"/>
          <p:nvPr/>
        </p:nvSpPr>
        <p:spPr bwMode="gray">
          <a:xfrm>
            <a:off x="9973416" y="896310"/>
            <a:ext cx="986684" cy="32030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b="1">
                <a:solidFill>
                  <a:schemeClr val="bg2"/>
                </a:solidFill>
              </a:rPr>
              <a:t>Safety??</a:t>
            </a:r>
            <a:endParaRPr lang="sv-SE" b="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23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F"/>
                                      </p:to>
                                    </p:animClr>
                                    <p:set>
                                      <p:cBhvr>
                                        <p:cTn id="6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F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26" grpId="0" animBg="1"/>
      <p:bldP spid="3" grpId="0" animBg="1"/>
      <p:bldP spid="29" grpId="0" animBg="1"/>
      <p:bldP spid="20" grpId="0" animBg="1"/>
      <p:bldP spid="25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205D-2166-3275-FC5B-4ED4604C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STL Robustness as Reward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3DD2D-710D-FE9A-ED71-C2E9024F36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E0B147F-7C9C-C797-9999-F3E3E52F9C3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57442-F972-FFB7-DFB3-7D74D9A7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9D5033B-127D-1BAA-F262-3F3A965C074C}"/>
              </a:ext>
            </a:extLst>
          </p:cNvPr>
          <p:cNvSpPr/>
          <p:nvPr/>
        </p:nvSpPr>
        <p:spPr>
          <a:xfrm>
            <a:off x="6720840" y="4709160"/>
            <a:ext cx="4617720" cy="457200"/>
          </a:xfrm>
          <a:prstGeom prst="rect">
            <a:avLst/>
          </a:prstGeom>
          <a:solidFill>
            <a:srgbClr val="F0FFF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3">
                <a:extLst>
                  <a:ext uri="{FF2B5EF4-FFF2-40B4-BE49-F238E27FC236}">
                    <a16:creationId xmlns:a16="http://schemas.microsoft.com/office/drawing/2014/main" id="{43C53381-2EFC-8752-7805-1A47DDD5EA46}"/>
                  </a:ext>
                </a:extLst>
              </p:cNvPr>
              <p:cNvSpPr/>
              <p:nvPr/>
            </p:nvSpPr>
            <p:spPr>
              <a:xfrm>
                <a:off x="6896100" y="4709160"/>
                <a:ext cx="43053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2ECC71"/>
                    </a:solidFill>
                    <a:ea typeface="Consolas" pitchFamily="34" charset="-122"/>
                    <a:cs typeface="Consolas" pitchFamily="34" charset="-120"/>
                  </a:rPr>
                  <a:t>"F[0,10](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dirty="0">
                            <a:solidFill>
                              <a:srgbClr val="6E6E6E"/>
                            </a:solidFill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100" b="1" i="0" dirty="0">
                            <a:solidFill>
                              <a:srgbClr val="6E6E6E"/>
                            </a:solidFill>
                            <a:ea typeface="Consolas" pitchFamily="34" charset="-122"/>
                            <a:cs typeface="Consolas" pitchFamily="34" charset="-120"/>
                          </a:rPr>
                          <m:t>Reach</m:t>
                        </m:r>
                      </m:e>
                      <m:sub>
                        <m:r>
                          <a:rPr lang="en-US" sz="1100" b="1">
                            <a:solidFill>
                              <a:srgbClr val="6E6E6E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𝒄𝒖𝒃𝒆</m:t>
                        </m:r>
                      </m:sub>
                    </m:sSub>
                    <m:r>
                      <a:rPr lang="en-US" sz="1100" b="1">
                        <a:solidFill>
                          <a:srgbClr val="2ECC71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) "</m:t>
                    </m:r>
                  </m:oMath>
                </a14:m>
                <a:endParaRPr lang="en-US" sz="1100"/>
              </a:p>
            </p:txBody>
          </p:sp>
        </mc:Choice>
        <mc:Fallback xmlns="">
          <p:sp>
            <p:nvSpPr>
              <p:cNvPr id="27" name="Text 23">
                <a:extLst>
                  <a:ext uri="{FF2B5EF4-FFF2-40B4-BE49-F238E27FC236}">
                    <a16:creationId xmlns:a16="http://schemas.microsoft.com/office/drawing/2014/main" id="{43C53381-2EFC-8752-7805-1A47DDD5EA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100" y="4709160"/>
                <a:ext cx="43053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20k">
            <a:hlinkClick r:id="" action="ppaction://media"/>
            <a:extLst>
              <a:ext uri="{FF2B5EF4-FFF2-40B4-BE49-F238E27FC236}">
                <a16:creationId xmlns:a16="http://schemas.microsoft.com/office/drawing/2014/main" id="{4F3CE3B9-3CCB-77FA-65F4-9AF28B6F1A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179321" y="1787130"/>
            <a:ext cx="2159239" cy="2739150"/>
          </a:xfrm>
          <a:prstGeom prst="rect">
            <a:avLst/>
          </a:prstGeom>
        </p:spPr>
      </p:pic>
      <p:pic>
        <p:nvPicPr>
          <p:cNvPr id="36" name="5000steps">
            <a:hlinkClick r:id="" action="ppaction://media"/>
            <a:extLst>
              <a:ext uri="{FF2B5EF4-FFF2-40B4-BE49-F238E27FC236}">
                <a16:creationId xmlns:a16="http://schemas.microsoft.com/office/drawing/2014/main" id="{66625568-AFA4-A00C-FBD5-C6259BEAF51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736996" y="1782314"/>
            <a:ext cx="2331192" cy="2739151"/>
          </a:xfrm>
          <a:prstGeom prst="rect">
            <a:avLst/>
          </a:prstGeom>
        </p:spPr>
      </p:pic>
      <p:sp>
        <p:nvSpPr>
          <p:cNvPr id="99" name="Shape 4">
            <a:extLst>
              <a:ext uri="{FF2B5EF4-FFF2-40B4-BE49-F238E27FC236}">
                <a16:creationId xmlns:a16="http://schemas.microsoft.com/office/drawing/2014/main" id="{89BE99F0-6074-3632-102A-B5E7054C9A94}"/>
              </a:ext>
            </a:extLst>
          </p:cNvPr>
          <p:cNvSpPr/>
          <p:nvPr/>
        </p:nvSpPr>
        <p:spPr>
          <a:xfrm>
            <a:off x="2423160" y="16459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0" name="Text 5">
            <a:extLst>
              <a:ext uri="{FF2B5EF4-FFF2-40B4-BE49-F238E27FC236}">
                <a16:creationId xmlns:a16="http://schemas.microsoft.com/office/drawing/2014/main" id="{931B6E19-4332-67B1-2E5F-6EA1046F903F}"/>
              </a:ext>
            </a:extLst>
          </p:cNvPr>
          <p:cNvSpPr/>
          <p:nvPr/>
        </p:nvSpPr>
        <p:spPr>
          <a:xfrm>
            <a:off x="246888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(Policy)</a:t>
            </a:r>
            <a:endParaRPr lang="en-US" sz="1000"/>
          </a:p>
        </p:txBody>
      </p:sp>
      <p:sp>
        <p:nvSpPr>
          <p:cNvPr id="101" name="Shape 6">
            <a:extLst>
              <a:ext uri="{FF2B5EF4-FFF2-40B4-BE49-F238E27FC236}">
                <a16:creationId xmlns:a16="http://schemas.microsoft.com/office/drawing/2014/main" id="{8A2128AA-C3D2-3B1A-D357-94FFE32F8D26}"/>
              </a:ext>
            </a:extLst>
          </p:cNvPr>
          <p:cNvSpPr/>
          <p:nvPr/>
        </p:nvSpPr>
        <p:spPr>
          <a:xfrm>
            <a:off x="4355766" y="28803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55555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2" name="Text 7">
            <a:extLst>
              <a:ext uri="{FF2B5EF4-FFF2-40B4-BE49-F238E27FC236}">
                <a16:creationId xmlns:a16="http://schemas.microsoft.com/office/drawing/2014/main" id="{1CCB0625-7F36-27BA-75AF-C5BA9EFCFAFB}"/>
              </a:ext>
            </a:extLst>
          </p:cNvPr>
          <p:cNvSpPr/>
          <p:nvPr/>
        </p:nvSpPr>
        <p:spPr>
          <a:xfrm>
            <a:off x="4401486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000"/>
          </a:p>
        </p:txBody>
      </p:sp>
      <p:sp>
        <p:nvSpPr>
          <p:cNvPr id="103" name="Shape 8">
            <a:extLst>
              <a:ext uri="{FF2B5EF4-FFF2-40B4-BE49-F238E27FC236}">
                <a16:creationId xmlns:a16="http://schemas.microsoft.com/office/drawing/2014/main" id="{D4450AF6-20B5-6D6E-F185-6DE83BADB8AE}"/>
              </a:ext>
            </a:extLst>
          </p:cNvPr>
          <p:cNvSpPr/>
          <p:nvPr/>
        </p:nvSpPr>
        <p:spPr>
          <a:xfrm>
            <a:off x="2423160" y="41148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000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4" name="Text 9">
            <a:extLst>
              <a:ext uri="{FF2B5EF4-FFF2-40B4-BE49-F238E27FC236}">
                <a16:creationId xmlns:a16="http://schemas.microsoft.com/office/drawing/2014/main" id="{DAC05AA3-BA45-FFEA-355B-F464DEEEF60B}"/>
              </a:ext>
            </a:extLst>
          </p:cNvPr>
          <p:cNvSpPr/>
          <p:nvPr/>
        </p:nvSpPr>
        <p:spPr>
          <a:xfrm>
            <a:off x="246888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(robustness)</a:t>
            </a:r>
            <a:endParaRPr lang="en-US" sz="1000"/>
          </a:p>
        </p:txBody>
      </p:sp>
      <p:sp>
        <p:nvSpPr>
          <p:cNvPr id="105" name="Shape 10">
            <a:extLst>
              <a:ext uri="{FF2B5EF4-FFF2-40B4-BE49-F238E27FC236}">
                <a16:creationId xmlns:a16="http://schemas.microsoft.com/office/drawing/2014/main" id="{8C1CEACC-E496-7F3E-1329-5598AC589847}"/>
              </a:ext>
            </a:extLst>
          </p:cNvPr>
          <p:cNvSpPr/>
          <p:nvPr/>
        </p:nvSpPr>
        <p:spPr>
          <a:xfrm>
            <a:off x="411480" y="28803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55555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6" name="Text 11">
            <a:extLst>
              <a:ext uri="{FF2B5EF4-FFF2-40B4-BE49-F238E27FC236}">
                <a16:creationId xmlns:a16="http://schemas.microsoft.com/office/drawing/2014/main" id="{98F8752A-C64B-8319-035E-6FFE9856F91F}"/>
              </a:ext>
            </a:extLst>
          </p:cNvPr>
          <p:cNvSpPr/>
          <p:nvPr/>
        </p:nvSpPr>
        <p:spPr>
          <a:xfrm>
            <a:off x="45720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000"/>
          </a:p>
        </p:txBody>
      </p:sp>
      <p:sp>
        <p:nvSpPr>
          <p:cNvPr id="107" name="Shape 12">
            <a:extLst>
              <a:ext uri="{FF2B5EF4-FFF2-40B4-BE49-F238E27FC236}">
                <a16:creationId xmlns:a16="http://schemas.microsoft.com/office/drawing/2014/main" id="{4230B744-34E9-CB2D-6D4F-0F5C4E23BB34}"/>
              </a:ext>
            </a:extLst>
          </p:cNvPr>
          <p:cNvSpPr/>
          <p:nvPr/>
        </p:nvSpPr>
        <p:spPr>
          <a:xfrm>
            <a:off x="4088773" y="1965960"/>
            <a:ext cx="907073" cy="86868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108" name="Shape 13">
            <a:extLst>
              <a:ext uri="{FF2B5EF4-FFF2-40B4-BE49-F238E27FC236}">
                <a16:creationId xmlns:a16="http://schemas.microsoft.com/office/drawing/2014/main" id="{85A1C206-ABAA-21E0-B552-EF1D5539CB21}"/>
              </a:ext>
            </a:extLst>
          </p:cNvPr>
          <p:cNvSpPr/>
          <p:nvPr/>
        </p:nvSpPr>
        <p:spPr>
          <a:xfrm flipH="1">
            <a:off x="4088773" y="3566160"/>
            <a:ext cx="907073" cy="86868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109" name="Shape 14">
            <a:extLst>
              <a:ext uri="{FF2B5EF4-FFF2-40B4-BE49-F238E27FC236}">
                <a16:creationId xmlns:a16="http://schemas.microsoft.com/office/drawing/2014/main" id="{D2575FEC-3C4F-CF87-C603-9B0063F0261D}"/>
              </a:ext>
            </a:extLst>
          </p:cNvPr>
          <p:cNvSpPr/>
          <p:nvPr/>
        </p:nvSpPr>
        <p:spPr>
          <a:xfrm flipH="1" flipV="1">
            <a:off x="1325879" y="3611880"/>
            <a:ext cx="986147" cy="86868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110" name="Shape 15">
            <a:extLst>
              <a:ext uri="{FF2B5EF4-FFF2-40B4-BE49-F238E27FC236}">
                <a16:creationId xmlns:a16="http://schemas.microsoft.com/office/drawing/2014/main" id="{D57A433E-6933-4A40-4CB1-9A4F7F8BAABD}"/>
              </a:ext>
            </a:extLst>
          </p:cNvPr>
          <p:cNvSpPr/>
          <p:nvPr/>
        </p:nvSpPr>
        <p:spPr>
          <a:xfrm flipV="1">
            <a:off x="1325879" y="1965960"/>
            <a:ext cx="986147" cy="82296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111" name="Text 16">
            <a:extLst>
              <a:ext uri="{FF2B5EF4-FFF2-40B4-BE49-F238E27FC236}">
                <a16:creationId xmlns:a16="http://schemas.microsoft.com/office/drawing/2014/main" id="{596F3C35-033D-A020-770D-2600F76FA3EE}"/>
              </a:ext>
            </a:extLst>
          </p:cNvPr>
          <p:cNvSpPr/>
          <p:nvPr/>
        </p:nvSpPr>
        <p:spPr>
          <a:xfrm>
            <a:off x="4492926" y="21884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/>
          </a:p>
        </p:txBody>
      </p:sp>
      <p:sp>
        <p:nvSpPr>
          <p:cNvPr id="112" name="Text 17">
            <a:extLst>
              <a:ext uri="{FF2B5EF4-FFF2-40B4-BE49-F238E27FC236}">
                <a16:creationId xmlns:a16="http://schemas.microsoft.com/office/drawing/2014/main" id="{D8A6F1B9-B4E2-0210-1B55-2FDC8CAB330B}"/>
              </a:ext>
            </a:extLst>
          </p:cNvPr>
          <p:cNvSpPr/>
          <p:nvPr/>
        </p:nvSpPr>
        <p:spPr>
          <a:xfrm>
            <a:off x="4538646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: </a:t>
            </a:r>
            <a:b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R[4] T[4] </a:t>
            </a:r>
            <a:endParaRPr lang="en-US" sz="800"/>
          </a:p>
        </p:txBody>
      </p:sp>
      <p:sp>
        <p:nvSpPr>
          <p:cNvPr id="113" name="Text 18">
            <a:extLst>
              <a:ext uri="{FF2B5EF4-FFF2-40B4-BE49-F238E27FC236}">
                <a16:creationId xmlns:a16="http://schemas.microsoft.com/office/drawing/2014/main" id="{23F93054-78B3-E3D0-50D9-3029E72B57BD}"/>
              </a:ext>
            </a:extLst>
          </p:cNvPr>
          <p:cNvSpPr/>
          <p:nvPr/>
        </p:nvSpPr>
        <p:spPr>
          <a:xfrm>
            <a:off x="1257300" y="39090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</a:t>
            </a:r>
            <a:endParaRPr lang="en-US" sz="900"/>
          </a:p>
        </p:txBody>
      </p:sp>
      <p:sp>
        <p:nvSpPr>
          <p:cNvPr id="114" name="Text 19">
            <a:extLst>
              <a:ext uri="{FF2B5EF4-FFF2-40B4-BE49-F238E27FC236}">
                <a16:creationId xmlns:a16="http://schemas.microsoft.com/office/drawing/2014/main" id="{6504EC0B-E7AF-80DF-6517-742A1BA35C95}"/>
              </a:ext>
            </a:extLst>
          </p:cNvPr>
          <p:cNvSpPr/>
          <p:nvPr/>
        </p:nvSpPr>
        <p:spPr>
          <a:xfrm>
            <a:off x="948690" y="21991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23460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967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205D-2166-3275-FC5B-4ED4604C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STL Robustness as Reward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3DD2D-710D-FE9A-ED71-C2E9024F36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31200" y="6309360"/>
            <a:ext cx="9789113" cy="1922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E0B147F-7C9C-C797-9999-F3E3E52F9C3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57442-F972-FFB7-DFB3-7D74D9A7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401486" y="3916301"/>
            <a:ext cx="1367790" cy="41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u="sng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States:</a:t>
            </a:r>
            <a:b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R[4], and</a:t>
            </a:r>
            <a:b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dependent : T[4], t</a:t>
            </a:r>
            <a:endParaRPr lang="en-US" sz="80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9D5033B-127D-1BAA-F262-3F3A965C074C}"/>
              </a:ext>
            </a:extLst>
          </p:cNvPr>
          <p:cNvSpPr/>
          <p:nvPr/>
        </p:nvSpPr>
        <p:spPr>
          <a:xfrm>
            <a:off x="6720840" y="4709160"/>
            <a:ext cx="4617720" cy="457200"/>
          </a:xfrm>
          <a:prstGeom prst="rect">
            <a:avLst/>
          </a:prstGeom>
          <a:solidFill>
            <a:srgbClr val="F0FFF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3">
                <a:extLst>
                  <a:ext uri="{FF2B5EF4-FFF2-40B4-BE49-F238E27FC236}">
                    <a16:creationId xmlns:a16="http://schemas.microsoft.com/office/drawing/2014/main" id="{43C53381-2EFC-8752-7805-1A47DDD5EA46}"/>
                  </a:ext>
                </a:extLst>
              </p:cNvPr>
              <p:cNvSpPr/>
              <p:nvPr/>
            </p:nvSpPr>
            <p:spPr>
              <a:xfrm>
                <a:off x="6896100" y="4709160"/>
                <a:ext cx="43053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100" b="1">
                    <a:solidFill>
                      <a:srgbClr val="2ECC71"/>
                    </a:solidFill>
                    <a:ea typeface="Consolas" pitchFamily="34" charset="-122"/>
                    <a:cs typeface="Consolas" pitchFamily="34" charset="-120"/>
                  </a:rPr>
                  <a:t>"F[0,10](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dirty="0">
                            <a:solidFill>
                              <a:srgbClr val="6E6E6E"/>
                            </a:solidFill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100" b="1" i="0" dirty="0">
                            <a:solidFill>
                              <a:srgbClr val="6E6E6E"/>
                            </a:solidFill>
                            <a:ea typeface="Consolas" pitchFamily="34" charset="-122"/>
                            <a:cs typeface="Consolas" pitchFamily="34" charset="-120"/>
                          </a:rPr>
                          <m:t>Reach</m:t>
                        </m:r>
                      </m:e>
                      <m:sub>
                        <m:r>
                          <a:rPr lang="en-US" sz="1100" b="1" i="1">
                            <a:solidFill>
                              <a:srgbClr val="6E6E6E"/>
                            </a:solidFill>
                            <a:latin typeface="Cambria Math" panose="02040503050406030204" pitchFamily="18" charset="0"/>
                          </a:rPr>
                          <m:t>𝒄𝒖𝒃𝒆</m:t>
                        </m:r>
                      </m:sub>
                    </m:sSub>
                  </m:oMath>
                </a14:m>
                <a:r>
                  <a:rPr lang="en-US" sz="1100" b="1">
                    <a:solidFill>
                      <a:srgbClr val="6E6E6E"/>
                    </a:solidFill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sz="1100" b="1">
                    <a:solidFill>
                      <a:srgbClr val="2ECC71"/>
                    </a:solidFill>
                    <a:ea typeface="Consolas" pitchFamily="34" charset="-122"/>
                    <a:cs typeface="Consolas" pitchFamily="34" charset="-120"/>
                  </a:rPr>
                  <a:t>∧ F[0,2](</a:t>
                </a:r>
                <a:r>
                  <a:rPr lang="en-US" sz="1100" b="1" u="sng">
                    <a:solidFill>
                      <a:srgbClr val="6E6E6E"/>
                    </a:solidFill>
                    <a:ea typeface="Consolas" pitchFamily="34" charset="-122"/>
                    <a:cs typeface="Consolas" pitchFamily="34" charset="-120"/>
                  </a:rPr>
                  <a:t>Grasp</a:t>
                </a:r>
                <a:r>
                  <a:rPr lang="en-US" sz="1100" b="1">
                    <a:solidFill>
                      <a:srgbClr val="2ECC71"/>
                    </a:solidFill>
                    <a:ea typeface="Consolas" pitchFamily="34" charset="-122"/>
                    <a:cs typeface="Consolas" pitchFamily="34" charset="-120"/>
                  </a:rPr>
                  <a:t> ∧ F[0,5](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dirty="0">
                            <a:solidFill>
                              <a:srgbClr val="6E6E6E"/>
                            </a:solidFill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100" b="1" i="0" dirty="0">
                            <a:solidFill>
                              <a:srgbClr val="6E6E6E"/>
                            </a:solidFill>
                            <a:ea typeface="Consolas" pitchFamily="34" charset="-122"/>
                            <a:cs typeface="Consolas" pitchFamily="34" charset="-120"/>
                          </a:rPr>
                          <m:t>Reach</m:t>
                        </m:r>
                      </m:e>
                      <m:sub>
                        <m:r>
                          <a:rPr lang="en-US" sz="1100" b="1" i="1">
                            <a:solidFill>
                              <a:srgbClr val="6E6E6E"/>
                            </a:solidFill>
                            <a:latin typeface="Cambria Math" panose="02040503050406030204" pitchFamily="18" charset="0"/>
                          </a:rPr>
                          <m:t>𝒕𝒂𝒓𝒈𝒆𝒕</m:t>
                        </m:r>
                      </m:sub>
                    </m:sSub>
                  </m:oMath>
                </a14:m>
                <a:r>
                  <a:rPr lang="en-US" sz="1100" b="1">
                    <a:solidFill>
                      <a:srgbClr val="2ECC71"/>
                    </a:solidFill>
                    <a:ea typeface="Consolas" pitchFamily="34" charset="-122"/>
                    <a:cs typeface="Consolas" pitchFamily="34" charset="-120"/>
                  </a:rPr>
                  <a:t>)))"</a:t>
                </a:r>
                <a:endParaRPr lang="en-US" sz="1100"/>
              </a:p>
            </p:txBody>
          </p:sp>
        </mc:Choice>
        <mc:Fallback xmlns="">
          <p:sp>
            <p:nvSpPr>
              <p:cNvPr id="27" name="Text 23">
                <a:extLst>
                  <a:ext uri="{FF2B5EF4-FFF2-40B4-BE49-F238E27FC236}">
                    <a16:creationId xmlns:a16="http://schemas.microsoft.com/office/drawing/2014/main" id="{43C53381-2EFC-8752-7805-1A47DDD5EA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100" y="4709160"/>
                <a:ext cx="43053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4">
            <a:extLst>
              <a:ext uri="{FF2B5EF4-FFF2-40B4-BE49-F238E27FC236}">
                <a16:creationId xmlns:a16="http://schemas.microsoft.com/office/drawing/2014/main" id="{CE88B0CC-9EBA-7335-4418-DC1099F21452}"/>
              </a:ext>
            </a:extLst>
          </p:cNvPr>
          <p:cNvSpPr/>
          <p:nvPr/>
        </p:nvSpPr>
        <p:spPr>
          <a:xfrm>
            <a:off x="457200" y="5422392"/>
            <a:ext cx="274320" cy="27432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5E014244-4EEA-0045-D71B-EAB66F0CC211}"/>
              </a:ext>
            </a:extLst>
          </p:cNvPr>
          <p:cNvSpPr/>
          <p:nvPr/>
        </p:nvSpPr>
        <p:spPr>
          <a:xfrm>
            <a:off x="45720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✓</a:t>
            </a:r>
            <a:endParaRPr lang="en-US" sz="140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0612387-4AF8-6DBB-CD80-31EEF4C75F10}"/>
              </a:ext>
            </a:extLst>
          </p:cNvPr>
          <p:cNvSpPr/>
          <p:nvPr/>
        </p:nvSpPr>
        <p:spPr>
          <a:xfrm>
            <a:off x="822960" y="5349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composite rewards (Dense and Sparse)</a:t>
            </a:r>
            <a:endParaRPr lang="en-US" sz="110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61D1111E-FBF9-D6F9-FF5C-4B7B74581EB6}"/>
              </a:ext>
            </a:extLst>
          </p:cNvPr>
          <p:cNvSpPr/>
          <p:nvPr/>
        </p:nvSpPr>
        <p:spPr>
          <a:xfrm>
            <a:off x="5303520" y="5422392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DF5B17D4-2568-1AF4-5DE6-7F377266F160}"/>
              </a:ext>
            </a:extLst>
          </p:cNvPr>
          <p:cNvSpPr/>
          <p:nvPr/>
        </p:nvSpPr>
        <p:spPr>
          <a:xfrm>
            <a:off x="530352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!</a:t>
            </a:r>
            <a:endParaRPr lang="en-US" sz="140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0CA94382-FA30-C4AE-BACA-AB79A8457E5E}"/>
              </a:ext>
            </a:extLst>
          </p:cNvPr>
          <p:cNvSpPr/>
          <p:nvPr/>
        </p:nvSpPr>
        <p:spPr>
          <a:xfrm>
            <a:off x="5669280" y="5349240"/>
            <a:ext cx="619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inherently generalizable :  Reward is still ”engineered’ for long horizon tasks. </a:t>
            </a:r>
            <a:br>
              <a:rPr lang="en-US" sz="11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  Motion (reward) is coupled with task. (Good, but is it the best?)</a:t>
            </a: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DB2BB490-3587-F44F-1A88-7112E2BC5F28}"/>
              </a:ext>
            </a:extLst>
          </p:cNvPr>
          <p:cNvSpPr/>
          <p:nvPr/>
        </p:nvSpPr>
        <p:spPr>
          <a:xfrm>
            <a:off x="329184" y="580644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>
                <a:solidFill>
                  <a:srgbClr val="FF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decouple motion generation from the task specification?</a:t>
            </a:r>
            <a:endParaRPr lang="en-US" sz="1400"/>
          </a:p>
        </p:txBody>
      </p:sp>
      <p:pic>
        <p:nvPicPr>
          <p:cNvPr id="3" name="bc">
            <a:hlinkClick r:id="" action="ppaction://media"/>
            <a:extLst>
              <a:ext uri="{FF2B5EF4-FFF2-40B4-BE49-F238E27FC236}">
                <a16:creationId xmlns:a16="http://schemas.microsoft.com/office/drawing/2014/main" id="{E4A9D748-A030-2BE9-44B3-0D6019421D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705602" y="1787130"/>
            <a:ext cx="2379346" cy="2739150"/>
          </a:xfrm>
          <a:prstGeom prst="rect">
            <a:avLst/>
          </a:prstGeom>
        </p:spPr>
      </p:pic>
      <p:pic>
        <p:nvPicPr>
          <p:cNvPr id="4" name="bc90k">
            <a:hlinkClick r:id="" action="ppaction://media"/>
            <a:extLst>
              <a:ext uri="{FF2B5EF4-FFF2-40B4-BE49-F238E27FC236}">
                <a16:creationId xmlns:a16="http://schemas.microsoft.com/office/drawing/2014/main" id="{B7EA6EFC-BF85-8A50-4728-F786C67CB8D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220202" y="1781495"/>
            <a:ext cx="2209798" cy="2750493"/>
          </a:xfrm>
          <a:prstGeom prst="rect">
            <a:avLst/>
          </a:prstGeom>
        </p:spPr>
      </p:pic>
      <p:sp>
        <p:nvSpPr>
          <p:cNvPr id="38" name="Shape 8">
            <a:extLst>
              <a:ext uri="{FF2B5EF4-FFF2-40B4-BE49-F238E27FC236}">
                <a16:creationId xmlns:a16="http://schemas.microsoft.com/office/drawing/2014/main" id="{8A138103-0536-6A2E-CBC3-751AB60859C7}"/>
              </a:ext>
            </a:extLst>
          </p:cNvPr>
          <p:cNvSpPr/>
          <p:nvPr/>
        </p:nvSpPr>
        <p:spPr>
          <a:xfrm>
            <a:off x="2589035" y="3323944"/>
            <a:ext cx="1274445" cy="519396"/>
          </a:xfrm>
          <a:prstGeom prst="roundRect">
            <a:avLst>
              <a:gd name="adj" fmla="val 11429"/>
            </a:avLst>
          </a:prstGeom>
          <a:solidFill>
            <a:schemeClr val="bg2">
              <a:lumMod val="60000"/>
              <a:lumOff val="40000"/>
            </a:schemeClr>
          </a:solidFill>
          <a:ln/>
        </p:spPr>
        <p:txBody>
          <a:bodyPr/>
          <a:lstStyle/>
          <a:p>
            <a:r>
              <a:rPr lang="en-US" sz="900">
                <a:solidFill>
                  <a:schemeClr val="bg1"/>
                </a:solidFill>
              </a:rPr>
              <a:t>Phase transition, Goal completion,</a:t>
            </a:r>
          </a:p>
          <a:p>
            <a:r>
              <a:rPr lang="en-US" sz="900">
                <a:solidFill>
                  <a:schemeClr val="bg1"/>
                </a:solidFill>
              </a:rPr>
              <a:t>Timeout</a:t>
            </a:r>
            <a:endParaRPr lang="sv-SE" sz="900">
              <a:solidFill>
                <a:schemeClr val="bg1"/>
              </a:solidFill>
            </a:endParaRP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EA44DA8F-4377-9D3D-4325-F9E3E0D1E527}"/>
              </a:ext>
            </a:extLst>
          </p:cNvPr>
          <p:cNvSpPr/>
          <p:nvPr/>
        </p:nvSpPr>
        <p:spPr>
          <a:xfrm>
            <a:off x="2423160" y="16459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0A0A346E-5B9B-23E7-E339-B53FE96F6C8C}"/>
              </a:ext>
            </a:extLst>
          </p:cNvPr>
          <p:cNvSpPr/>
          <p:nvPr/>
        </p:nvSpPr>
        <p:spPr>
          <a:xfrm>
            <a:off x="246888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(Policy)</a:t>
            </a:r>
            <a:endParaRPr lang="en-US" sz="100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93AC5367-0AA2-1ABD-F8EC-A15555322677}"/>
              </a:ext>
            </a:extLst>
          </p:cNvPr>
          <p:cNvSpPr/>
          <p:nvPr/>
        </p:nvSpPr>
        <p:spPr>
          <a:xfrm>
            <a:off x="4355766" y="28803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55555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839E2F25-716B-1692-FE86-CD5B5DFAA124}"/>
              </a:ext>
            </a:extLst>
          </p:cNvPr>
          <p:cNvSpPr/>
          <p:nvPr/>
        </p:nvSpPr>
        <p:spPr>
          <a:xfrm>
            <a:off x="4401486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000"/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FC7159D9-3345-70F8-11BD-9BCDA2AA56CA}"/>
              </a:ext>
            </a:extLst>
          </p:cNvPr>
          <p:cNvSpPr/>
          <p:nvPr/>
        </p:nvSpPr>
        <p:spPr>
          <a:xfrm>
            <a:off x="2423160" y="41148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000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700E9159-2862-C5E1-95A6-54BB46D3C8D8}"/>
              </a:ext>
            </a:extLst>
          </p:cNvPr>
          <p:cNvSpPr/>
          <p:nvPr/>
        </p:nvSpPr>
        <p:spPr>
          <a:xfrm>
            <a:off x="246888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(phase-wise robustness)</a:t>
            </a:r>
            <a:endParaRPr lang="en-US" sz="100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C3AE8C48-9BBE-0776-F778-6B064DE37FF0}"/>
              </a:ext>
            </a:extLst>
          </p:cNvPr>
          <p:cNvSpPr/>
          <p:nvPr/>
        </p:nvSpPr>
        <p:spPr>
          <a:xfrm>
            <a:off x="411480" y="28803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555555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6A31EF79-0666-386D-B206-7F6DC5D66F4F}"/>
              </a:ext>
            </a:extLst>
          </p:cNvPr>
          <p:cNvSpPr/>
          <p:nvPr/>
        </p:nvSpPr>
        <p:spPr>
          <a:xfrm>
            <a:off x="45720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000"/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BB3CD793-896A-87BE-A4BA-F07030660133}"/>
              </a:ext>
            </a:extLst>
          </p:cNvPr>
          <p:cNvSpPr/>
          <p:nvPr/>
        </p:nvSpPr>
        <p:spPr>
          <a:xfrm>
            <a:off x="4088773" y="1965960"/>
            <a:ext cx="907073" cy="86868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7414C281-1DBD-FBAF-6D74-D2CE59166CD3}"/>
              </a:ext>
            </a:extLst>
          </p:cNvPr>
          <p:cNvSpPr/>
          <p:nvPr/>
        </p:nvSpPr>
        <p:spPr>
          <a:xfrm flipH="1">
            <a:off x="4088773" y="3566160"/>
            <a:ext cx="907073" cy="86868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93405941-5ED0-DCC9-A107-2C1EAE982B3C}"/>
              </a:ext>
            </a:extLst>
          </p:cNvPr>
          <p:cNvSpPr/>
          <p:nvPr/>
        </p:nvSpPr>
        <p:spPr>
          <a:xfrm flipH="1" flipV="1">
            <a:off x="1325879" y="3611880"/>
            <a:ext cx="986147" cy="86868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846D3A9F-3879-4F82-C1F4-4B1D6A366332}"/>
              </a:ext>
            </a:extLst>
          </p:cNvPr>
          <p:cNvSpPr/>
          <p:nvPr/>
        </p:nvSpPr>
        <p:spPr>
          <a:xfrm flipV="1">
            <a:off x="1325879" y="1965960"/>
            <a:ext cx="986147" cy="82296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57120CA4-808A-C176-0C78-5C198B06FEAE}"/>
              </a:ext>
            </a:extLst>
          </p:cNvPr>
          <p:cNvSpPr/>
          <p:nvPr/>
        </p:nvSpPr>
        <p:spPr>
          <a:xfrm>
            <a:off x="4492926" y="21884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03CF74BB-02F7-56CB-FC0B-3F0E31094CB3}"/>
              </a:ext>
            </a:extLst>
          </p:cNvPr>
          <p:cNvSpPr/>
          <p:nvPr/>
        </p:nvSpPr>
        <p:spPr>
          <a:xfrm>
            <a:off x="1257300" y="39090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</a:t>
            </a:r>
            <a:endParaRPr lang="en-US" sz="90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8E12D752-6164-FF95-60B9-0DEE4A695AD4}"/>
              </a:ext>
            </a:extLst>
          </p:cNvPr>
          <p:cNvSpPr/>
          <p:nvPr/>
        </p:nvSpPr>
        <p:spPr>
          <a:xfrm>
            <a:off x="948690" y="21991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8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ED4031-71AF-BE49-D7BB-BB4715243EB0}"/>
              </a:ext>
            </a:extLst>
          </p:cNvPr>
          <p:cNvSpPr txBox="1"/>
          <p:nvPr/>
        </p:nvSpPr>
        <p:spPr bwMode="gray">
          <a:xfrm>
            <a:off x="2757964" y="3166781"/>
            <a:ext cx="829879" cy="13144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sz="1000"/>
              <a:t>Sparse signals</a:t>
            </a:r>
            <a:endParaRPr lang="sv-SE" sz="10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209048-9FC4-2343-5553-63F6D2AE3ACC}"/>
              </a:ext>
            </a:extLst>
          </p:cNvPr>
          <p:cNvSpPr txBox="1"/>
          <p:nvPr/>
        </p:nvSpPr>
        <p:spPr bwMode="gray">
          <a:xfrm>
            <a:off x="2788388" y="3957637"/>
            <a:ext cx="829879" cy="13144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sz="1000"/>
              <a:t>Dense signals</a:t>
            </a:r>
            <a:endParaRPr lang="sv-SE" sz="100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A2327BF9-14E3-5B3A-CBD3-03EFCA0A21BB}"/>
              </a:ext>
            </a:extLst>
          </p:cNvPr>
          <p:cNvSpPr/>
          <p:nvPr/>
        </p:nvSpPr>
        <p:spPr>
          <a:xfrm flipH="1">
            <a:off x="3886340" y="3251520"/>
            <a:ext cx="423706" cy="36720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68FB1B69-0600-FF7B-FD08-BFB7FA67C3D1}"/>
              </a:ext>
            </a:extLst>
          </p:cNvPr>
          <p:cNvSpPr/>
          <p:nvPr/>
        </p:nvSpPr>
        <p:spPr>
          <a:xfrm flipH="1" flipV="1">
            <a:off x="2011679" y="3209580"/>
            <a:ext cx="528022" cy="44118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41589E-C80A-749B-CA75-FCD49583D3BD}"/>
              </a:ext>
            </a:extLst>
          </p:cNvPr>
          <p:cNvSpPr txBox="1"/>
          <p:nvPr/>
        </p:nvSpPr>
        <p:spPr bwMode="gray">
          <a:xfrm>
            <a:off x="8491539" y="1373176"/>
            <a:ext cx="1457325" cy="25559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sz="1400"/>
              <a:t>Behavior cloning</a:t>
            </a:r>
            <a:endParaRPr lang="sv-SE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5F91B-9556-7360-A925-710BA3E4FA9C}"/>
              </a:ext>
            </a:extLst>
          </p:cNvPr>
          <p:cNvSpPr txBox="1"/>
          <p:nvPr/>
        </p:nvSpPr>
        <p:spPr bwMode="gray">
          <a:xfrm>
            <a:off x="10217783" y="1309163"/>
            <a:ext cx="1765669" cy="36576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600"/>
              </a:spcBef>
            </a:pPr>
            <a:r>
              <a:rPr lang="sv-SE" sz="1000"/>
              <a:t>Exploration vs Exploitation ?</a:t>
            </a:r>
          </a:p>
          <a:p>
            <a:pPr>
              <a:spcBef>
                <a:spcPts val="600"/>
              </a:spcBef>
            </a:pPr>
            <a:r>
              <a:rPr lang="sv-SE" sz="1000"/>
              <a:t>Impact/Need for BC ?</a:t>
            </a:r>
          </a:p>
        </p:txBody>
      </p:sp>
    </p:spTree>
    <p:extLst>
      <p:ext uri="{BB962C8B-B14F-4D97-AF65-F5344CB8AC3E}">
        <p14:creationId xmlns:p14="http://schemas.microsoft.com/office/powerpoint/2010/main" val="315991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3483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3846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9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21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8" grpId="0" animBg="1"/>
      <p:bldP spid="55" grpId="0"/>
      <p:bldP spid="57" grpId="0" animBg="1"/>
      <p:bldP spid="58" grpId="0" animBg="1"/>
      <p:bldP spid="59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72D0-5A83-5881-3E9D-6196B00C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“generate” trajectory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82644-D2CB-868C-E387-AD27EFA8BD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Generative models (Diffusion)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375AE-5C4E-4034-D7C6-C6AF74337E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A2B81-DEA9-5D71-DE7D-06A491B9642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D1F4-7A03-1133-37DF-D66EC5E8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1CFF8E69-313E-4087-3AD1-FA91FE9BCBFD}"/>
              </a:ext>
            </a:extLst>
          </p:cNvPr>
          <p:cNvSpPr/>
          <p:nvPr/>
        </p:nvSpPr>
        <p:spPr>
          <a:xfrm>
            <a:off x="329184" y="1920240"/>
            <a:ext cx="5943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9AC6EDE-AFAE-199E-5747-5F5F3E48E4F2}"/>
              </a:ext>
            </a:extLst>
          </p:cNvPr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FC337D4-2DCB-DBF2-285F-8F88D32B13C2}"/>
              </a:ext>
            </a:extLst>
          </p:cNvPr>
          <p:cNvSpPr/>
          <p:nvPr/>
        </p:nvSpPr>
        <p:spPr>
          <a:xfrm>
            <a:off x="457200" y="24688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75548DC-810B-6B75-2039-015541D492DB}"/>
              </a:ext>
            </a:extLst>
          </p:cNvPr>
          <p:cNvSpPr/>
          <p:nvPr/>
        </p:nvSpPr>
        <p:spPr>
          <a:xfrm>
            <a:off x="50292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robot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Demonstrations</a:t>
            </a:r>
            <a:endParaRPr lang="en-US" sz="10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D1AF1B6-DD58-2C1A-3BB2-A4C33F83B3DA}"/>
              </a:ext>
            </a:extLst>
          </p:cNvPr>
          <p:cNvSpPr/>
          <p:nvPr/>
        </p:nvSpPr>
        <p:spPr>
          <a:xfrm>
            <a:off x="2148840" y="2766060"/>
            <a:ext cx="228600" cy="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A20E051-5991-4ED6-2FA7-653735C045F8}"/>
              </a:ext>
            </a:extLst>
          </p:cNvPr>
          <p:cNvSpPr/>
          <p:nvPr/>
        </p:nvSpPr>
        <p:spPr>
          <a:xfrm>
            <a:off x="2377440" y="24688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DE48EEE-36CE-E214-EA26-DD84807D9BE4}"/>
              </a:ext>
            </a:extLst>
          </p:cNvPr>
          <p:cNvSpPr/>
          <p:nvPr/>
        </p:nvSpPr>
        <p:spPr>
          <a:xfrm>
            <a:off x="242316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</a:t>
            </a:r>
            <a:endParaRPr lang="en-US" sz="10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0F18BD9-2E4D-A392-90DA-8B672159D5F8}"/>
              </a:ext>
            </a:extLst>
          </p:cNvPr>
          <p:cNvSpPr/>
          <p:nvPr/>
        </p:nvSpPr>
        <p:spPr>
          <a:xfrm>
            <a:off x="4069080" y="2766060"/>
            <a:ext cx="228600" cy="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FFF3B75-989E-47C0-7033-C418925AB0FC}"/>
              </a:ext>
            </a:extLst>
          </p:cNvPr>
          <p:cNvSpPr/>
          <p:nvPr/>
        </p:nvSpPr>
        <p:spPr>
          <a:xfrm>
            <a:off x="4297680" y="24688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E7C264A-331A-F016-8806-3037633011B6}"/>
              </a:ext>
            </a:extLst>
          </p:cNvPr>
          <p:cNvSpPr/>
          <p:nvPr/>
        </p:nvSpPr>
        <p:spPr>
          <a:xfrm>
            <a:off x="434340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</a:t>
            </a:r>
            <a:endParaRPr lang="en-US" sz="10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657F349-5C96-2BF2-E681-FF5E1D72100F}"/>
              </a:ext>
            </a:extLst>
          </p:cNvPr>
          <p:cNvSpPr/>
          <p:nvPr/>
        </p:nvSpPr>
        <p:spPr>
          <a:xfrm>
            <a:off x="457200" y="31546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good robot motion looks like"</a:t>
            </a:r>
            <a:endParaRPr lang="en-US" sz="90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60B2760C-A411-B1DA-2CFD-6CBE88AD59E0}"/>
              </a:ext>
            </a:extLst>
          </p:cNvPr>
          <p:cNvSpPr/>
          <p:nvPr/>
        </p:nvSpPr>
        <p:spPr>
          <a:xfrm>
            <a:off x="329184" y="3657600"/>
            <a:ext cx="5943600" cy="365760"/>
          </a:xfrm>
          <a:prstGeom prst="rect">
            <a:avLst/>
          </a:prstGeom>
          <a:solidFill>
            <a:srgbClr val="FF000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C52F6A49-6C7F-6F35-D907-4B496B946D0F}"/>
              </a:ext>
            </a:extLst>
          </p:cNvPr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1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F53771D-EE73-15F4-1E06-F4C0FD8952FC}"/>
              </a:ext>
            </a:extLst>
          </p:cNvPr>
          <p:cNvSpPr/>
          <p:nvPr/>
        </p:nvSpPr>
        <p:spPr>
          <a:xfrm>
            <a:off x="457200" y="420624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483C6C1-B2E3-A384-8082-D9DBE5D717C3}"/>
              </a:ext>
            </a:extLst>
          </p:cNvPr>
          <p:cNvSpPr/>
          <p:nvPr/>
        </p:nvSpPr>
        <p:spPr>
          <a:xfrm>
            <a:off x="502920" y="4206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100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0AF788DA-B9EA-54CB-5B82-8DFF83250F99}"/>
              </a:ext>
            </a:extLst>
          </p:cNvPr>
          <p:cNvSpPr/>
          <p:nvPr/>
        </p:nvSpPr>
        <p:spPr>
          <a:xfrm>
            <a:off x="2148840" y="4503420"/>
            <a:ext cx="228600" cy="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FE556808-EE1C-8265-7CD8-47BA77BE9270}"/>
              </a:ext>
            </a:extLst>
          </p:cNvPr>
          <p:cNvSpPr/>
          <p:nvPr/>
        </p:nvSpPr>
        <p:spPr>
          <a:xfrm>
            <a:off x="2377440" y="420624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FEF02AF6-277F-08D5-067C-FB70396E8E8F}"/>
              </a:ext>
            </a:extLst>
          </p:cNvPr>
          <p:cNvSpPr/>
          <p:nvPr/>
        </p:nvSpPr>
        <p:spPr>
          <a:xfrm>
            <a:off x="2423160" y="4206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00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058998FA-1B76-91EB-62A5-3D8FE63971A6}"/>
              </a:ext>
            </a:extLst>
          </p:cNvPr>
          <p:cNvSpPr/>
          <p:nvPr/>
        </p:nvSpPr>
        <p:spPr>
          <a:xfrm>
            <a:off x="4069080" y="4503420"/>
            <a:ext cx="228600" cy="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22EF2E69-E4AB-1A46-4A57-37609BDBF253}"/>
              </a:ext>
            </a:extLst>
          </p:cNvPr>
          <p:cNvSpPr/>
          <p:nvPr/>
        </p:nvSpPr>
        <p:spPr>
          <a:xfrm>
            <a:off x="4297680" y="420624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2F4938C6-632E-08F6-7182-6DE698A2B265}"/>
              </a:ext>
            </a:extLst>
          </p:cNvPr>
          <p:cNvSpPr/>
          <p:nvPr/>
        </p:nvSpPr>
        <p:spPr>
          <a:xfrm>
            <a:off x="4343400" y="4206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100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1C6AAC6-0396-CA57-2692-2305248513BD}"/>
              </a:ext>
            </a:extLst>
          </p:cNvPr>
          <p:cNvSpPr/>
          <p:nvPr/>
        </p:nvSpPr>
        <p:spPr>
          <a:xfrm>
            <a:off x="457200" y="4892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steps</a:t>
            </a:r>
            <a:endParaRPr lang="en-US" sz="90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A72B58A7-745C-23E7-CCFD-C7B357FA35B1}"/>
              </a:ext>
            </a:extLst>
          </p:cNvPr>
          <p:cNvSpPr/>
          <p:nvPr/>
        </p:nvSpPr>
        <p:spPr>
          <a:xfrm>
            <a:off x="6701790" y="4840829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Diffusion denoising ]</a:t>
            </a:r>
            <a:endParaRPr lang="en-US" sz="110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B8854AE9-EE7B-CE7E-32F7-33369F7EC38E}"/>
              </a:ext>
            </a:extLst>
          </p:cNvPr>
          <p:cNvSpPr/>
          <p:nvPr/>
        </p:nvSpPr>
        <p:spPr>
          <a:xfrm>
            <a:off x="329184" y="53492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3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Task-agnostic motion prior -- knows how robots move, but not what the task is. Fast, flexible, multi-modal.</a:t>
            </a:r>
            <a:endParaRPr lang="en-US" sz="1300"/>
          </a:p>
        </p:txBody>
      </p:sp>
      <p:pic>
        <p:nvPicPr>
          <p:cNvPr id="33" name="uncond_video_writer3">
            <a:hlinkClick r:id="" action="ppaction://media"/>
            <a:extLst>
              <a:ext uri="{FF2B5EF4-FFF2-40B4-BE49-F238E27FC236}">
                <a16:creationId xmlns:a16="http://schemas.microsoft.com/office/drawing/2014/main" id="{96B66882-13C4-2EB6-E05C-D435D98307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70750" y="1053320"/>
            <a:ext cx="37084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6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500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C759-FEF5-84AE-1C46-0EC4ED95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“generation" with STL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D887B-7B5E-29C8-E792-C1A6F28E69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Flow matching</a:t>
            </a:r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D9BE5-4A12-4CB2-88FB-93A28A5DB7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0EB3DB-FD5B-6C47-110A-D460455A7ED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EE78E3-0FB5-4EDC-9795-648A78EAEBD6}" type="datetime4">
              <a:rPr lang="en-US" smtClean="0"/>
              <a:t>October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8B139-5FB7-1BD9-2AD6-82F6E777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C29F690-8014-DA39-C9F0-CDAF2AACD5AE}"/>
              </a:ext>
            </a:extLst>
          </p:cNvPr>
          <p:cNvSpPr/>
          <p:nvPr/>
        </p:nvSpPr>
        <p:spPr>
          <a:xfrm>
            <a:off x="640080" y="2103120"/>
            <a:ext cx="1502643" cy="2194557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AFB3A0C-EA4C-AB78-5568-D953F3E66141}"/>
              </a:ext>
            </a:extLst>
          </p:cNvPr>
          <p:cNvSpPr/>
          <p:nvPr/>
        </p:nvSpPr>
        <p:spPr>
          <a:xfrm>
            <a:off x="640080" y="2103120"/>
            <a:ext cx="1514475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C714EBC-86DE-A308-8E53-A49590E1D7BF}"/>
              </a:ext>
            </a:extLst>
          </p:cNvPr>
          <p:cNvSpPr/>
          <p:nvPr/>
        </p:nvSpPr>
        <p:spPr>
          <a:xfrm>
            <a:off x="648697" y="2103120"/>
            <a:ext cx="15026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</a:t>
            </a:r>
            <a:endParaRPr lang="en-US" sz="14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6BFC813-6CFC-4AD7-2993-B6C00A6DF2AC}"/>
              </a:ext>
            </a:extLst>
          </p:cNvPr>
          <p:cNvSpPr/>
          <p:nvPr/>
        </p:nvSpPr>
        <p:spPr>
          <a:xfrm>
            <a:off x="741796" y="2720338"/>
            <a:ext cx="1325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candidate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trajectories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(motion prior)</a:t>
            </a:r>
            <a:endParaRPr lang="en-US" sz="12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A3DDF898-DED3-F39B-1772-F92514F6FA39}"/>
              </a:ext>
            </a:extLst>
          </p:cNvPr>
          <p:cNvSpPr/>
          <p:nvPr/>
        </p:nvSpPr>
        <p:spPr>
          <a:xfrm>
            <a:off x="2310765" y="3172049"/>
            <a:ext cx="283964" cy="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942C0425-CCBF-D5EA-32D7-6DAB43DB92FE}"/>
              </a:ext>
            </a:extLst>
          </p:cNvPr>
          <p:cNvSpPr/>
          <p:nvPr/>
        </p:nvSpPr>
        <p:spPr>
          <a:xfrm>
            <a:off x="2905125" y="2074769"/>
            <a:ext cx="1514475" cy="21945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5B78B31-0DB6-54CD-AF1D-DCF3FE706810}"/>
              </a:ext>
            </a:extLst>
          </p:cNvPr>
          <p:cNvSpPr/>
          <p:nvPr/>
        </p:nvSpPr>
        <p:spPr>
          <a:xfrm>
            <a:off x="2905125" y="2074769"/>
            <a:ext cx="1514475" cy="411480"/>
          </a:xfrm>
          <a:prstGeom prst="rect">
            <a:avLst/>
          </a:prstGeom>
          <a:solidFill>
            <a:srgbClr val="FF000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D231FFC-4595-CE61-E8D0-D6D78AAD6E8E}"/>
              </a:ext>
            </a:extLst>
          </p:cNvPr>
          <p:cNvSpPr/>
          <p:nvPr/>
        </p:nvSpPr>
        <p:spPr>
          <a:xfrm>
            <a:off x="2905125" y="2074769"/>
            <a:ext cx="15112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Guidance</a:t>
            </a:r>
            <a:endParaRPr lang="en-US" sz="14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7A09DE2-1D76-B64D-546C-38D57DA240C6}"/>
              </a:ext>
            </a:extLst>
          </p:cNvPr>
          <p:cNvSpPr/>
          <p:nvPr/>
        </p:nvSpPr>
        <p:spPr>
          <a:xfrm>
            <a:off x="2999779" y="2715073"/>
            <a:ext cx="1325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Robustness(ρ) modelled as CBFs steers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toward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satisfaction </a:t>
            </a:r>
            <a:endParaRPr lang="en-US" sz="120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6B3BDE9-E6EC-554B-6240-E11B90603E25}"/>
              </a:ext>
            </a:extLst>
          </p:cNvPr>
          <p:cNvSpPr/>
          <p:nvPr/>
        </p:nvSpPr>
        <p:spPr>
          <a:xfrm>
            <a:off x="4744402" y="3219899"/>
            <a:ext cx="283964" cy="0"/>
          </a:xfrm>
          <a:prstGeom prst="line">
            <a:avLst/>
          </a:prstGeom>
          <a:noFill/>
          <a:ln w="25400">
            <a:solidFill>
              <a:srgbClr val="FF000F"/>
            </a:solidFill>
            <a:prstDash val="solid"/>
            <a:tailEnd type="triangle"/>
          </a:ln>
        </p:spPr>
        <p:txBody>
          <a:bodyPr/>
          <a:lstStyle/>
          <a:p>
            <a:endParaRPr lang="sv-SE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5ABADE1-BA22-332F-CD30-0C227A6ED074}"/>
              </a:ext>
            </a:extLst>
          </p:cNvPr>
          <p:cNvSpPr/>
          <p:nvPr/>
        </p:nvSpPr>
        <p:spPr>
          <a:xfrm>
            <a:off x="5338762" y="2122619"/>
            <a:ext cx="1514475" cy="2194560"/>
          </a:xfrm>
          <a:prstGeom prst="rect">
            <a:avLst/>
          </a:prstGeom>
          <a:solidFill>
            <a:srgbClr val="F0FFF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EC7F1DA-1C72-CA28-F5A0-5B3ED2FBD824}"/>
              </a:ext>
            </a:extLst>
          </p:cNvPr>
          <p:cNvSpPr/>
          <p:nvPr/>
        </p:nvSpPr>
        <p:spPr>
          <a:xfrm>
            <a:off x="5338762" y="2122619"/>
            <a:ext cx="1514475" cy="41148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1AC42B84-7229-15CA-C57C-5F8090BC6B8F}"/>
              </a:ext>
            </a:extLst>
          </p:cNvPr>
          <p:cNvSpPr/>
          <p:nvPr/>
        </p:nvSpPr>
        <p:spPr>
          <a:xfrm>
            <a:off x="5347379" y="2122619"/>
            <a:ext cx="15026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Trajectory</a:t>
            </a:r>
            <a:endParaRPr lang="en-US" sz="14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BE096C00-9392-BB38-B68A-A9EE5CAAFE77}"/>
              </a:ext>
            </a:extLst>
          </p:cNvPr>
          <p:cNvSpPr/>
          <p:nvPr/>
        </p:nvSpPr>
        <p:spPr>
          <a:xfrm>
            <a:off x="5430202" y="2714849"/>
            <a:ext cx="1325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Task-satisfying,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verified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motion</a:t>
            </a:r>
            <a:endParaRPr lang="en-US" sz="120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C75EAF3D-1660-2774-319B-974E76036029}"/>
              </a:ext>
            </a:extLst>
          </p:cNvPr>
          <p:cNvSpPr/>
          <p:nvPr/>
        </p:nvSpPr>
        <p:spPr>
          <a:xfrm>
            <a:off x="640080" y="4800600"/>
            <a:ext cx="54864" cy="548640"/>
          </a:xfrm>
          <a:prstGeom prst="rect">
            <a:avLst/>
          </a:prstGeom>
          <a:solidFill>
            <a:srgbClr val="FF000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366E7A1-318B-153C-E44A-B53C3567DAA8}"/>
              </a:ext>
            </a:extLst>
          </p:cNvPr>
          <p:cNvSpPr/>
          <p:nvPr/>
        </p:nvSpPr>
        <p:spPr>
          <a:xfrm>
            <a:off x="82296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retraining</a:t>
            </a:r>
            <a:endParaRPr lang="en-US" sz="120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7ED35411-B4C9-FADA-DFCB-6B100D7ACE90}"/>
              </a:ext>
            </a:extLst>
          </p:cNvPr>
          <p:cNvSpPr/>
          <p:nvPr/>
        </p:nvSpPr>
        <p:spPr>
          <a:xfrm>
            <a:off x="82296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STL spec at inference</a:t>
            </a:r>
            <a:endParaRPr lang="en-US" sz="100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AD570179-499F-0F3B-948E-16396B29CCCD}"/>
              </a:ext>
            </a:extLst>
          </p:cNvPr>
          <p:cNvSpPr/>
          <p:nvPr/>
        </p:nvSpPr>
        <p:spPr>
          <a:xfrm>
            <a:off x="4480560" y="4800600"/>
            <a:ext cx="54864" cy="548640"/>
          </a:xfrm>
          <a:prstGeom prst="rect">
            <a:avLst/>
          </a:prstGeom>
          <a:solidFill>
            <a:srgbClr val="FF000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047016A3-C953-38AA-792F-A0085C25E092}"/>
              </a:ext>
            </a:extLst>
          </p:cNvPr>
          <p:cNvSpPr/>
          <p:nvPr/>
        </p:nvSpPr>
        <p:spPr>
          <a:xfrm>
            <a:off x="466344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guarantees</a:t>
            </a:r>
            <a:endParaRPr lang="en-US" sz="120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6CC27CF5-D4BC-B715-8D37-D8B1232CFD63}"/>
              </a:ext>
            </a:extLst>
          </p:cNvPr>
          <p:cNvSpPr/>
          <p:nvPr/>
        </p:nvSpPr>
        <p:spPr>
          <a:xfrm>
            <a:off x="8321040" y="4800600"/>
            <a:ext cx="54864" cy="548640"/>
          </a:xfrm>
          <a:prstGeom prst="rect">
            <a:avLst/>
          </a:prstGeom>
          <a:solidFill>
            <a:srgbClr val="FF000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31B005C4-8BE0-40E8-5A6E-CC3297F62FBF}"/>
              </a:ext>
            </a:extLst>
          </p:cNvPr>
          <p:cNvSpPr/>
          <p:nvPr/>
        </p:nvSpPr>
        <p:spPr>
          <a:xfrm>
            <a:off x="850392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20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A68A0ED5-0C67-B787-FAC6-C9109C2A6D29}"/>
              </a:ext>
            </a:extLst>
          </p:cNvPr>
          <p:cNvSpPr/>
          <p:nvPr/>
        </p:nvSpPr>
        <p:spPr>
          <a:xfrm>
            <a:off x="850392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intelligence + logical reasoning, decoupled</a:t>
            </a:r>
            <a:endParaRPr lang="en-US" sz="100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46DCAA5A-CB87-0806-FC75-788A04D5AC2F}"/>
              </a:ext>
            </a:extLst>
          </p:cNvPr>
          <p:cNvSpPr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Barrier Functions (CBFs) enforce reachability and invariance constraints during the denoising process</a:t>
            </a:r>
            <a:endParaRPr lang="en-US" sz="9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1869284C-3E1B-A231-0A8C-4569C66E769C}"/>
              </a:ext>
            </a:extLst>
          </p:cNvPr>
          <p:cNvSpPr/>
          <p:nvPr/>
        </p:nvSpPr>
        <p:spPr>
          <a:xfrm>
            <a:off x="466344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at generation, not baked in training</a:t>
            </a:r>
            <a:b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(Less hallucination, More explainable)</a:t>
            </a:r>
            <a:endParaRPr lang="en-US" sz="100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9B09AAD7-C585-A07A-B3A7-F838DE022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3028" y="1195834"/>
            <a:ext cx="5065341" cy="375235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190D3179-A60C-8253-9B27-C4FC463D8F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3029" y="1184498"/>
            <a:ext cx="5065342" cy="312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7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1758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D5E9623-4797-27A5-7D17-418E8C640CE9}"/>
              </a:ext>
            </a:extLst>
          </p:cNvPr>
          <p:cNvSpPr/>
          <p:nvPr/>
        </p:nvSpPr>
        <p:spPr bwMode="gray">
          <a:xfrm>
            <a:off x="6985000" y="0"/>
            <a:ext cx="5207000" cy="6858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4" name="Text Box 4">
            <a:extLst>
              <a:ext uri="{FF2B5EF4-FFF2-40B4-BE49-F238E27FC236}">
                <a16:creationId xmlns:a16="http://schemas.microsoft.com/office/drawing/2014/main" id="{D841616A-D79F-C90B-F3C9-325A2A6C0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067" y="1144953"/>
            <a:ext cx="2894856" cy="466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400"/>
              </a:spcAft>
              <a:defRPr/>
            </a:pPr>
            <a:r>
              <a:rPr lang="en-US" altLang="da-DK" sz="900" b="1" spc="200" noProof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CHARTS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latin typeface="+mn-lt"/>
                <a:cs typeface="Arial" panose="020B0604020202020204" pitchFamily="34" charset="0"/>
              </a:rPr>
              <a:t>Color palette for charts is defined under </a:t>
            </a:r>
            <a:r>
              <a:rPr lang="en-US" sz="900" b="1" noProof="1">
                <a:latin typeface="+mn-lt"/>
                <a:cs typeface="Arial" panose="020B0604020202020204" pitchFamily="34" charset="0"/>
              </a:rPr>
              <a:t>Custom Colors </a:t>
            </a:r>
            <a:r>
              <a:rPr lang="en-US" sz="900" noProof="1">
                <a:latin typeface="+mn-lt"/>
                <a:cs typeface="Arial" panose="020B0604020202020204" pitchFamily="34" charset="0"/>
              </a:rPr>
              <a:t>section and should follow specified order.</a:t>
            </a:r>
            <a:endParaRPr lang="en-US" sz="16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Fast overskrift">
            <a:extLst>
              <a:ext uri="{FF2B5EF4-FFF2-40B4-BE49-F238E27FC236}">
                <a16:creationId xmlns:a16="http://schemas.microsoft.com/office/drawing/2014/main" id="{56B3875F-3A20-E436-97C5-8C4CE7B1A4FA}"/>
              </a:ext>
            </a:extLst>
          </p:cNvPr>
          <p:cNvSpPr txBox="1"/>
          <p:nvPr/>
        </p:nvSpPr>
        <p:spPr>
          <a:xfrm>
            <a:off x="331200" y="691200"/>
            <a:ext cx="7392885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2400" b="1"/>
              <a:t>Getting Started with Templafy at ABB</a:t>
            </a:r>
            <a:endParaRPr lang="en-US" sz="2400" b="1" noProof="1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D4B5F5D3-D3B0-AF5D-279B-42FEA54C55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" t="4334" r="-182" b="53094"/>
          <a:stretch>
            <a:fillRect/>
          </a:stretch>
        </p:blipFill>
        <p:spPr bwMode="gray">
          <a:xfrm>
            <a:off x="324773" y="4266801"/>
            <a:ext cx="1743663" cy="1684137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2000"/>
              </a:prstClr>
            </a:outerShdw>
          </a:effectLst>
        </p:spPr>
      </p:pic>
      <p:sp>
        <p:nvSpPr>
          <p:cNvPr id="26" name="Content Placeholder 19">
            <a:extLst>
              <a:ext uri="{FF2B5EF4-FFF2-40B4-BE49-F238E27FC236}">
                <a16:creationId xmlns:a16="http://schemas.microsoft.com/office/drawing/2014/main" id="{B68E7A76-8536-8E9D-960A-D5DF8ED20D92}"/>
              </a:ext>
            </a:extLst>
          </p:cNvPr>
          <p:cNvSpPr txBox="1">
            <a:spLocks/>
          </p:cNvSpPr>
          <p:nvPr/>
        </p:nvSpPr>
        <p:spPr>
          <a:xfrm>
            <a:off x="2353253" y="2480254"/>
            <a:ext cx="1743664" cy="168389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4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/>
              <a:t>ABB approved content</a:t>
            </a:r>
            <a:endParaRPr lang="en-US"/>
          </a:p>
          <a:p>
            <a:r>
              <a:rPr lang="en-US" sz="900"/>
              <a:t>Insert </a:t>
            </a:r>
            <a:r>
              <a:rPr lang="en-US" sz="900" b="1"/>
              <a:t>brand‑aligned slides, layouts, pictograms, icons, illustrations, and Media Bank images</a:t>
            </a:r>
            <a:r>
              <a:rPr lang="en-US" sz="900"/>
              <a:t> to ensure every presentation follows ABB’s visual identity and uses the latest approved assets.</a:t>
            </a:r>
            <a:endParaRPr lang="en-US"/>
          </a:p>
        </p:txBody>
      </p:sp>
      <p:sp>
        <p:nvSpPr>
          <p:cNvPr id="27" name="Content Placeholder 20">
            <a:extLst>
              <a:ext uri="{FF2B5EF4-FFF2-40B4-BE49-F238E27FC236}">
                <a16:creationId xmlns:a16="http://schemas.microsoft.com/office/drawing/2014/main" id="{95B5BBCD-B8F5-F8FE-3E6C-4336483B9FD7}"/>
              </a:ext>
            </a:extLst>
          </p:cNvPr>
          <p:cNvSpPr txBox="1">
            <a:spLocks/>
          </p:cNvSpPr>
          <p:nvPr/>
        </p:nvSpPr>
        <p:spPr>
          <a:xfrm>
            <a:off x="2353253" y="4298482"/>
            <a:ext cx="1746016" cy="168389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4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/>
              <a:t>AI Assistant</a:t>
            </a:r>
            <a:endParaRPr lang="en-US"/>
          </a:p>
          <a:p>
            <a:r>
              <a:rPr lang="en-US" sz="900"/>
              <a:t>Use prebuilt prompt library to rewrite, shorten, translate, or adjust tone‑of‑voice. </a:t>
            </a:r>
            <a:endParaRPr lang="en-US"/>
          </a:p>
          <a:p>
            <a:r>
              <a:rPr lang="en-US" sz="900"/>
              <a:t>The assistant helps you produce polished and consistent text quickly, aligned with ABB communication standards.</a:t>
            </a:r>
            <a:endParaRPr lang="en-US"/>
          </a:p>
        </p:txBody>
      </p:sp>
      <p:sp>
        <p:nvSpPr>
          <p:cNvPr id="28" name="Content Placeholder 21">
            <a:extLst>
              <a:ext uri="{FF2B5EF4-FFF2-40B4-BE49-F238E27FC236}">
                <a16:creationId xmlns:a16="http://schemas.microsoft.com/office/drawing/2014/main" id="{B74D7988-9480-913C-041B-7561EBFA5D79}"/>
              </a:ext>
            </a:extLst>
          </p:cNvPr>
          <p:cNvSpPr txBox="1">
            <a:spLocks/>
          </p:cNvSpPr>
          <p:nvPr/>
        </p:nvSpPr>
        <p:spPr>
          <a:xfrm>
            <a:off x="4863950" y="2480254"/>
            <a:ext cx="1815415" cy="178654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4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/>
              <a:t>Resources</a:t>
            </a:r>
            <a:endParaRPr lang="en-US"/>
          </a:p>
          <a:p>
            <a:r>
              <a:rPr lang="en-US" sz="900" u="sng">
                <a:solidFill>
                  <a:schemeClr val="tx1">
                    <a:lumMod val="100000"/>
                  </a:schemeClr>
                </a:solidFill>
                <a:latin typeface="ABBvoice" panose="020B0604020202020204" charset="0"/>
                <a:hlinkClick r:id="rId5"/>
              </a:rPr>
              <a:t>Templafy at ABB</a:t>
            </a:r>
            <a:endParaRPr lang="en-US" sz="900" u="sng">
              <a:solidFill>
                <a:schemeClr val="tx1">
                  <a:lumMod val="100000"/>
                </a:schemeClr>
              </a:solidFill>
              <a:latin typeface="ABBvoice" panose="020B0604020202020204" charset="0"/>
            </a:endParaRPr>
          </a:p>
          <a:p>
            <a:r>
              <a:rPr lang="en-US" sz="900" u="sng">
                <a:solidFill>
                  <a:schemeClr val="tx1">
                    <a:lumMod val="100000"/>
                  </a:schemeClr>
                </a:solidFill>
                <a:latin typeface="ABBvoice" panose="020B0604020202020204" charset="0"/>
                <a:hlinkClick r:id="rId6"/>
              </a:rPr>
              <a:t>Templafy Learning Path</a:t>
            </a:r>
            <a:endParaRPr lang="en-US" sz="900" u="sng">
              <a:solidFill>
                <a:schemeClr val="tx1">
                  <a:lumMod val="100000"/>
                </a:schemeClr>
              </a:solidFill>
              <a:latin typeface="ABBvoice" panose="020B0604020202020204" charset="0"/>
            </a:endParaRPr>
          </a:p>
          <a:p>
            <a:r>
              <a:rPr lang="en-US" sz="900" u="sng">
                <a:solidFill>
                  <a:schemeClr val="tx1">
                    <a:lumMod val="100000"/>
                  </a:schemeClr>
                </a:solidFill>
                <a:latin typeface="ABBvoice" panose="020B0604020202020204" charset="0"/>
                <a:hlinkClick r:id="rId7"/>
              </a:rPr>
              <a:t>Templafy Training Videos</a:t>
            </a:r>
            <a:endParaRPr lang="en-US" sz="900" u="sng">
              <a:solidFill>
                <a:schemeClr val="tx1">
                  <a:lumMod val="100000"/>
                </a:schemeClr>
              </a:solidFill>
              <a:latin typeface="ABBvoice" panose="020B0604020202020204" charset="0"/>
            </a:endParaRPr>
          </a:p>
          <a:p>
            <a:r>
              <a:rPr lang="en-US" sz="900" u="sng">
                <a:solidFill>
                  <a:schemeClr val="tx1">
                    <a:lumMod val="100000"/>
                  </a:schemeClr>
                </a:solidFill>
                <a:latin typeface="ABBvoice" panose="020B0604020202020204" charset="0"/>
                <a:hlinkClick r:id="rId8"/>
              </a:rPr>
              <a:t>Sign up for PowerPoint training</a:t>
            </a:r>
            <a:endParaRPr lang="en-US" sz="900" u="sng">
              <a:solidFill>
                <a:schemeClr val="tx1">
                  <a:lumMod val="100000"/>
                </a:schemeClr>
              </a:solidFill>
              <a:latin typeface="ABBvoice" panose="020B0604020202020204" charset="0"/>
            </a:endParaRPr>
          </a:p>
          <a:p>
            <a:r>
              <a:rPr lang="en-US" sz="900" u="sng">
                <a:solidFill>
                  <a:schemeClr val="tx1">
                    <a:lumMod val="100000"/>
                  </a:schemeClr>
                </a:solidFill>
                <a:latin typeface="ABBvoice" panose="020B0604020202020204" charset="0"/>
                <a:hlinkClick r:id="rId9"/>
              </a:rPr>
              <a:t>User Guide</a:t>
            </a:r>
            <a:endParaRPr lang="en-US" sz="900" u="sng">
              <a:solidFill>
                <a:schemeClr val="tx1">
                  <a:lumMod val="100000"/>
                </a:schemeClr>
              </a:solidFill>
              <a:latin typeface="ABBvoice" panose="020B0604020202020204" charset="0"/>
            </a:endParaRPr>
          </a:p>
          <a:p>
            <a:endParaRPr lang="en-US" sz="900"/>
          </a:p>
        </p:txBody>
      </p:sp>
      <p:sp>
        <p:nvSpPr>
          <p:cNvPr id="29" name="Content Placeholder 22">
            <a:extLst>
              <a:ext uri="{FF2B5EF4-FFF2-40B4-BE49-F238E27FC236}">
                <a16:creationId xmlns:a16="http://schemas.microsoft.com/office/drawing/2014/main" id="{33A8E9C0-D506-6844-70C3-B74764A30043}"/>
              </a:ext>
            </a:extLst>
          </p:cNvPr>
          <p:cNvSpPr txBox="1">
            <a:spLocks/>
          </p:cNvSpPr>
          <p:nvPr/>
        </p:nvSpPr>
        <p:spPr>
          <a:xfrm>
            <a:off x="4863950" y="4298482"/>
            <a:ext cx="1905611" cy="11626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4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68800" indent="-2844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/>
              <a:t>Custom Templafy Space</a:t>
            </a:r>
            <a:endParaRPr lang="en-US"/>
          </a:p>
          <a:p>
            <a:r>
              <a:rPr lang="en-US" sz="900"/>
              <a:t>Do you have templates or assets specific to your business, team, department, function, or country?
You can add them to your own Templafy Space. </a:t>
            </a:r>
            <a:r>
              <a:rPr lang="en-US" sz="900">
                <a:hlinkClick r:id="rId10"/>
              </a:rPr>
              <a:t>Request onboarding</a:t>
            </a:r>
            <a:r>
              <a:rPr lang="en-US" sz="900"/>
              <a:t> to get started.</a:t>
            </a:r>
            <a:endParaRPr lang="en-US"/>
          </a:p>
        </p:txBody>
      </p:sp>
      <p:pic>
        <p:nvPicPr>
          <p:cNvPr id="30" name="Picture Placeholder 24">
            <a:extLst>
              <a:ext uri="{FF2B5EF4-FFF2-40B4-BE49-F238E27FC236}">
                <a16:creationId xmlns:a16="http://schemas.microsoft.com/office/drawing/2014/main" id="{8F486C30-92B6-B345-2101-9B4A37BB253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6222" b="16222"/>
          <a:stretch/>
        </p:blipFill>
        <p:spPr bwMode="gray">
          <a:xfrm>
            <a:off x="325361" y="2386807"/>
            <a:ext cx="1743075" cy="1685925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2000"/>
              </a:prstClr>
            </a:outerShdw>
          </a:effectLst>
        </p:spPr>
      </p:pic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A2221EB-696D-EA59-D1D6-D9B4AE51C96B}"/>
              </a:ext>
            </a:extLst>
          </p:cNvPr>
          <p:cNvSpPr txBox="1">
            <a:spLocks/>
          </p:cNvSpPr>
          <p:nvPr/>
        </p:nvSpPr>
        <p:spPr>
          <a:xfrm>
            <a:off x="331200" y="1057498"/>
            <a:ext cx="5764211" cy="48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0" defTabSz="914491">
              <a:spcBef>
                <a:spcPts val="600"/>
              </a:spcBef>
              <a:buFont typeface="ABBvoice" panose="020B0604020202020204" pitchFamily="34" charset="0"/>
              <a:buNone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284400" indent="-284400" defTabSz="914491">
              <a:spcBef>
                <a:spcPts val="600"/>
              </a:spcBef>
              <a:buFont typeface="ABBvoice" panose="020D0603020503020204" pitchFamily="34" charset="0"/>
              <a:buChar char="•"/>
              <a:defRPr sz="1400"/>
            </a:lvl2pPr>
            <a:lvl3pPr marL="568800" indent="-284400" defTabSz="914491">
              <a:spcBef>
                <a:spcPts val="600"/>
              </a:spcBef>
              <a:buFont typeface="ABBvoice" panose="020D0603020503020204" pitchFamily="34" charset="0"/>
              <a:buChar char="•"/>
              <a:defRPr sz="1400"/>
            </a:lvl3pPr>
            <a:lvl4pPr marL="568800" indent="-284400" defTabSz="914491">
              <a:spcBef>
                <a:spcPts val="600"/>
              </a:spcBef>
              <a:buFont typeface="ABBvoice" panose="020D0603020503020204" pitchFamily="34" charset="0"/>
              <a:buChar char="•"/>
              <a:defRPr sz="1400"/>
            </a:lvl4pPr>
            <a:lvl5pPr marL="568800" indent="-284400" defTabSz="914491">
              <a:spcBef>
                <a:spcPts val="600"/>
              </a:spcBef>
              <a:buFont typeface="ABBvoice" panose="020D0603020503020204" pitchFamily="34" charset="0"/>
              <a:buChar char="•"/>
              <a:defRPr sz="1400"/>
            </a:lvl5pPr>
            <a:lvl6pPr marL="360036" indent="-180018" defTabSz="914491">
              <a:spcBef>
                <a:spcPts val="600"/>
              </a:spcBef>
              <a:buFont typeface="ABBvoice" panose="020B0604020202020204" pitchFamily="34" charset="0"/>
              <a:buChar char="•"/>
              <a:defRPr sz="1400"/>
            </a:lvl6pPr>
            <a:lvl7pPr marL="360036" indent="-180018" defTabSz="914491">
              <a:spcBef>
                <a:spcPts val="600"/>
              </a:spcBef>
              <a:buFont typeface="ABBvoice" panose="020B0604020202020204" pitchFamily="34" charset="0"/>
              <a:buChar char="•"/>
              <a:defRPr sz="1400"/>
            </a:lvl7pPr>
            <a:lvl8pPr marL="360036" indent="-180018" defTabSz="914491">
              <a:spcBef>
                <a:spcPts val="600"/>
              </a:spcBef>
              <a:buFont typeface="ABBvoice" panose="020B0604020202020204" pitchFamily="34" charset="0"/>
              <a:buChar char="•"/>
              <a:defRPr sz="1400"/>
            </a:lvl8pPr>
            <a:lvl9pPr marL="360036" indent="-180018" defTabSz="914491">
              <a:spcBef>
                <a:spcPts val="600"/>
              </a:spcBef>
              <a:buFont typeface="ABBvoice" panose="020B0604020202020204" pitchFamily="34" charset="0"/>
              <a:buChar char="•"/>
              <a:defRPr sz="1400"/>
            </a:lvl9pPr>
          </a:lstStyle>
          <a:p>
            <a:r>
              <a:rPr lang="en-US"/>
              <a:t>Access ABB‑approved templates, graphics, slides, and Media Bank images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DE56E27-C0D8-25B9-2832-F40B554FF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067" y="2838632"/>
            <a:ext cx="4832131" cy="466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R="0" lv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20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predefined slides and elements using the Templafy pane. Choose </a:t>
            </a:r>
            <a:r>
              <a:rPr lang="en-US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from the buttons in the Templafy pane on the right side of the screen.</a:t>
            </a:r>
            <a:endParaRPr lang="en-US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68D4A5-2B9C-1E36-44CA-6C361F77BB81}"/>
              </a:ext>
            </a:extLst>
          </p:cNvPr>
          <p:cNvGrpSpPr/>
          <p:nvPr/>
        </p:nvGrpSpPr>
        <p:grpSpPr>
          <a:xfrm>
            <a:off x="10672380" y="1951503"/>
            <a:ext cx="861738" cy="531155"/>
            <a:chOff x="4246563" y="5006974"/>
            <a:chExt cx="1629002" cy="100407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BDF23BF-1C35-35F1-B81A-4C5B95CD35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alphaModFix amt="32000"/>
            </a:blip>
            <a:srcRect t="2274"/>
            <a:stretch>
              <a:fillRect/>
            </a:stretch>
          </p:blipFill>
          <p:spPr>
            <a:xfrm>
              <a:off x="4246563" y="5006974"/>
              <a:ext cx="1629002" cy="89373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F2B21BB-ECC1-332B-E1BA-A7E5D93971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rcRect l="18205" t="44172" r="52900"/>
            <a:stretch>
              <a:fillRect/>
            </a:stretch>
          </p:blipFill>
          <p:spPr>
            <a:xfrm>
              <a:off x="4543125" y="5390147"/>
              <a:ext cx="470703" cy="510558"/>
            </a:xfrm>
            <a:custGeom>
              <a:avLst/>
              <a:gdLst>
                <a:gd name="csX0" fmla="*/ 0 w 470703"/>
                <a:gd name="csY0" fmla="*/ 0 h 510558"/>
                <a:gd name="csX1" fmla="*/ 470703 w 470703"/>
                <a:gd name="csY1" fmla="*/ 0 h 510558"/>
                <a:gd name="csX2" fmla="*/ 470703 w 470703"/>
                <a:gd name="csY2" fmla="*/ 510558 h 510558"/>
                <a:gd name="csX3" fmla="*/ 0 w 470703"/>
                <a:gd name="csY3" fmla="*/ 510558 h 510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0703" h="510558">
                  <a:moveTo>
                    <a:pt x="0" y="0"/>
                  </a:moveTo>
                  <a:lnTo>
                    <a:pt x="470703" y="0"/>
                  </a:lnTo>
                  <a:lnTo>
                    <a:pt x="470703" y="510558"/>
                  </a:lnTo>
                  <a:lnTo>
                    <a:pt x="0" y="510558"/>
                  </a:lnTo>
                  <a:close/>
                </a:path>
              </a:pathLst>
            </a:cu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2DC5684-6D9A-94B5-0D9C-373E2C9D510C}"/>
                </a:ext>
              </a:extLst>
            </p:cNvPr>
            <p:cNvSpPr/>
            <p:nvPr userDrawn="1"/>
          </p:nvSpPr>
          <p:spPr bwMode="gray">
            <a:xfrm>
              <a:off x="4543124" y="5390147"/>
              <a:ext cx="470703" cy="51055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8DA88383-5C41-1FFC-644F-E33AB5B95EE8}"/>
                </a:ext>
              </a:extLst>
            </p:cNvPr>
            <p:cNvSpPr/>
            <p:nvPr userDrawn="1"/>
          </p:nvSpPr>
          <p:spPr bwMode="gray">
            <a:xfrm>
              <a:off x="4720167" y="5909452"/>
              <a:ext cx="117856" cy="101600"/>
            </a:xfrm>
            <a:prstGeom prst="triangle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sz="140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Box 3">
            <a:extLst>
              <a:ext uri="{FF2B5EF4-FFF2-40B4-BE49-F238E27FC236}">
                <a16:creationId xmlns:a16="http://schemas.microsoft.com/office/drawing/2014/main" id="{C4365C70-941D-30D2-AFF9-30CA16CBF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067" y="5132474"/>
            <a:ext cx="3112192" cy="155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20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US" sz="900">
                <a:latin typeface="+mn-lt"/>
                <a:cs typeface="Arial" panose="020B0604020202020204" pitchFamily="34" charset="0"/>
              </a:rPr>
            </a:br>
            <a:r>
              <a:rPr lang="en-US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US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blue </a:t>
            </a:r>
            <a:r>
              <a:rPr lang="en-US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US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  <a:endParaRPr lang="en-US"/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picture placeholder by clicking on the frame </a:t>
            </a:r>
            <a:br>
              <a:rPr lang="en-US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(at the edge)</a:t>
            </a:r>
            <a:endParaRPr lang="en-US"/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US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US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the Templafy pane, or</a:t>
            </a:r>
            <a:endParaRPr lang="en-US"/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da-DK" sz="900" noProof="1">
                <a:latin typeface="+mn-lt"/>
                <a:cs typeface="Arial" panose="020B0604020202020204" pitchFamily="34" charset="0"/>
              </a:rPr>
              <a:t>Choose Media Bank to access the whole collection</a:t>
            </a:r>
            <a:br>
              <a:rPr lang="en-US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B12EBC-D311-9564-DE70-D4D9BE3AB725}"/>
              </a:ext>
            </a:extLst>
          </p:cNvPr>
          <p:cNvSpPr txBox="1"/>
          <p:nvPr/>
        </p:nvSpPr>
        <p:spPr bwMode="gray">
          <a:xfrm>
            <a:off x="350301" y="6270921"/>
            <a:ext cx="71169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1">
                <a:solidFill>
                  <a:schemeClr val="bg2"/>
                </a:solidFill>
              </a:rPr>
              <a:t>One ABB platform for trusted, compliant and intelligent document creation.</a:t>
            </a:r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A005A26-9C7A-5C26-D230-400E73F84F9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83671" y="2774023"/>
            <a:ext cx="1352584" cy="195850"/>
          </a:xfrm>
          <a:prstGeom prst="rect">
            <a:avLst/>
          </a:prstGeom>
        </p:spPr>
      </p:pic>
      <p:sp>
        <p:nvSpPr>
          <p:cNvPr id="43" name="Text Box 4">
            <a:extLst>
              <a:ext uri="{FF2B5EF4-FFF2-40B4-BE49-F238E27FC236}">
                <a16:creationId xmlns:a16="http://schemas.microsoft.com/office/drawing/2014/main" id="{DF6F03BA-CFD5-1D0D-776F-B5A17871A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067" y="1853293"/>
            <a:ext cx="3103212" cy="743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400"/>
              </a:spcAft>
              <a:defRPr/>
            </a:pPr>
            <a:r>
              <a:rPr lang="en-US" altLang="da-DK" sz="900" b="1" spc="200" noProof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COPY/PASTE SLIDES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You can move slides between all official ABB templates (including Copilot template) but you have to choose </a:t>
            </a:r>
            <a:r>
              <a:rPr lang="en-US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Destination Theme </a:t>
            </a: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ensure Templafy formatting and update features remain intact.</a:t>
            </a:r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6D8C9B3-CFCF-02D3-7708-A8839D61E2E4}"/>
              </a:ext>
            </a:extLst>
          </p:cNvPr>
          <p:cNvGrpSpPr/>
          <p:nvPr/>
        </p:nvGrpSpPr>
        <p:grpSpPr>
          <a:xfrm>
            <a:off x="10340870" y="769380"/>
            <a:ext cx="1606888" cy="952253"/>
            <a:chOff x="10214264" y="83343"/>
            <a:chExt cx="1606888" cy="952253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173E46A-661A-C457-042F-E1B14FAFBFF3}"/>
                </a:ext>
              </a:extLst>
            </p:cNvPr>
            <p:cNvSpPr/>
            <p:nvPr/>
          </p:nvSpPr>
          <p:spPr bwMode="gray">
            <a:xfrm>
              <a:off x="10214264" y="83343"/>
              <a:ext cx="1606888" cy="952253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DE47378-8519-DFB9-FA61-7D6B704BF7E5}"/>
                </a:ext>
              </a:extLst>
            </p:cNvPr>
            <p:cNvGrpSpPr/>
            <p:nvPr/>
          </p:nvGrpSpPr>
          <p:grpSpPr>
            <a:xfrm>
              <a:off x="10297375" y="667283"/>
              <a:ext cx="1317839" cy="285922"/>
              <a:chOff x="10337800" y="616486"/>
              <a:chExt cx="1052483" cy="243083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4619A64C-3E63-EF2F-2C07-A30EE836D071}"/>
                  </a:ext>
                </a:extLst>
              </p:cNvPr>
              <p:cNvGrpSpPr/>
              <p:nvPr/>
            </p:nvGrpSpPr>
            <p:grpSpPr>
              <a:xfrm>
                <a:off x="10433050" y="616486"/>
                <a:ext cx="864493" cy="243083"/>
                <a:chOff x="10433050" y="616486"/>
                <a:chExt cx="864493" cy="243083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6DC7B00-7134-0FCF-35F4-E11759F51DE3}"/>
                    </a:ext>
                  </a:extLst>
                </p:cNvPr>
                <p:cNvSpPr/>
                <p:nvPr/>
              </p:nvSpPr>
              <p:spPr bwMode="gray">
                <a:xfrm>
                  <a:off x="10507443" y="616486"/>
                  <a:ext cx="46170" cy="243083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8350219-371B-0625-285C-B6A3A4D642D8}"/>
                    </a:ext>
                  </a:extLst>
                </p:cNvPr>
                <p:cNvSpPr/>
                <p:nvPr/>
              </p:nvSpPr>
              <p:spPr bwMode="gray">
                <a:xfrm>
                  <a:off x="10656229" y="616486"/>
                  <a:ext cx="46170" cy="243083"/>
                </a:xfrm>
                <a:prstGeom prst="rect">
                  <a:avLst/>
                </a:prstGeom>
                <a:solidFill>
                  <a:srgbClr val="D2D2D2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C05E17D-DEE9-EC19-D60C-EFA32A14EC1D}"/>
                    </a:ext>
                  </a:extLst>
                </p:cNvPr>
                <p:cNvSpPr/>
                <p:nvPr/>
              </p:nvSpPr>
              <p:spPr bwMode="gray">
                <a:xfrm>
                  <a:off x="10730622" y="777616"/>
                  <a:ext cx="46170" cy="81953"/>
                </a:xfrm>
                <a:prstGeom prst="rect">
                  <a:avLst/>
                </a:prstGeom>
                <a:solidFill>
                  <a:srgbClr val="A9A9A9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5851E43C-97FE-0BC6-2A29-FDBC40217B45}"/>
                    </a:ext>
                  </a:extLst>
                </p:cNvPr>
                <p:cNvSpPr/>
                <p:nvPr/>
              </p:nvSpPr>
              <p:spPr bwMode="gray">
                <a:xfrm>
                  <a:off x="10953801" y="777616"/>
                  <a:ext cx="46170" cy="81953"/>
                </a:xfrm>
                <a:prstGeom prst="rect">
                  <a:avLst/>
                </a:prstGeom>
                <a:solidFill>
                  <a:srgbClr val="E4E7F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A283382-D793-CDB0-5AC3-3C16F3A6E63C}"/>
                    </a:ext>
                  </a:extLst>
                </p:cNvPr>
                <p:cNvSpPr/>
                <p:nvPr/>
              </p:nvSpPr>
              <p:spPr bwMode="gray">
                <a:xfrm>
                  <a:off x="10879408" y="649826"/>
                  <a:ext cx="46170" cy="209743"/>
                </a:xfrm>
                <a:prstGeom prst="rect">
                  <a:avLst/>
                </a:prstGeom>
                <a:solidFill>
                  <a:srgbClr val="FF957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5D623182-701C-62B8-66B4-B378C5A4D842}"/>
                    </a:ext>
                  </a:extLst>
                </p:cNvPr>
                <p:cNvSpPr/>
                <p:nvPr/>
              </p:nvSpPr>
              <p:spPr bwMode="gray">
                <a:xfrm>
                  <a:off x="11028194" y="649826"/>
                  <a:ext cx="46170" cy="209743"/>
                </a:xfrm>
                <a:prstGeom prst="rect">
                  <a:avLst/>
                </a:prstGeom>
                <a:solidFill>
                  <a:srgbClr val="93A1F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B6DCED7-570A-D1BB-CF33-947323B8A71C}"/>
                    </a:ext>
                  </a:extLst>
                </p:cNvPr>
                <p:cNvSpPr/>
                <p:nvPr/>
              </p:nvSpPr>
              <p:spPr bwMode="gray">
                <a:xfrm>
                  <a:off x="10433050" y="726281"/>
                  <a:ext cx="46170" cy="133288"/>
                </a:xfrm>
                <a:prstGeom prst="rect">
                  <a:avLst/>
                </a:prstGeom>
                <a:solidFill>
                  <a:srgbClr val="FF000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2EA238E-D986-FF52-E4F9-36CAB56ED2AA}"/>
                    </a:ext>
                  </a:extLst>
                </p:cNvPr>
                <p:cNvSpPr/>
                <p:nvPr/>
              </p:nvSpPr>
              <p:spPr bwMode="gray">
                <a:xfrm>
                  <a:off x="10805015" y="726281"/>
                  <a:ext cx="46170" cy="133288"/>
                </a:xfrm>
                <a:prstGeom prst="rect">
                  <a:avLst/>
                </a:prstGeom>
                <a:solidFill>
                  <a:srgbClr val="6E6E6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7AF8E73-BD42-43D9-D91A-3BD1082DEBE7}"/>
                    </a:ext>
                  </a:extLst>
                </p:cNvPr>
                <p:cNvSpPr/>
                <p:nvPr/>
              </p:nvSpPr>
              <p:spPr bwMode="gray">
                <a:xfrm>
                  <a:off x="11102587" y="726281"/>
                  <a:ext cx="46170" cy="133288"/>
                </a:xfrm>
                <a:prstGeom prst="rect">
                  <a:avLst/>
                </a:prstGeom>
                <a:solidFill>
                  <a:srgbClr val="004C97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A74174C5-539A-E897-C6F4-BF6167B2401F}"/>
                    </a:ext>
                  </a:extLst>
                </p:cNvPr>
                <p:cNvSpPr/>
                <p:nvPr/>
              </p:nvSpPr>
              <p:spPr bwMode="gray">
                <a:xfrm>
                  <a:off x="10581836" y="676275"/>
                  <a:ext cx="46170" cy="183294"/>
                </a:xfrm>
                <a:prstGeom prst="rect">
                  <a:avLst/>
                </a:prstGeom>
                <a:solidFill>
                  <a:srgbClr val="6764F6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3DD4BEB-7090-8F68-005B-74C497B6FEAE}"/>
                    </a:ext>
                  </a:extLst>
                </p:cNvPr>
                <p:cNvSpPr/>
                <p:nvPr/>
              </p:nvSpPr>
              <p:spPr bwMode="gray">
                <a:xfrm>
                  <a:off x="11176980" y="676275"/>
                  <a:ext cx="46170" cy="183294"/>
                </a:xfrm>
                <a:prstGeom prst="rect">
                  <a:avLst/>
                </a:prstGeom>
                <a:solidFill>
                  <a:srgbClr val="007A3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BF7B6C91-1D7C-C111-E018-2473B25E36F8}"/>
                    </a:ext>
                  </a:extLst>
                </p:cNvPr>
                <p:cNvSpPr/>
                <p:nvPr/>
              </p:nvSpPr>
              <p:spPr bwMode="gray">
                <a:xfrm>
                  <a:off x="11251373" y="616486"/>
                  <a:ext cx="46170" cy="243083"/>
                </a:xfrm>
                <a:prstGeom prst="rect">
                  <a:avLst/>
                </a:prstGeom>
                <a:solidFill>
                  <a:srgbClr val="FFD1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spcBef>
                      <a:spcPts val="600"/>
                    </a:spcBef>
                  </a:pPr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F8F02AE-3BE7-68D9-19A9-ADA7C006CADE}"/>
                  </a:ext>
                </a:extLst>
              </p:cNvPr>
              <p:cNvCxnSpPr/>
              <p:nvPr/>
            </p:nvCxnSpPr>
            <p:spPr bwMode="gray">
              <a:xfrm>
                <a:off x="10337800" y="859569"/>
                <a:ext cx="1052483" cy="0"/>
              </a:xfrm>
              <a:prstGeom prst="line">
                <a:avLst/>
              </a:prstGeom>
              <a:ln w="127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C5C864A-27C0-4D0D-1686-6FC75A1D1070}"/>
                </a:ext>
              </a:extLst>
            </p:cNvPr>
            <p:cNvGrpSpPr/>
            <p:nvPr/>
          </p:nvGrpSpPr>
          <p:grpSpPr>
            <a:xfrm>
              <a:off x="10292387" y="97001"/>
              <a:ext cx="1322827" cy="455467"/>
              <a:chOff x="9977967" y="152137"/>
              <a:chExt cx="1928283" cy="663934"/>
            </a:xfrm>
          </p:grpSpPr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920801AE-3B73-BA0E-60A2-F480AF2574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r="10154"/>
              <a:stretch>
                <a:fillRect/>
              </a:stretch>
            </p:blipFill>
            <p:spPr>
              <a:xfrm>
                <a:off x="9977967" y="152137"/>
                <a:ext cx="1928283" cy="663934"/>
              </a:xfrm>
              <a:prstGeom prst="rect">
                <a:avLst/>
              </a:prstGeom>
            </p:spPr>
          </p:pic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F355341-ED14-C2D9-5FAA-D1640AFB1AFE}"/>
                  </a:ext>
                </a:extLst>
              </p:cNvPr>
              <p:cNvSpPr txBox="1"/>
              <p:nvPr/>
            </p:nvSpPr>
            <p:spPr bwMode="gray">
              <a:xfrm>
                <a:off x="9989827" y="395808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>
                    <a:solidFill>
                      <a:schemeClr val="bg1"/>
                    </a:solidFill>
                  </a:rPr>
                  <a:t>1</a:t>
                </a:r>
                <a:endParaRPr lang="en-US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5EAB245-011C-1331-C100-BA609CAC7C32}"/>
                  </a:ext>
                </a:extLst>
              </p:cNvPr>
              <p:cNvSpPr txBox="1"/>
              <p:nvPr/>
            </p:nvSpPr>
            <p:spPr bwMode="gray">
              <a:xfrm>
                <a:off x="10200245" y="395808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>
                    <a:solidFill>
                      <a:schemeClr val="bg1"/>
                    </a:solidFill>
                  </a:rPr>
                  <a:t>2</a:t>
                </a:r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328F527-34B4-5D13-F956-57B863A1F122}"/>
                  </a:ext>
                </a:extLst>
              </p:cNvPr>
              <p:cNvSpPr txBox="1"/>
              <p:nvPr/>
            </p:nvSpPr>
            <p:spPr bwMode="gray">
              <a:xfrm>
                <a:off x="10419793" y="395808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>
                    <a:solidFill>
                      <a:schemeClr val="bg1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870B1AA-2265-9A68-F721-8DC7C63997F9}"/>
                  </a:ext>
                </a:extLst>
              </p:cNvPr>
              <p:cNvSpPr txBox="1"/>
              <p:nvPr/>
            </p:nvSpPr>
            <p:spPr bwMode="gray">
              <a:xfrm>
                <a:off x="10631366" y="395808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/>
                  <a:t>4</a:t>
                </a:r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31167F-7294-844A-F459-B16413003D5C}"/>
                  </a:ext>
                </a:extLst>
              </p:cNvPr>
              <p:cNvSpPr txBox="1"/>
              <p:nvPr/>
            </p:nvSpPr>
            <p:spPr bwMode="gray">
              <a:xfrm>
                <a:off x="10841784" y="395808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/>
                  <a:t>5</a:t>
                </a:r>
                <a:endParaRPr lang="en-US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120D1F3-EE37-25F2-4992-76239FCD9868}"/>
                  </a:ext>
                </a:extLst>
              </p:cNvPr>
              <p:cNvSpPr txBox="1"/>
              <p:nvPr/>
            </p:nvSpPr>
            <p:spPr bwMode="gray">
              <a:xfrm>
                <a:off x="11061332" y="395808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>
                    <a:solidFill>
                      <a:schemeClr val="bg1"/>
                    </a:solidFill>
                  </a:rPr>
                  <a:t>6</a:t>
                </a:r>
                <a:endParaRPr lang="en-US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C8F2897-8479-4EA8-258D-7187D5D4C23E}"/>
                  </a:ext>
                </a:extLst>
              </p:cNvPr>
              <p:cNvSpPr txBox="1"/>
              <p:nvPr/>
            </p:nvSpPr>
            <p:spPr bwMode="gray">
              <a:xfrm>
                <a:off x="11283480" y="395808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/>
                  <a:t>7</a:t>
                </a:r>
                <a:endParaRPr lang="en-US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4C28A55-9B55-25A5-A9B8-F39A2BFA02E9}"/>
                  </a:ext>
                </a:extLst>
              </p:cNvPr>
              <p:cNvSpPr txBox="1"/>
              <p:nvPr/>
            </p:nvSpPr>
            <p:spPr bwMode="gray">
              <a:xfrm>
                <a:off x="11493898" y="395808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/>
                  <a:t>8</a:t>
                </a:r>
                <a:endParaRPr lang="en-US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24F1180-A951-0D5D-6B05-76605A6B665C}"/>
                  </a:ext>
                </a:extLst>
              </p:cNvPr>
              <p:cNvSpPr txBox="1"/>
              <p:nvPr/>
            </p:nvSpPr>
            <p:spPr bwMode="gray">
              <a:xfrm>
                <a:off x="11713446" y="395808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/>
                  <a:t>9</a:t>
                </a:r>
                <a:endParaRPr lang="en-US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6039500-7B5A-996A-1270-5613346A6A24}"/>
                  </a:ext>
                </a:extLst>
              </p:cNvPr>
              <p:cNvSpPr txBox="1"/>
              <p:nvPr/>
            </p:nvSpPr>
            <p:spPr bwMode="gray">
              <a:xfrm>
                <a:off x="9989827" y="605926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>
                    <a:solidFill>
                      <a:schemeClr val="bg1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56601A1-8EF6-608B-7C76-0E923E50BD1F}"/>
                  </a:ext>
                </a:extLst>
              </p:cNvPr>
              <p:cNvSpPr txBox="1"/>
              <p:nvPr/>
            </p:nvSpPr>
            <p:spPr bwMode="gray">
              <a:xfrm>
                <a:off x="10200245" y="605926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>
                    <a:solidFill>
                      <a:schemeClr val="bg1"/>
                    </a:solidFill>
                  </a:rPr>
                  <a:t>11</a:t>
                </a:r>
                <a:endParaRPr lang="en-US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929D315-5C11-548C-374A-7BE23A31BFCC}"/>
                  </a:ext>
                </a:extLst>
              </p:cNvPr>
              <p:cNvSpPr txBox="1"/>
              <p:nvPr/>
            </p:nvSpPr>
            <p:spPr bwMode="gray">
              <a:xfrm>
                <a:off x="10419793" y="605926"/>
                <a:ext cx="163630" cy="1822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600">
                    <a:solidFill>
                      <a:schemeClr val="bg1"/>
                    </a:solidFill>
                  </a:rPr>
                  <a:t>12</a:t>
                </a:r>
                <a:endParaRPr lang="en-US"/>
              </a:p>
            </p:txBody>
          </p:sp>
        </p:grpSp>
      </p:grpSp>
      <p:sp>
        <p:nvSpPr>
          <p:cNvPr id="87" name="Text Box 3">
            <a:extLst>
              <a:ext uri="{FF2B5EF4-FFF2-40B4-BE49-F238E27FC236}">
                <a16:creationId xmlns:a16="http://schemas.microsoft.com/office/drawing/2014/main" id="{DD522917-668E-25C7-38F3-BD357DF2B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067" y="221169"/>
            <a:ext cx="3560476" cy="68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R="0" lvl="0" indent="0" eaLnBrk="1" fontAlgn="auto" hangingPunct="1">
              <a:lnSpc>
                <a:spcPct val="100000"/>
              </a:lnSpc>
              <a:spcBef>
                <a:spcPts val="12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20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sz="900" b="1" spc="200" noProof="1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US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>
                <a:solidFill>
                  <a:srgbClr val="333333"/>
                </a:solidFill>
                <a:effectLst/>
                <a:latin typeface="Arial"/>
              </a:rPr>
              <a:t>⌘ </a:t>
            </a:r>
            <a:r>
              <a:rPr lang="en-US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endParaRPr lang="en-US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84855A8B-3A07-9B41-CB4C-32BE1400A4A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05193" y="5291441"/>
            <a:ext cx="400596" cy="44698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56469A32-D7FB-1565-88FE-CCAC0A72EB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71510" y="6098872"/>
            <a:ext cx="748499" cy="2495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AFB4BC66-FD0E-4D61-497A-E382FE672B4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39957" y="6412981"/>
            <a:ext cx="1198608" cy="177725"/>
          </a:xfrm>
          <a:prstGeom prst="rect">
            <a:avLst/>
          </a:prstGeom>
        </p:spPr>
      </p:pic>
      <p:sp>
        <p:nvSpPr>
          <p:cNvPr id="94" name="Text Placeholder 6">
            <a:extLst>
              <a:ext uri="{FF2B5EF4-FFF2-40B4-BE49-F238E27FC236}">
                <a16:creationId xmlns:a16="http://schemas.microsoft.com/office/drawing/2014/main" id="{479065AE-8A22-1375-9FD1-247F95C6D31B}"/>
              </a:ext>
            </a:extLst>
          </p:cNvPr>
          <p:cNvSpPr txBox="1">
            <a:spLocks/>
          </p:cNvSpPr>
          <p:nvPr/>
        </p:nvSpPr>
        <p:spPr>
          <a:xfrm>
            <a:off x="331200" y="514800"/>
            <a:ext cx="308080" cy="32400"/>
          </a:xfrm>
          <a:prstGeom prst="rect">
            <a:avLst/>
          </a:prstGeom>
        </p:spPr>
        <p:txBody>
          <a:bodyPr lIns="0" tIns="0" rIns="0" bIns="403200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2400" b="1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—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7EACD68A-E184-5790-F1EF-35BFCC6BC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067" y="3546972"/>
            <a:ext cx="4197748" cy="1343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R="0" lv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20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SECURITY LEVEL 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 Light" panose="020D0403020503020204" pitchFamily="34" charset="0"/>
                <a:cs typeface="ABBvoice Light" panose="020D0403020503020204" pitchFamily="34" charset="0"/>
              </a:rPr>
              <a:t>Security level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 Light" panose="020D0403020503020204" pitchFamily="34" charset="0"/>
                <a:cs typeface="ABBvoice Light" panose="020D0403020503020204" pitchFamily="34" charset="0"/>
              </a:rPr>
              <a:t>(Blank, Confidential, Internal, Public or Strictly Confidential) can be specified in a form during file creation and changed later with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 Light" panose="020D0403020503020204" pitchFamily="34" charset="0"/>
                <a:cs typeface="ABBvoice Light" panose="020D0403020503020204" pitchFamily="34" charset="0"/>
              </a:rPr>
              <a:t>Update Presentation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 Light" panose="020D0403020503020204" pitchFamily="34" charset="0"/>
                <a:cs typeface="ABBvoice Light" panose="020D0403020503020204" pitchFamily="34" charset="0"/>
              </a:rPr>
              <a:t>option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0" u="none" strike="noStrike" kern="1200" cap="none" spc="2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BBvoice"/>
                <a:ea typeface="ABBvoice"/>
                <a:cs typeface="ABBvoice"/>
              </a:rPr>
              <a:t>IMPORTANT!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"/>
                <a:cs typeface="ABBvoice"/>
              </a:rPr>
              <a:t>The security label in Templafy is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"/>
                <a:cs typeface="ABBvoice"/>
              </a:rPr>
              <a:t>not automatically changing the Sensitivity Labels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"/>
                <a:cs typeface="ABBvoice"/>
              </a:rPr>
              <a:t>on the file, so you will need to do both steps:</a:t>
            </a:r>
            <a:endParaRPr lang="en-US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"/>
                <a:cs typeface="ABBvoice"/>
              </a:rPr>
              <a:t>1. Add it in Templafy, 2. Change the Sensitivity Label in the fille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"/>
                <a:cs typeface="ABBvoice"/>
              </a:rPr>
              <a:t>Note: This is only needed if the label is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Bvoice"/>
                <a:ea typeface="ABBvoice"/>
                <a:cs typeface="ABBvoice"/>
              </a:rPr>
              <a:t>not INTERNAL.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93D44-8960-79AA-5579-05D273EAC31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62657" y="4039131"/>
            <a:ext cx="1145036" cy="211142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87329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SELAAGU\AppData\Local\Templafy\AddIns\PowerPointVsto\Speak.sv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SELAAGU\AppData\Local\Templafy\AddIns\PowerPointVsto\Robot application.sv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SELAAGU\AppData\Local\Templafy\AddIns\PowerPointVsto\Chat AI.svg"/>
</p:tagLst>
</file>

<file path=ppt/theme/theme1.xml><?xml version="1.0" encoding="utf-8"?>
<a:theme xmlns:a="http://schemas.openxmlformats.org/drawingml/2006/main" name="ABB Master">
  <a:themeElements>
    <a:clrScheme name="ABB NEW">
      <a:dk1>
        <a:srgbClr val="000000"/>
      </a:dk1>
      <a:lt1>
        <a:srgbClr val="FFFFFF"/>
      </a:lt1>
      <a:dk2>
        <a:srgbClr val="6764F6"/>
      </a:dk2>
      <a:lt2>
        <a:srgbClr val="FF000F"/>
      </a:lt2>
      <a:accent1>
        <a:srgbClr val="262626"/>
      </a:accent1>
      <a:accent2>
        <a:srgbClr val="6E6E6E"/>
      </a:accent2>
      <a:accent3>
        <a:srgbClr val="A9A9A9"/>
      </a:accent3>
      <a:accent4>
        <a:srgbClr val="D2D2D2"/>
      </a:accent4>
      <a:accent5>
        <a:srgbClr val="F0F0F0"/>
      </a:accent5>
      <a:accent6>
        <a:srgbClr val="FAFAFA"/>
      </a:accent6>
      <a:hlink>
        <a:srgbClr val="FF000F"/>
      </a:hlink>
      <a:folHlink>
        <a:srgbClr val="6E6E6E"/>
      </a:folHlink>
    </a:clrScheme>
    <a:fontScheme name="ABBvoice">
      <a:majorFont>
        <a:latin typeface="ABBvoice"/>
        <a:ea typeface="ABBvoice"/>
        <a:cs typeface="ABBvoice"/>
      </a:majorFont>
      <a:minorFont>
        <a:latin typeface="ABBvoice"/>
        <a:ea typeface="ABBvoice"/>
        <a:cs typeface="ABBvo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4"/>
        </a:solidFill>
        <a:ln w="12700">
          <a:solidFill>
            <a:schemeClr val="accent4"/>
          </a:solidFill>
        </a:ln>
      </a:spPr>
      <a:bodyPr rtlCol="0" anchor="ctr"/>
      <a:lstStyle>
        <a:defPPr algn="ctr">
          <a:spcBef>
            <a:spcPts val="600"/>
          </a:spcBef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spcBef>
            <a:spcPts val="600"/>
          </a:spcBef>
          <a:defRPr sz="1400" dirty="0" smtClean="0"/>
        </a:defPPr>
      </a:lstStyle>
    </a:txDef>
  </a:objectDefaults>
  <a:extraClrSchemeLst/>
  <a:custClrLst>
    <a:custClr name="Chart 1">
      <a:srgbClr val="FF000F"/>
    </a:custClr>
    <a:custClr name="Chart 2">
      <a:srgbClr val="000000"/>
    </a:custClr>
    <a:custClr name="Chart 3">
      <a:srgbClr val="6764F6"/>
    </a:custClr>
    <a:custClr name="Chart 4">
      <a:srgbClr val="D2D2D2"/>
    </a:custClr>
    <a:custClr name="Chart 5">
      <a:srgbClr val="A9A9A9"/>
    </a:custClr>
    <a:custClr name="Chart 6">
      <a:srgbClr val="6E6E6E"/>
    </a:custClr>
    <a:custClr name="Chart 7">
      <a:srgbClr val="FF957E"/>
    </a:custClr>
    <a:custClr name="Chart 8">
      <a:srgbClr val="E4E7FF"/>
    </a:custClr>
    <a:custClr name="Chart 9">
      <a:srgbClr val="93A1FF"/>
    </a:custClr>
    <a:custClr>
      <a:srgbClr val="FFFFFF"/>
    </a:custClr>
    <a:custClr name="Functional Blue">
      <a:srgbClr val="004C97"/>
    </a:custClr>
    <a:custClr name="Functional Green">
      <a:srgbClr val="007A33"/>
    </a:custClr>
    <a:custClr name="Functional Yellow">
      <a:srgbClr val="FFD10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Infographic 1">
      <a:srgbClr val="FFDCCD"/>
    </a:custClr>
    <a:custClr name="Infographic 2">
      <a:srgbClr val="F0F0F0"/>
    </a:custClr>
  </a:custClrLst>
  <a:extLst>
    <a:ext uri="{05A4C25C-085E-4340-85A3-A5531E510DB2}">
      <thm15:themeFamily xmlns:thm15="http://schemas.microsoft.com/office/thememl/2012/main" name="ABB PPT Template Templafy 2021120.pptx" id="{636D59D8-4D47-4D62-9970-5569608586F8}" vid="{6FA9D2F3-2CBF-4267-9EAB-EDA28A34CA0B}"/>
    </a:ext>
  </a:extLst>
</a:theme>
</file>

<file path=ppt/theme/theme2.xml><?xml version="1.0" encoding="utf-8"?>
<a:theme xmlns:a="http://schemas.openxmlformats.org/drawingml/2006/main" name="Office Theme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1E1E1E"/>
      </a:accent1>
      <a:accent2>
        <a:srgbClr val="3C3C3C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">
      <a:majorFont>
        <a:latin typeface="ABBvoice"/>
        <a:ea typeface="ABBvoice"/>
        <a:cs typeface="ABBvoice"/>
      </a:majorFont>
      <a:minorFont>
        <a:latin typeface="ABBvoice"/>
        <a:ea typeface="ABBvoice"/>
        <a:cs typeface="ABBvo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1E1E1E"/>
      </a:accent1>
      <a:accent2>
        <a:srgbClr val="3C3C3C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">
      <a:majorFont>
        <a:latin typeface="ABBvoice"/>
        <a:ea typeface="ABBvoice"/>
        <a:cs typeface="ABBvoice"/>
      </a:majorFont>
      <a:minorFont>
        <a:latin typeface="ABBvoice"/>
        <a:ea typeface="ABBvoice"/>
        <a:cs typeface="ABBvo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Update>
  <Cmd case="SkabelonDesign.DocumentData:DefineData" variableName="DocumentRevisionIdLabelAndValue">
    <Doc.CustomXml.ABB_Coll_DocumentRevisionId>
      <s><![CDATA[Rev.: ]]></s>
      <Doc.CustomXml.ABB_Coll_DocumentRevisionId/>
    </Doc.CustomXml.ABB_Coll_DocumentRevisionId>
    <s/>
  </Cmd>
  <Cmd case="SkabelonDesign.DocumentData:DefineData" variableName="PPMetadata">
    <Doc.CustomXml.ABB_Coll_DocumentId>
      <s><![CDATA[Document ID: ]]></s>
      <Doc.CustomXml.ABB_Coll_DocumentId/>
    </Doc.CustomXml.ABB_Coll_DocumentId>
    <s/>
  </Cmd>
  <Cmd case="SkabelonDesign.DocumentData:DefineData" variableName="SecurityLevel">
    <Doc.CustomXml.ABB_Coll_SecurityLevel>
      <Doc.CustomXml.ABB_Coll_SecurityLevel/>
    </Doc.CustomXml.ABB_Coll_SecurityLevel>
    <s/>
  </Cmd>
  <Cmd case="BaseExtensions:If" if-1-type="DOCUMENTDATA" if-1-key="SecurityLevel" if-1-value="Internal">
    <True>
      <Cmd case="BaseExtensions:show-hide-pp" show="True" ShapeNames="Internal"/>
      <Cmd case="BaseExtensions:show-hide-pp" show="False" ShapeNames="Confidential"/>
      <Cmd case="BaseExtensions:show-hide-pp" show="False" ShapeNames="Strictly"/>
      <Cmd case="BaseExtensions:show-hide-pp" show="False" ShapeNames="Public"/>
    </True>
  </Cmd>
  <Cmd case="BaseExtensions:If" if-1-type="DOCUMENTDATA" if-1-key="SecurityLevel" if-1-value="Confidential">
    <True>
      <Cmd case="BaseExtensions:show-hide-pp" show="False" ShapeNames="Internal"/>
      <Cmd case="BaseExtensions:show-hide-pp" show="True" ShapeNames="Confidential"/>
      <Cmd case="BaseExtensions:show-hide-pp" show="False" ShapeNames="Strictly"/>
      <Cmd case="BaseExtensions:show-hide-pp" show="False" ShapeNames="Public"/>
    </True>
  </Cmd>
  <Cmd case="BaseExtensions:If" if-1-type="DOCUMENTDATA" if-1-key="SecurityLevel" if-1-value="Strictly Confidential">
    <True>
      <Cmd case="BaseExtensions:show-hide-pp" show="False" ShapeNames="Internal"/>
      <Cmd case="BaseExtensions:show-hide-pp" show="False" ShapeNames="Confidential"/>
      <Cmd case="BaseExtensions:show-hide-pp" show="True" ShapeNames="Strictly"/>
      <Cmd case="BaseExtensions:show-hide-pp" show="False" ShapeNames="Public"/>
    </True>
  </Cmd>
  <Cmd case="BaseExtensions:If" if-1-type="DOCUMENTDATA" if-1-key="SecurityLevel" if-1-value="Public">
    <True>
      <Cmd case="BaseExtensions:show-hide-pp" show="False" ShapeNames="Internal"/>
      <Cmd case="BaseExtensions:show-hide-pp" show="False" ShapeNames="Confidential"/>
      <Cmd case="BaseExtensions:show-hide-pp" show="False" ShapeNames="Strictly"/>
      <Cmd case="BaseExtensions:show-hide-pp" show="True" ShapeNames="Public"/>
    </True>
  </Cmd>
  <Cmd case="BaseExtensions:If" if-1-type="docpropmap" if-1-key="TemplafyTenantId" if-1-value="+abb;+abbqa">
    <True>
      <Cmd case="BaseExtensions:find-shape-bring-to-front" copyDelete="true" layout-1-name="Cover B (light photo)" shape-1-name-1="Revision" shape-1-name-2="Copyright" shape-1-name-3="DocumentID" shape-1-name-4="Logo" shape-1-name-5="Classification" layout-2-name="Cover C (dark photo)" shape-2-name-1="Revision" shape-2-name-2="Copyright" shape-2-name-3="DocumentID" shape-2-name-4="Logo" shape-2-name-5="Classification" layout-3-name="Cover D" shape-3-name-1="Classification" layout-4-name="Cover E" shape-4-name-1="Classification" shape-4-name-2="Logo"/>
    </True>
  </Cmd>
  <Cmd case="BaseExtensions:If" if-1-type="documentprop" if-1-key="hideDate" if-1-value="True">
    <True>
      <cmd case="BaseExtensions:show-hide-pp" show="true" ShapeNames="Date dynamic" ToggleOnActiveSlide="false"/>
    </True>
    <False>
      <cmd case="BaseExtensions:show-hide-pp" show="false" ShapeNames="Date dynamic" ToggleOnActiveSlide="false"/>
    </False>
  </Cmd>
  <Cmd case="BaseExtensions:If" if-1-type="documentprop" if-1-key="hideSlideNumber" if-1-value="True">
    <True>
      <cmd case="BaseExtensions:show-hide-pp" show="true" ShapeNames="Slide number" ToggleOnActiveSlide="false"/>
    </True>
    <False>
      <cmd case="BaseExtensions:show-hide-pp" show="false" ShapeNames="Slide number" ToggleOnActiveSlide="false"/>
    </False>
  </Cmd>
  <Cmd case="BaseExtensions:If" if-1-type="documentprop" if-1-key="hideCopyright" if-1-value="True">
    <True>
      <Cmd case="BaseExtensions:show-hide-pp" show="true" ShapeNames="CopyrightText" ToggleOnActiveSlide="false"/>
    </True>
    <False>
      <Cmd case="BaseExtensions:show-hide-pp" show="false" ShapeNames="CopyrightText" ToggleOnActiveSlide="false"/>
    </False>
  </Cmd>
  <Cmd case="BaseExtensions:If" if-1-type="documentprop" if-1-key="hideLogo" if-1-value="True">
    <True>
      <Cmd case="BaseExtensions:show-hide-pp" show="true" ShapeNames="LogoFooter" ToggleOnActiveSlide="false"/>
    </True>
    <False>
      <Cmd case="BaseExtensions:show-hide-pp" show="false" ShapeNames="LogoFooter" ToggleOnActiveSlide="false"/>
    </False>
  </Cmd>
</Update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417816250682966018","enableDocumentContentUpdater":false,"version":"2.0"}]]></TemplafySlideTemplate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ABB Template" ma:contentTypeID="0x010100C73238EC1C55483BBB279E4E8C27D02E0100BB91C0F054DFB449B6CF054D7AD1ED9E" ma:contentTypeVersion="5" ma:contentTypeDescription="Opret et nyt dokument." ma:contentTypeScope="" ma:versionID="95480016f5dae8e6d3acb0fc797db5cc">
  <xsd:schema xmlns:xsd="http://www.w3.org/2001/XMLSchema" xmlns:xs="http://www.w3.org/2001/XMLSchema" xmlns:p="http://schemas.microsoft.com/office/2006/metadata/properties" xmlns:ns2="71d29222-2c5f-45ad-9aa5-4c2d15fddbe9" targetNamespace="http://schemas.microsoft.com/office/2006/metadata/properties" ma:root="true" ma:fieldsID="11712ccaf642d05e482a6a247e4bc6ed" ns2:_="">
    <xsd:import namespace="71d29222-2c5f-45ad-9aa5-4c2d15fddbe9"/>
    <xsd:element name="properties">
      <xsd:complexType>
        <xsd:sequence>
          <xsd:element name="documentManagement">
            <xsd:complexType>
              <xsd:all>
                <xsd:element ref="ns2:ABB_Coll_DocumentId"/>
                <xsd:element ref="ns2:na4369807a744182aff6832bcef961df" minOccurs="0"/>
                <xsd:element ref="ns2:TaxCatchAll" minOccurs="0"/>
                <xsd:element ref="ns2:TaxCatchAllLabel" minOccurs="0"/>
                <xsd:element ref="ns2:ABB_Coll_DocumentRevisionId"/>
                <xsd:element ref="ns2:ABB_Coll_LifecycleStatus"/>
                <xsd:element ref="ns2:o8cb8facb2054f9d919ea0674048ef40" minOccurs="0"/>
                <xsd:element ref="ns2:ABB_Coll_PreparedByPerson"/>
                <xsd:element ref="ns2:ABB_Coll_PreparedDate" minOccurs="0"/>
                <xsd:element ref="ns2:ABB_Coll_SecurityLevel"/>
                <xsd:element ref="ns2:ABB_Coll_ApprovalDate" minOccurs="0"/>
                <xsd:element ref="ns2:ABB_Coll_ApprovedByPerson" minOccurs="0"/>
                <xsd:element ref="ns2:ABB_Coll_DocumentPartID" minOccurs="0"/>
                <xsd:element ref="ns2:ABB_Coll_OwningOrganization" minOccurs="0"/>
                <xsd:element ref="ns2:ABB_Coll_RetentionDate" minOccurs="0"/>
                <xsd:element ref="ns2:ABB_Coll_RevisionText" minOccurs="0"/>
                <xsd:element ref="ns2:ABB_Coll_TitleEnglish" minOccurs="0"/>
                <xsd:element ref="ns2:BasedOnDocumentId" minOccurs="0"/>
                <xsd:element ref="ns2:BasedOnLanguageCode" minOccurs="0"/>
                <xsd:element ref="ns2:BasedOnRevisionId" minOccurs="0"/>
                <xsd:element ref="ns2:CombinedDocumentId" minOccurs="0"/>
                <xsd:element ref="ns2:Notes1" minOccurs="0"/>
                <xsd:element ref="ns2:SupplementaryTitle" minOccurs="0"/>
                <xsd:element ref="ns2:BasedOnDocumentPar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29222-2c5f-45ad-9aa5-4c2d15fddbe9" elementFormDefault="qualified">
    <xsd:import namespace="http://schemas.microsoft.com/office/2006/documentManagement/types"/>
    <xsd:import namespace="http://schemas.microsoft.com/office/infopath/2007/PartnerControls"/>
    <xsd:element name="ABB_Coll_DocumentId" ma:index="8" ma:displayName="Document ID" ma:internalName="ABB_Coll_DocumentId" ma:readOnly="false">
      <xsd:simpleType>
        <xsd:restriction base="dms:Text">
          <xsd:maxLength value="32"/>
        </xsd:restriction>
      </xsd:simpleType>
    </xsd:element>
    <xsd:element name="na4369807a744182aff6832bcef961df" ma:index="9" ma:taxonomy="true" ma:internalName="na4369807a744182aff6832bcef961df" ma:taxonomyFieldName="ABB_Coll_DocumentKind" ma:displayName="Document Kind" ma:readOnly="false" ma:default="" ma:fieldId="{7a436980-7a74-4182-aff6-832bcef961df}" ma:sspId="13e722c5-bebe-4801-a6ac-67aa35eba088" ma:termSetId="9fcef174-6530-482d-8615-b6a04facd02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f605c55b-e380-4476-ac60-21537dde0012}" ma:internalName="TaxCatchAll" ma:showField="CatchAllData" ma:web="2e551aff-ed8b-4a86-bed0-b4a629a556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1" nillable="true" ma:displayName="Taxonomy Catch All Column1" ma:hidden="true" ma:list="{f605c55b-e380-4476-ac60-21537dde0012}" ma:internalName="TaxCatchAllLabel" ma:readOnly="true" ma:showField="CatchAllDataLabel" ma:web="2e551aff-ed8b-4a86-bed0-b4a629a556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BB_Coll_DocumentRevisionId" ma:index="13" ma:displayName="Revision" ma:default="A" ma:internalName="ABB_Coll_DocumentRevisionId" ma:readOnly="false">
      <xsd:simpleType>
        <xsd:restriction base="dms:Text">
          <xsd:maxLength value="10"/>
        </xsd:restriction>
      </xsd:simpleType>
    </xsd:element>
    <xsd:element name="ABB_Coll_LifecycleStatus" ma:index="14" ma:displayName="Lifecycle Status" ma:default="Draft" ma:internalName="ABB_Coll_LifecycleStatus" ma:readOnly="false">
      <xsd:simpleType>
        <xsd:restriction base="dms:Choice">
          <xsd:enumeration value="Draft"/>
          <xsd:enumeration value="In review"/>
          <xsd:enumeration value="Approved"/>
          <xsd:enumeration value="Withdrawn"/>
        </xsd:restriction>
      </xsd:simpleType>
    </xsd:element>
    <xsd:element name="o8cb8facb2054f9d919ea0674048ef40" ma:index="15" ma:taxonomy="true" ma:internalName="o8cb8facb2054f9d919ea0674048ef40" ma:taxonomyFieldName="ABB_Coll_LanguageCode" ma:displayName="Language Code" ma:readOnly="false" ma:default="" ma:fieldId="{88cb8fac-b205-4f9d-919e-a0674048ef40}" ma:sspId="13e722c5-bebe-4801-a6ac-67aa35eba088" ma:termSetId="0a7cdf19-023e-497a-aaf4-2d3440a665f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BB_Coll_PreparedByPerson" ma:index="17" ma:displayName="Prepared By Person" ma:internalName="ABB_Coll_PreparedByPerson" ma:readOnly="false">
      <xsd:simpleType>
        <xsd:restriction base="dms:Text">
          <xsd:maxLength value="255"/>
        </xsd:restriction>
      </xsd:simpleType>
    </xsd:element>
    <xsd:element name="ABB_Coll_PreparedDate" ma:index="18" nillable="true" ma:displayName="Prepared Date" ma:format="DateOnly" ma:internalName="ABB_Coll_PreparedDate" ma:readOnly="false">
      <xsd:simpleType>
        <xsd:restriction base="dms:DateTime"/>
      </xsd:simpleType>
    </xsd:element>
    <xsd:element name="ABB_Coll_SecurityLevel" ma:index="19" ma:displayName="Security Level" ma:default="Internal" ma:internalName="ABB_Coll_SecurityLevel" ma:readOnly="false">
      <xsd:simpleType>
        <xsd:restriction base="dms:Choice">
          <xsd:enumeration value="Public"/>
          <xsd:enumeration value="Internal"/>
          <xsd:enumeration value="Confidential"/>
          <xsd:enumeration value="Strictly Confidential"/>
        </xsd:restriction>
      </xsd:simpleType>
    </xsd:element>
    <xsd:element name="ABB_Coll_ApprovalDate" ma:index="20" nillable="true" ma:displayName="Approval Date" ma:format="DateOnly" ma:internalName="ABB_Coll_ApprovalDate" ma:readOnly="false">
      <xsd:simpleType>
        <xsd:restriction base="dms:DateTime"/>
      </xsd:simpleType>
    </xsd:element>
    <xsd:element name="ABB_Coll_ApprovedByPerson" ma:index="21" nillable="true" ma:displayName="Approved By Person" ma:internalName="ABB_Coll_ApprovedByPerson" ma:readOnly="false">
      <xsd:simpleType>
        <xsd:restriction base="dms:Text">
          <xsd:maxLength value="100"/>
        </xsd:restriction>
      </xsd:simpleType>
    </xsd:element>
    <xsd:element name="ABB_Coll_DocumentPartID" ma:index="22" nillable="true" ma:displayName="Document Part ID" ma:internalName="ABB_Coll_DocumentPartID" ma:readOnly="false">
      <xsd:simpleType>
        <xsd:restriction base="dms:Text">
          <xsd:maxLength value="32"/>
        </xsd:restriction>
      </xsd:simpleType>
    </xsd:element>
    <xsd:element name="ABB_Coll_OwningOrganization" ma:index="23" nillable="true" ma:displayName="Owning Organization" ma:internalName="ABB_Coll_OwningOrganization" ma:readOnly="false">
      <xsd:simpleType>
        <xsd:restriction base="dms:Text">
          <xsd:maxLength value="80"/>
        </xsd:restriction>
      </xsd:simpleType>
    </xsd:element>
    <xsd:element name="ABB_Coll_RetentionDate" ma:index="24" nillable="true" ma:displayName="Retention Date" ma:format="DateOnly" ma:internalName="ABB_Coll_RetentionDate" ma:readOnly="false">
      <xsd:simpleType>
        <xsd:restriction base="dms:DateTime"/>
      </xsd:simpleType>
    </xsd:element>
    <xsd:element name="ABB_Coll_RevisionText" ma:index="25" nillable="true" ma:displayName="Revision Text" ma:internalName="ABB_Coll_RevisionText" ma:readOnly="false">
      <xsd:simpleType>
        <xsd:restriction base="dms:Note">
          <xsd:maxLength value="255"/>
        </xsd:restriction>
      </xsd:simpleType>
    </xsd:element>
    <xsd:element name="ABB_Coll_TitleEnglish" ma:index="26" nillable="true" ma:displayName="Title English" ma:internalName="ABB_Coll_TitleEnglish" ma:readOnly="false">
      <xsd:simpleType>
        <xsd:restriction base="dms:Text"/>
      </xsd:simpleType>
    </xsd:element>
    <xsd:element name="BasedOnDocumentId" ma:index="27" nillable="true" ma:displayName="Based On Document Id" ma:default="Not Defined" ma:internalName="BasedOnDocumentId">
      <xsd:simpleType>
        <xsd:restriction base="dms:Text"/>
      </xsd:simpleType>
    </xsd:element>
    <xsd:element name="BasedOnLanguageCode" ma:index="28" nillable="true" ma:displayName="Based On Language Code" ma:default="EN" ma:internalName="BasedOnLanguageCode">
      <xsd:simpleType>
        <xsd:restriction base="dms:Text">
          <xsd:maxLength value="5"/>
        </xsd:restriction>
      </xsd:simpleType>
    </xsd:element>
    <xsd:element name="BasedOnRevisionId" ma:index="29" nillable="true" ma:displayName="Based On Document Revision Id" ma:default="Not Defined" ma:internalName="BasedOnRevisionId">
      <xsd:simpleType>
        <xsd:restriction base="dms:Text">
          <xsd:maxLength value="255"/>
        </xsd:restriction>
      </xsd:simpleType>
    </xsd:element>
    <xsd:element name="CombinedDocumentId" ma:index="30" nillable="true" ma:displayName="Combined Id" ma:internalName="CombinedDocumentId">
      <xsd:simpleType>
        <xsd:restriction base="dms:Text"/>
      </xsd:simpleType>
    </xsd:element>
    <xsd:element name="Notes1" ma:index="31" nillable="true" ma:displayName="Notes" ma:internalName="Notes1">
      <xsd:simpleType>
        <xsd:restriction base="dms:Note">
          <xsd:maxLength value="255"/>
        </xsd:restriction>
      </xsd:simpleType>
    </xsd:element>
    <xsd:element name="SupplementaryTitle" ma:index="32" nillable="true" ma:displayName="Supplementary Title" ma:default="Not Defined" ma:internalName="SupplementaryTitle">
      <xsd:simpleType>
        <xsd:restriction base="dms:Text"/>
      </xsd:simpleType>
    </xsd:element>
    <xsd:element name="BasedOnDocumentPartId" ma:index="33" nillable="true" ma:displayName="Based On Document Part Id" ma:internalName="BasedOnDocumentPartId">
      <xsd:simpleType>
        <xsd:restriction base="dms:Text">
          <xsd:maxLength value="32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TemplateConfiguration><![CDATA[{"slideVersion":1,"isValidatorEnabled":false,"isLocked":false,"elementsMetadata":[],"slideId":"1423740226727575559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],"slideId":"1423740226727575559","enableDocumentContentUpdater":false,"version":"2.0"}]]></TemplafySlideTemplateConfiguration>
</file>

<file path=customXml/item9.xml><?xml version="1.0" encoding="utf-8"?>
<TemplafyFormConfiguration><![CDATA[{"formFields":[{"required":false,"placeholder":"","lines":1,"defaultValue":"","shareValue":false,"type":"textBox","name":"DocumentID","label":"Document ID"},{"required":false,"placeholder":"","lines":1,"defaultValue":"","shareValue":false,"type":"textBox","name":"DocumentTitle","label":"Document Title"},{"required":false,"placeholder":"","lines":1,"shareValue":false,"type":"textBox","name":"ProjectName","label":"Project Name"},{"required":false,"maxLength":10,"placeholder":"","lines":1,"defaultValue":"","shareValue":false,"type":"textBox","name":"Revision","label":"Revision"},{"required":false,"shareValue":false,"type":"datePicker","name":"ApprovalDate","label":"Approval Date"},{"required":false,"placeholder":"","lines":1,"shareValue":false,"type":"textBox","name":"ApprovedByPerson","label":"Approved By Person"},{"required":false,"shareValue":false,"type":"datePicker","name":"PreparedDate","label":"Displayed Date"},{"required":false,"placeholder":"","lines":1,"defaultValue":"","shareValue":false,"type":"textBox","name":"PreparedByPerson","label":"Prepared By Person"},{"distinct":false,"hideIfNoUserInteractionRequired":false,"required":false,"defaultValue":"Presentation","autoSelectFirstOption":false,"shareValue":false,"type":"dropDown","dataSourceName":"DocumentKinds","dataSourceFieldName":"DocumentKind","name":"DocumentKind","label":"Document Kind"},{"distinct":false,"hideIfNoUserInteractionRequired":false,"required":false,"defaultValue":"en","autoSelectFirstOption":false,"shareValue":false,"type":"dropDown","dataSourceName":"LanguageCodes","dataSourceFieldName":"Name","name":"Language","label":"Language"},{"distinct":false,"hideIfNoUserInteractionRequired":false,"required":false,"defaultValue":"Draft","autoSelectFirstOption":false,"shareValue":false,"type":"dropDown","dataSourceName":"LifeCycleStatus","dataSourceFieldName":"Name","name":"LifeCycleStatus","label":"Life Cycle Status"},{"required":false,"placeholder":"","lines":1,"defaultValue":"","shareValue":false,"type":"textBox","name":"OwningOrganization","label":"Owning Organization"},{"distinct":false,"hideIfNoUserInteractionRequired":false,"required":false,"defaultValue":"1 Blank / No selection","autoSelectFirstOption":false,"shareValue":false,"type":"dropDown","dataSourceName":"SecurityLevels","dataSourceFieldName":"Name","name":"SecurityLevel","label":"Security Level"},{"helpTexts":{},"spacing":{},"type":"instructions","name":"PleaseSelectWhichFooterElementsDoYouWantToInclude","label":"Please select which footer elements do you want to include: "},{"defaultValue":{"fixedValue":true},"helpTexts":{},"spacing":{},"shareValue":false,"type":"checkBox","name":"Copyright","label":"Copyright"},{"defaultValue":{"fixedValue":true},"helpTexts":{},"spacing":{},"shareValue":false,"type":"checkBox","name":"Date","label":"Date"},{"defaultValue":{"fixedValue":true},"helpTexts":{},"spacing":{},"shareValue":false,"type":"checkBox","name":"SlideNumber","label":"Slide number"},{"defaultValue":{"fixedValue":true},"helpTexts":{},"spacing":{},"shareValue":false,"type":"checkBox","name":"Security_Level","label":"Security Level"},{"defaultValue":{"fixedValue":true},"helpTexts":{},"spacing":{},"shareValue":false,"type":"checkBox","name":"Logo","label":"Logo"}],"formDataEntries":[{"name":"DocumentID","value":"npIDexmnRzOcjhpjclFbEw=="},{"name":"DocumentTitle","value":"npIDexmnRzOcjhpjclFbEw=="},{"name":"ProjectName","value":"npIDexmnRzOcjhpjclFbEw=="},{"name":"Revision","value":"npIDexmnRzOcjhpjclFbEw=="},{"name":"ApprovalDate","value":"npIDexmnRzOcjhpjclFbEw=="},{"name":"ApprovedByPerson","value":"npIDexmnRzOcjhpjclFbEw=="},{"name":"PreparedDate","value":"npIDexmnRzOcjhpjclFbEw=="},{"name":"PreparedByPerson","value":"npIDexmnRzOcjhpjclFbEw=="},{"name":"DocumentKind","value":"EqfNdjmDLMD5/9QAKm3UDaCkF7Q4ZKW1Cg5g5MojjLk="},{"name":"Language","value":"nVWUwVCH4hPlxqXy4HP9YtfdIMCGVn0BS77jADLFKoo="},{"name":"LifeCycleStatus","value":"QnWOujKLJp1RvJFaXvBl6HPTKUr9NiUrF8/eA/+Hz0E="},{"name":"OwningOrganization","value":"npIDexmnRzOcjhpjclFbEw=="},{"name":"SecurityLevel","value":"AjUfbU7fcmJ9ahnATTBBemZ2fau3JMwZtl4s3Acf4Qc="},{"name":"Copyright","value":"/qSOYQOhULkeur4k+TWcKw=="},{"name":"Date","value":"/qSOYQOhULkeur4k+TWcKw=="},{"name":"SlideNumber","value":"/qSOYQOhULkeur4k+TWcKw=="},{"name":"Security_Level","value":"/qSOYQOhULkeur4k+TWcKw=="},{"name":"Logo","value":"/qSOYQOhULkeur4k+TWcKw=="}]}]]></TemplafyFormConfiguration>
</file>

<file path=customXml/item10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sedOnDocumentId xmlns="71d29222-2c5f-45ad-9aa5-4c2d15fddbe9">Not Defined</BasedOnDocumentId>
    <Notes1 xmlns="71d29222-2c5f-45ad-9aa5-4c2d15fddbe9" xsi:nil="true"/>
    <TaxCatchAll xmlns="71d29222-2c5f-45ad-9aa5-4c2d15fddbe9" xsi:nil="true"/>
    <ABB_Coll_DocumentRevisionId xmlns="71d29222-2c5f-45ad-9aa5-4c2d15fddbe9" xsi:nil="true"/>
    <CombinedDocumentId xmlns="71d29222-2c5f-45ad-9aa5-4c2d15fddbe9" xsi:nil="true"/>
    <o8cb8facb2054f9d919ea0674048ef40 xmlns="71d29222-2c5f-45ad-9aa5-4c2d15fddbe9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</TermName>
          <TermId xmlns="http://schemas.microsoft.com/office/infopath/2007/PartnerControls">645eeacf-9e24-46f0-b6e5-4c5343c3dda6</TermId>
        </TermInfo>
      </Terms>
    </o8cb8facb2054f9d919ea0674048ef40>
    <ABB_Coll_LifecycleStatus xmlns="71d29222-2c5f-45ad-9aa5-4c2d15fddbe9">Draft</ABB_Coll_LifecycleStatus>
    <ABB_Coll_RevisionText xmlns="71d29222-2c5f-45ad-9aa5-4c2d15fddbe9" xsi:nil="true"/>
    <BasedOnDocumentPartId xmlns="71d29222-2c5f-45ad-9aa5-4c2d15fddbe9" xsi:nil="true"/>
    <na4369807a744182aff6832bcef961df xmlns="71d29222-2c5f-45ad-9aa5-4c2d15fddbe9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879fe0ba-b71c-4824-bb6f-5e1cf3c4fd6d</TermId>
        </TermInfo>
      </Terms>
    </na4369807a744182aff6832bcef961df>
    <ABB_Coll_ApprovedByPerson xmlns="71d29222-2c5f-45ad-9aa5-4c2d15fddbe9" xsi:nil="true"/>
    <ABB_Coll_OwningOrganization xmlns="71d29222-2c5f-45ad-9aa5-4c2d15fddbe9" xsi:nil="true"/>
    <ABB_Coll_SecurityLevel xmlns="71d29222-2c5f-45ad-9aa5-4c2d15fddbe9">1 Blank / No selection</ABB_Coll_SecurityLevel>
    <BasedOnLanguageCode xmlns="71d29222-2c5f-45ad-9aa5-4c2d15fddbe9">EN</BasedOnLanguageCode>
    <ABB_Coll_DocumentPartID xmlns="71d29222-2c5f-45ad-9aa5-4c2d15fddbe9" xsi:nil="true"/>
    <ABB_Coll_DocumentId xmlns="71d29222-2c5f-45ad-9aa5-4c2d15fddbe9" xsi:nil="true"/>
    <ABB_Coll_RetentionDate xmlns="71d29222-2c5f-45ad-9aa5-4c2d15fddbe9" xsi:nil="true"/>
    <ABB_Coll_TitleEnglish xmlns="71d29222-2c5f-45ad-9aa5-4c2d15fddbe9" xsi:nil="true"/>
    <SupplementaryTitle xmlns="71d29222-2c5f-45ad-9aa5-4c2d15fddbe9">Not Defined</SupplementaryTitle>
    <ABB_Coll_PreparedByPerson xmlns="71d29222-2c5f-45ad-9aa5-4c2d15fddbe9" xsi:nil="true"/>
    <ABB_Coll_PreparedDate xmlns="71d29222-2c5f-45ad-9aa5-4c2d15fddbe9" xsi:nil="true"/>
    <ABB_Coll_ApprovalDate xmlns="71d29222-2c5f-45ad-9aa5-4c2d15fddbe9" xsi:nil="true"/>
    <BasedOnRevisionId xmlns="71d29222-2c5f-45ad-9aa5-4c2d15fddbe9">Not Defined</BasedOnRevisionId>
  </documentManagement>
</p:properties>
</file>

<file path=customXml/item11.xml><?xml version="1.0" encoding="utf-8"?>
<TemplafySlideTemplateConfiguration><![CDATA[{"slideVersion":2,"isValidatorEnabled":false,"isLocked":false,"elementsMetadata":[],"slideId":"637787309675903683","enableDocumentContentUpdater":false,"version":"2.0"}]]></TemplafySlideTemplateConfiguration>
</file>

<file path=customXml/item12.xml><?xml version="1.0" encoding="utf-8"?>
<TemplafySlideTemplateConfiguration><![CDATA[{"slideVersion":1,"isValidatorEnabled":false,"isLocked":false,"elementsMetadata":[],"slideId":"1423740226727575559","enableDocumentContentUpdater":false,"version":"2.0"}]]></TemplafySlideTemplateConfiguration>
</file>

<file path=customXml/item13.xml><?xml version="1.0" encoding="utf-8"?>
<TemplafySlideTemplateConfiguration><![CDATA[{"slideVersion":1,"isValidatorEnabled":false,"isLocked":false,"elementsMetadata":[],"slideId":"1417816250682966019","enableDocumentContentUpdater":false,"version":"2.0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?mso-contentType ?>
<SharedContentType xmlns="Microsoft.SharePoint.Taxonomy.ContentTypeSync" SourceId="13e722c5-bebe-4801-a6ac-67aa35eba088" ContentTypeId="0x010100C73238EC1C55483BBB279E4E8C27D02E01" PreviousValue="false" LastSyncTimeStamp="2018-03-15T11:37:34.393Z"/>
</file>

<file path=customXml/item1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7.xml><?xml version="1.0" encoding="utf-8"?>
<TemplafySlideTemplateConfiguration><![CDATA[{"slideVersion":1,"isValidatorEnabled":false,"isLocked":false,"elementsMetadata":[],"slideId":"1423740226727575559","enableDocumentContentUpdater":false,"version":"2.0"}]]></TemplafySlideTemplate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FormConfiguration><![CDATA[{"formFields":[{"distinct":false,"hideIfNoUserInteractionRequired":false,"required":false,"defaultValue":"1 Blank / No selection","autoSelectFirstOption":false,"shareValue":false,"type":"dropDown","dataSourceName":"SecurityLevels","dataSourceFieldName":"Name","name":"SecurityLevel","label":"Security Level"}],"formDataEntries":[]}]]></TemplafySlideFormConfiguration>
</file>

<file path=customXml/item20.xml><?xml version="1.0" encoding="utf-8"?>
<TemplafyInlineBindingPlacementConfiguration>
  <Placement Id="{FE84769D-590A-4E3F-B04B-1C7EA89CFF95}"/>
</TemplafyInlineBindingPlacementConfiguration>
</file>

<file path=customXml/item21.xml><?xml version="1.0" encoding="utf-8"?>
<TemplafySlideTemplateConfiguration><![CDATA[{"slideVersion":1,"isValidatorEnabled":false,"isLocked":false,"elementsMetadata":[{"type":"shape","elementConfiguration":{"width":"4.25 cm","height":"0.7 cm","image":"{{Form.SecurityLevel.Classification}}","type":"image","disableUpdates":false}}],"slideId":"1417816250682966016","enableDocumentContentUpdater":false,"version":"2.0"}]]></TemplafySlideTemplateConfiguration>
</file>

<file path=customXml/item22.xml><?xml version="1.0" encoding="utf-8"?>
<TemplafySlideTemplateConfiguration><![CDATA[{"slideVersion":2,"isValidatorEnabled":false,"isLocked":false,"elementsMetadata":[],"slideId":"637787309675903683","enableDocumentContentUpdater":fals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TemplateConfiguration><![CDATA[{"elementsMetadata":[{"type":"shape","id":"25e34392-c51d-4993-825c-4d1e92cf2677","elementConfiguration":{"binding":"{{FormatDateTime(Form.PreparedDate, \"MMMM d, yyyy\")}}","visibility":"","type":"text","disableUpdates":false}},{"type":"shape","id":"97733043-cb23-4fc8-b4d0-beed1dab5040","elementConfiguration":{"visibility":"{{IfElse(And(Form.Security_Level, Not(Equals(Form.SecurityLevel.Name, \"1 Blank / No selection\"))), VisibilityType.Visible, VisibilityType.Hidden)}}","updateType":"overwrite","placements":[{"id":"{FE84769D-590A-4E3F-B04B-1C7EA89CFF95}","binding":"{{Upper(Form.SecurityLevel.DisplayName)}}"}],"hyperlinks":[],"type":"inlineBinding"}},{"type":"shape","id":"83078f84-da0d-4661-b6fd-2e9dbe363b0a","elementConfiguration":{"width":"4.25 cm","height":"0.7 cm","image":"{{Form.SecurityLevel.Classification}}","type":"image","disableUpdates":false}},{"type":"shape","id":"37733e95-83ee-4f64-897c-fb66a90d28f6","elementConfiguration":{"width":"4.25 cm","height":"0.7 cm","image":"{{Form.SecurityLevel.Classification}}","type":"image","disableUpdates":false}},{"type":"shape","id":"4b78f4fe-0b02-4a56-b4b6-278764031fd9","elementConfiguration":{"width":"4.25 cm","height":"0.7 cm","image":"{{Form.SecurityLevel.Classification}}","type":"image","disableUpdates":false}},{"type":"shape","id":"f6e8722d-b4bb-4e05-ae4f-20cd28b87182","elementConfiguration":{"width":"4.25 cm","height":"0.7 cm","image":"{{Form.SecurityLevel.Classification}}","type":"image","disableUpdates":false}},{"type":"shape","id":"ec54c70e-2cef-4435-8ff4-a9bb8b4a3653","elementConfiguration":{"width":"4.25 cm","height":"0.7 cm","image":"{{Form.SecurityLevel.Classification}}","type":"image","disableUpdates":false}}],"transformationConfigurations":[{"binding":"{{Form.DocumentID}}","namespace":"http://schemas.microsoft.com/office/2006/metadata/properties","path":"/p:properties/documentManagement/*[local-name()=\"ABB_Coll_DocumentId\"]","disableUpdates":false,"type":"customXmlValue"},{"namespace":"http://schemas.microsoft.com/office/2006/metadata/properties","path":"/p:properties/documentManagement/*[local-name()=\"o8cb8facb2054f9d919ea0674048ef40\"]","termId":"{{Form.Language.TermID}}","termName":"{{Form.Language.Name}}","disableUpdates":false,"type":"customXmlManagedMetadata"},{"namespace":"http://schemas.microsoft.com/office/2006/metadata/properties","path":"/p:properties/documentManagement/*[local-name()=\"na4369807a744182aff6832bcef961df\"]","termId":"{{Form.DocumentKind.TermID}}","termName":"{{Form.DocumentKind.DocumentKind}}","disableUpdates":false,"type":"customXmlManagedMetadata"},{"binding":"{{Form.Revision}}","namespace":"http://schemas.microsoft.com/office/2006/metadata/properties","path":"/p:properties/documentManagement/*[local-name()=\"ABB_Coll_DocumentRevisionId\"]","disableUpdates":false,"type":"customXmlValue"},{"binding":"{{Form.LifeCycleStatus.Name}}","namespace":"http://schemas.microsoft.com/office/2006/metadata/properties","path":"/p:properties/documentManagement/*[local-name()=\"ABB_Coll_LifecycleStatus\"]","disableUpdates":false,"type":"customXmlValue"},{"binding":"{{Form.ApprovalDate}}","namespace":"http://schemas.microsoft.com/office/2006/metadata/properties","path":"/p:properties/documentManagement/*[local-name()=\"ABB_Coll_ApprovalDate\"]","disableUpdates":false,"type":"customXmlDateTimeValue"},{"binding":"{{Form.ApprovedByPerson}}","namespace":"http://schemas.microsoft.com/office/2006/metadata/properties","path":"/p:properties/documentManagement/*[local-name()=\"ABB_Coll_ApprovedByPerson\"]","disableUpdates":false,"type":"customXmlValue"},{"binding":"{{Form.PreparedByPerson}}","namespace":"http://schemas.microsoft.com/office/2006/metadata/properties","path":"/p:properties/documentManagement/*[local-name()=\"ABB_Coll_PreparedByPerson\"]","disableUpdates":false,"type":"customXmlValue"},{"binding":"{{Form.OwningOrganization}}","namespace":"http://schemas.microsoft.com/office/2006/metadata/properties","path":"/p:properties/documentManagement/*[local-name()=\"ABB_Coll_OwningOrganization\"]","disableUpdates":false,"type":"customXmlValue"},{"binding":"{{Form.SecurityLevel.Name}}","namespace":"http://schemas.microsoft.com/office/2006/metadata/properties","path":"/p:properties/documentManagement/*[local-name()=\"ABB_Coll_SecurityLevel\"]","disableUpdates":false,"type":"customXmlValue"},{"binding":"{{Form.PreparedDate}}","namespace":"http://schemas.microsoft.com/office/2006/metadata/properties","path":"/p:properties/documentManagement/*[local-name()=\"ABB_Coll_PreparedDate\"]","disableUpdates":false,"type":"customXmlDateTimeValue"},{"propertyName":"title","propertyValue":"{{Form.DocumentTitle}}","disableUpdates":false,"type":"documentProperty"},{"propertyName":"BrandName","propertyValue":"{{UserProfile.Brand.Name}}","disableUpdates":false,"type":"customDocumentProperty"},{"propertyName":"hideDate","propertyValue":"{{Form.Date}}","disableUpdates":false,"type":"customDocumentProperty"},{"propertyName":"hideSlideNumber","propertyValue":"{{Form.SlideNumber}}","disableUpdates":false,"type":"customDocumentProperty"},{"propertyName":"hideCopyright","propertyValue":"{{Form.Copyright}}","disableUpdates":false,"type":"customDocumentProperty"},{"propertyName":"hideLogo","propertyValue":"{{Form.Logo}}","disableUpdates":false,"type":"customDocumentProperty"},{"language":"{{DocumentLanguage}}","disableUpdates":false,"type":"proofingLanguage"},{"propertyName":"BrandName","propertyValue":"{{UserProfile.Brand.Name}}","disableUpdates":false,"type":"customDocumentProperty"},{"propertyName":"hideDate","propertyValue":"{{Form.Date}}","disableUpdates":false,"type":"customDocumentProperty"},{"propertyName":"hideSlideNumber","propertyValue":"{{Form.SlideNumber}}","disableUpdates":false,"type":"customDocumentProperty"},{"propertyName":"hideCopyright","propertyValue":"{{Form.Copyright}}","disableUpdates":false,"type":"customDocumentProperty"},{"propertyName":"hideLogo","propertyValue":"{{Form.Logo}}","disableUpdates":false,"type":"customDocumentProperty"}],"templateName":"ABB Official PowerPoint Template (EtO)_20260323","templateDescription":"","enableDocumentContentUpdater":true,"version":"2.0"}]]></Templafy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701DADA-2F68-45DF-8F02-C8ED25A02974}">
  <ds:schemaRefs/>
</ds:datastoreItem>
</file>

<file path=customXml/itemProps2.xml><?xml version="1.0" encoding="utf-8"?>
<ds:datastoreItem xmlns:ds="http://schemas.openxmlformats.org/officeDocument/2006/customXml" ds:itemID="{4DD25021-152F-4CCB-88DA-3E11DC9D7EAA}">
  <ds:schemaRefs/>
</ds:datastoreItem>
</file>

<file path=customXml/itemProps3.xml><?xml version="1.0" encoding="utf-8"?>
<ds:datastoreItem xmlns:ds="http://schemas.openxmlformats.org/officeDocument/2006/customXml" ds:itemID="{6300F209-AA42-4621-9341-17DC250D3D1C}">
  <ds:schemaRefs/>
</ds:datastoreItem>
</file>

<file path=customXml/itemProps4.xml><?xml version="1.0" encoding="utf-8"?>
<ds:datastoreItem xmlns:ds="http://schemas.openxmlformats.org/officeDocument/2006/customXml" ds:itemID="{DD3C33AD-792D-4526-B706-A09FEA4C6707}">
  <ds:schemaRefs/>
</ds:datastoreItem>
</file>

<file path=customXml/itemProps5.xml><?xml version="1.0" encoding="utf-8"?>
<ds:datastoreItem xmlns:ds="http://schemas.openxmlformats.org/officeDocument/2006/customXml" ds:itemID="{189C1233-36FA-4952-984E-C0B4B998970D}">
  <ds:schemaRefs>
    <ds:schemaRef ds:uri="71d29222-2c5f-45ad-9aa5-4c2d15fddb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90ED872A-7A0D-44CB-96F7-9990D634D515}">
  <ds:schemaRefs/>
</ds:datastoreItem>
</file>

<file path=customXml/itemProps7.xml><?xml version="1.0" encoding="utf-8"?>
<ds:datastoreItem xmlns:ds="http://schemas.openxmlformats.org/officeDocument/2006/customXml" ds:itemID="{D446BFA5-A34E-4953-B3EC-66EB5373CE3F}">
  <ds:schemaRefs/>
</ds:datastoreItem>
</file>

<file path=customXml/itemProps8.xml><?xml version="1.0" encoding="utf-8"?>
<ds:datastoreItem xmlns:ds="http://schemas.openxmlformats.org/officeDocument/2006/customXml" ds:itemID="{2359EF2C-D492-4C51-8169-DA3FA2741694}">
  <ds:schemaRefs/>
</ds:datastoreItem>
</file>

<file path=customXml/itemProps9.xml><?xml version="1.0" encoding="utf-8"?>
<ds:datastoreItem xmlns:ds="http://schemas.openxmlformats.org/officeDocument/2006/customXml" ds:itemID="{88746BAB-2507-4F3A-B16E-ED38367EE530}">
  <ds:schemaRefs/>
</ds:datastoreItem>
</file>

<file path=customXml/itemProps10.xml><?xml version="1.0" encoding="utf-8"?>
<ds:datastoreItem xmlns:ds="http://schemas.openxmlformats.org/officeDocument/2006/customXml" ds:itemID="{20F01761-FF92-45AA-AFD3-07A4C4C43484}">
  <ds:schemaRefs>
    <ds:schemaRef ds:uri="71d29222-2c5f-45ad-9aa5-4c2d15fddb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11.xml><?xml version="1.0" encoding="utf-8"?>
<ds:datastoreItem xmlns:ds="http://schemas.openxmlformats.org/officeDocument/2006/customXml" ds:itemID="{AC2058B8-9217-49A6-97E0-F6D60298B3F5}">
  <ds:schemaRefs/>
</ds:datastoreItem>
</file>

<file path=customXml/itemProps12.xml><?xml version="1.0" encoding="utf-8"?>
<ds:datastoreItem xmlns:ds="http://schemas.openxmlformats.org/officeDocument/2006/customXml" ds:itemID="{FDA124C8-B9B0-4847-A6B4-B77348EBA856}">
  <ds:schemaRefs/>
</ds:datastoreItem>
</file>

<file path=customXml/itemProps13.xml><?xml version="1.0" encoding="utf-8"?>
<ds:datastoreItem xmlns:ds="http://schemas.openxmlformats.org/officeDocument/2006/customXml" ds:itemID="{5771CA64-709D-47A3-B9D9-D88C2A5F81E0}">
  <ds:schemaRefs/>
</ds:datastoreItem>
</file>

<file path=customXml/itemProps14.xml><?xml version="1.0" encoding="utf-8"?>
<ds:datastoreItem xmlns:ds="http://schemas.openxmlformats.org/officeDocument/2006/customXml" ds:itemID="{7C0A15F8-D34F-4C96-A2A7-589909D92037}">
  <ds:schemaRefs/>
</ds:datastoreItem>
</file>

<file path=customXml/itemProps15.xml><?xml version="1.0" encoding="utf-8"?>
<ds:datastoreItem xmlns:ds="http://schemas.openxmlformats.org/officeDocument/2006/customXml" ds:itemID="{66E1508F-A58E-4DD5-9EB8-AC4BDE314F53}">
  <ds:schemaRefs>
    <ds:schemaRef ds:uri="Microsoft.SharePoint.Taxonomy.ContentTypeSync"/>
  </ds:schemaRefs>
</ds:datastoreItem>
</file>

<file path=customXml/itemProps16.xml><?xml version="1.0" encoding="utf-8"?>
<ds:datastoreItem xmlns:ds="http://schemas.openxmlformats.org/officeDocument/2006/customXml" ds:itemID="{E296156F-3DB4-48ED-BF14-FAC9F0C4F584}">
  <ds:schemaRefs>
    <ds:schemaRef ds:uri="http://schemas.microsoft.com/sharepoint/v3/contenttype/forms"/>
  </ds:schemaRefs>
</ds:datastoreItem>
</file>

<file path=customXml/itemProps17.xml><?xml version="1.0" encoding="utf-8"?>
<ds:datastoreItem xmlns:ds="http://schemas.openxmlformats.org/officeDocument/2006/customXml" ds:itemID="{D1E80A0B-772C-4311-9489-2D17F0B0E6ED}">
  <ds:schemaRefs/>
</ds:datastoreItem>
</file>

<file path=customXml/itemProps18.xml><?xml version="1.0" encoding="utf-8"?>
<ds:datastoreItem xmlns:ds="http://schemas.openxmlformats.org/officeDocument/2006/customXml" ds:itemID="{55E46940-6434-4A2E-97B3-DE85BC1783F5}">
  <ds:schemaRefs/>
</ds:datastoreItem>
</file>

<file path=customXml/itemProps19.xml><?xml version="1.0" encoding="utf-8"?>
<ds:datastoreItem xmlns:ds="http://schemas.openxmlformats.org/officeDocument/2006/customXml" ds:itemID="{3ECD800E-71F1-48A7-95FD-4E027165EBAE}">
  <ds:schemaRefs/>
</ds:datastoreItem>
</file>

<file path=customXml/itemProps20.xml><?xml version="1.0" encoding="utf-8"?>
<ds:datastoreItem xmlns:ds="http://schemas.openxmlformats.org/officeDocument/2006/customXml" ds:itemID="{D178EBD9-3041-4C61-9B25-63F24AFBD302}">
  <ds:schemaRefs/>
</ds:datastoreItem>
</file>

<file path=customXml/itemProps21.xml><?xml version="1.0" encoding="utf-8"?>
<ds:datastoreItem xmlns:ds="http://schemas.openxmlformats.org/officeDocument/2006/customXml" ds:itemID="{583016FA-8CF4-49F0-B3A3-2E0DED7C71BA}">
  <ds:schemaRefs/>
</ds:datastoreItem>
</file>

<file path=customXml/itemProps22.xml><?xml version="1.0" encoding="utf-8"?>
<ds:datastoreItem xmlns:ds="http://schemas.openxmlformats.org/officeDocument/2006/customXml" ds:itemID="{EA5BD350-17DF-41FA-9928-552041E63FA7}">
  <ds:schemaRefs/>
</ds:datastoreItem>
</file>

<file path=customXml/itemProps23.xml><?xml version="1.0" encoding="utf-8"?>
<ds:datastoreItem xmlns:ds="http://schemas.openxmlformats.org/officeDocument/2006/customXml" ds:itemID="{F7D97898-E3EE-4BDC-B0E3-9AB1345F5B83}">
  <ds:schemaRefs/>
</ds:datastoreItem>
</file>

<file path=customXml/itemProps24.xml><?xml version="1.0" encoding="utf-8"?>
<ds:datastoreItem xmlns:ds="http://schemas.openxmlformats.org/officeDocument/2006/customXml" ds:itemID="{D2280EEE-F7B5-4B82-8B3F-6C5291CE43BF}">
  <ds:schemaRefs/>
</ds:datastoreItem>
</file>

<file path=customXml/itemProps25.xml><?xml version="1.0" encoding="utf-8"?>
<ds:datastoreItem xmlns:ds="http://schemas.openxmlformats.org/officeDocument/2006/customXml" ds:itemID="{732B47B6-C3C9-40E4-8F8D-8FF7984FE1D9}">
  <ds:schemaRefs/>
</ds:datastoreItem>
</file>

<file path=customXml/itemProps26.xml><?xml version="1.0" encoding="utf-8"?>
<ds:datastoreItem xmlns:ds="http://schemas.openxmlformats.org/officeDocument/2006/customXml" ds:itemID="{F37BFEEF-E6D9-44F9-A2A4-763D3DFFA09C}">
  <ds:schemaRefs/>
</ds:datastoreItem>
</file>

<file path=docMetadata/LabelInfo.xml><?xml version="1.0" encoding="utf-8"?>
<clbl:labelList xmlns:clbl="http://schemas.microsoft.com/office/2020/mipLabelMetadata">
  <clbl:label id="{d792d246-d363-40e2-82bc-6f0655128b68}" enabled="1" method="Privileged" siteId="{372ee9e0-9ce0-4033-a64a-c07073a91ec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ABB PPT Template Templafy 2021120</Template>
  <TotalTime>104</TotalTime>
  <Words>2371</Words>
  <Application>Microsoft Office PowerPoint</Application>
  <PresentationFormat>Widescreen</PresentationFormat>
  <Paragraphs>447</Paragraphs>
  <Slides>28</Slides>
  <Notes>14</Notes>
  <HiddenSlides>1</HiddenSlides>
  <MMClips>7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Consolas</vt:lpstr>
      <vt:lpstr>ABBvoice Display SemiBold</vt:lpstr>
      <vt:lpstr>ABBvoice Light</vt:lpstr>
      <vt:lpstr>Arial</vt:lpstr>
      <vt:lpstr>Cambria Math</vt:lpstr>
      <vt:lpstr>ABBvoice</vt:lpstr>
      <vt:lpstr>ABB Master</vt:lpstr>
      <vt:lpstr>MASTER THESIS</vt:lpstr>
      <vt:lpstr>Agenda</vt:lpstr>
      <vt:lpstr>Problem Definition</vt:lpstr>
      <vt:lpstr>Signal Temporal Logic</vt:lpstr>
      <vt:lpstr>Signal Temporal Logic Evaluation: Robustness</vt:lpstr>
      <vt:lpstr>Signal Temporal Logic Evaluation: Robustness</vt:lpstr>
      <vt:lpstr>Signal Temporal Logic Evaluation: Robustness</vt:lpstr>
      <vt:lpstr>Robot Control under STL Constraints</vt:lpstr>
      <vt:lpstr>Laura</vt:lpstr>
      <vt:lpstr>Overview</vt:lpstr>
      <vt:lpstr>Why sampling?</vt:lpstr>
      <vt:lpstr>RRT - Rapidly-exploring Random Tree </vt:lpstr>
      <vt:lpstr>RRT - Rapidly-exploring Random Tree </vt:lpstr>
      <vt:lpstr>My Planner</vt:lpstr>
      <vt:lpstr>My Planner: Steps</vt:lpstr>
      <vt:lpstr>What STL formula are we solving?</vt:lpstr>
      <vt:lpstr>Results</vt:lpstr>
      <vt:lpstr>Results</vt:lpstr>
      <vt:lpstr>Gawtam</vt:lpstr>
      <vt:lpstr>Overview</vt:lpstr>
      <vt:lpstr>Learning to Manipulate</vt:lpstr>
      <vt:lpstr>Learning to Manipulate</vt:lpstr>
      <vt:lpstr>STL Robustness as Reward</vt:lpstr>
      <vt:lpstr>STL Robustness as Reward</vt:lpstr>
      <vt:lpstr>How to “generate” trajectory</vt:lpstr>
      <vt:lpstr>Guiding “generation" with STL</vt:lpstr>
      <vt:lpstr>PowerPoint Presentation</vt:lpstr>
      <vt:lpstr>PowerPoint Presentation</vt:lpstr>
    </vt:vector>
  </TitlesOfParts>
  <Company>ABB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</dc:creator>
  <cp:lastModifiedBy>Gawtam Ramesh</cp:lastModifiedBy>
  <cp:revision>2</cp:revision>
  <dcterms:created xsi:type="dcterms:W3CDTF">2026-03-26T23:25:41Z</dcterms:created>
  <dcterms:modified xsi:type="dcterms:W3CDTF">2026-10-15T18:08:21Z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eDate">
    <vt:lpwstr>True</vt:lpwstr>
  </property>
  <property fmtid="{D5CDD505-2E9C-101B-9397-08002B2CF9AE}" pid="3" name="hideSlideNumber">
    <vt:lpwstr>True</vt:lpwstr>
  </property>
  <property fmtid="{D5CDD505-2E9C-101B-9397-08002B2CF9AE}" pid="4" name="hideCopyright">
    <vt:lpwstr>True</vt:lpwstr>
  </property>
  <property fmtid="{D5CDD505-2E9C-101B-9397-08002B2CF9AE}" pid="5" name="hideLogo">
    <vt:lpwstr>True</vt:lpwstr>
  </property>
  <property fmtid="{D5CDD505-2E9C-101B-9397-08002B2CF9AE}" pid="6" name="TemplafyTimeStamp">
    <vt:lpwstr>2026-03-26T08:45:35</vt:lpwstr>
  </property>
  <property fmtid="{D5CDD505-2E9C-101B-9397-08002B2CF9AE}" pid="7" name="TemplafyTenantId">
    <vt:lpwstr>abb</vt:lpwstr>
  </property>
  <property fmtid="{D5CDD505-2E9C-101B-9397-08002B2CF9AE}" pid="8" name="TemplafyTemplateId">
    <vt:lpwstr>1417816242203918874</vt:lpwstr>
  </property>
  <property fmtid="{D5CDD505-2E9C-101B-9397-08002B2CF9AE}" pid="9" name="TemplafyUserProfileId">
    <vt:lpwstr>1358451607981522971</vt:lpwstr>
  </property>
  <property fmtid="{D5CDD505-2E9C-101B-9397-08002B2CF9AE}" pid="10" name="TemplafyLanguageCode">
    <vt:lpwstr>en-US</vt:lpwstr>
  </property>
  <property fmtid="{D5CDD505-2E9C-101B-9397-08002B2CF9AE}" pid="11" name="BrandName">
    <vt:lpwstr>ABB</vt:lpwstr>
  </property>
  <property fmtid="{D5CDD505-2E9C-101B-9397-08002B2CF9AE}" pid="12" name="TemplafyFromBlank">
    <vt:bool>true</vt:bool>
  </property>
</Properties>
</file>