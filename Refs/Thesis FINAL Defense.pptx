
<file path=[Content_Types].xml><?xml version="1.0" encoding="utf-8"?>
<Types xmlns="http://schemas.openxmlformats.org/package/2006/content-types">
  <Default Extension="emf" ContentType="image/x-emf"/>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9"/>
    <p:sldMasterId id="2147483733" r:id="rId10"/>
  </p:sldMasterIdLst>
  <p:notesMasterIdLst>
    <p:notesMasterId r:id="rId36"/>
  </p:notesMasterIdLst>
  <p:handoutMasterIdLst>
    <p:handoutMasterId r:id="rId37"/>
  </p:handoutMasterIdLst>
  <p:sldIdLst>
    <p:sldId id="318" r:id="rId11"/>
    <p:sldId id="269" r:id="rId12"/>
    <p:sldId id="308" r:id="rId13"/>
    <p:sldId id="319" r:id="rId14"/>
    <p:sldId id="323" r:id="rId15"/>
    <p:sldId id="300" r:id="rId16"/>
    <p:sldId id="310" r:id="rId17"/>
    <p:sldId id="284" r:id="rId18"/>
    <p:sldId id="321" r:id="rId19"/>
    <p:sldId id="322" r:id="rId20"/>
    <p:sldId id="268" r:id="rId21"/>
    <p:sldId id="283" r:id="rId22"/>
    <p:sldId id="305" r:id="rId23"/>
    <p:sldId id="297" r:id="rId24"/>
    <p:sldId id="311" r:id="rId25"/>
    <p:sldId id="301" r:id="rId26"/>
    <p:sldId id="299" r:id="rId27"/>
    <p:sldId id="320" r:id="rId28"/>
    <p:sldId id="313" r:id="rId29"/>
    <p:sldId id="298" r:id="rId30"/>
    <p:sldId id="314" r:id="rId31"/>
    <p:sldId id="315" r:id="rId32"/>
    <p:sldId id="316" r:id="rId33"/>
    <p:sldId id="317" r:id="rId34"/>
    <p:sldId id="263" r:id="rId35"/>
  </p:sldIdLst>
  <p:sldSz cx="12192000" cy="6858000"/>
  <p:notesSz cx="6858000" cy="9144000"/>
  <p:embeddedFontLst>
    <p:embeddedFont>
      <p:font typeface="ABBvoice" panose="020D0603020503020204" pitchFamily="34" charset="0"/>
      <p:regular r:id="rId38"/>
      <p:bold r:id="rId39"/>
    </p:embeddedFont>
    <p:embeddedFont>
      <p:font typeface="ABBvoice Display SemiBold" panose="020D0704020603060204" pitchFamily="34" charset="0"/>
      <p:bold r:id="rId40"/>
    </p:embeddedFont>
    <p:embeddedFont>
      <p:font typeface="ABBvoice Light" panose="020D0403020503020204" pitchFamily="34" charset="0"/>
      <p:regular r:id="rId41"/>
    </p:embeddedFont>
    <p:embeddedFont>
      <p:font typeface="Cambria Math" panose="02040503050406030204" pitchFamily="18" charset="0"/>
      <p:regular r:id="rId42"/>
    </p:embeddedFont>
    <p:embeddedFont>
      <p:font typeface="Consolas" panose="020B0609020204030204" pitchFamily="49" charset="0"/>
      <p:regular r:id="rId43"/>
      <p:bold r:id="rId44"/>
      <p:italic r:id="rId45"/>
      <p:boldItalic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30E9374-3AAD-268E-6A8F-CACECA18CA58}" name="Gawtam Ramesh" initials="GR" userId="S::gawtam.ramesh@se.abb.com::5a825f13-9cf5-400c-8515-d4336f232e37" providerId="AD"/>
  <p188:author id="{7F6952B2-06CE-521A-59FD-EDBC1CC2A61E}" name="Reetal Mahuli" initials="RM" userId="S::reetal.mahuli@gb.abb.com::0893605f-cd98-4e90-916f-0e1d8d65043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mytro Lieshonok" initials="DL" lastIdx="2" clrIdx="0">
    <p:extLst>
      <p:ext uri="{19B8F6BF-5375-455C-9EA6-DF929625EA0E}">
        <p15:presenceInfo xmlns:p15="http://schemas.microsoft.com/office/powerpoint/2012/main" userId="Dmytro Lieshonok"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9F9FA"/>
    <a:srgbClr val="FF00FF"/>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73F8A54-F971-430D-9108-034FE38666E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Styl jasny 1 — Ak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D083AE6-46FA-4A59-8FB0-9F97EB10719F}" styleName="Styl jasny 3 — Ak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2D5ABB26-0587-4C30-8999-92F81FD0307C}" styleName="Bez stylu, bez siatki">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0A1B5D5-9B99-4C35-A422-299274C87663}" styleName="Mittlere Formatvorlage 1 - Akz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ittlere Formatvorlage 1 - Akz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Helle Formatvorlage 3 - Akz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73F8A54-F971-430D-9108-034FE38666EA}" styleName="ABB Default Table">
    <a:wholeTbl>
      <a:tcTxStyle>
        <a:fontRef idx="minor">
          <a:prstClr val="black"/>
        </a:fontRef>
        <a:schemeClr val="dk1"/>
      </a:tcTxStyle>
      <a:tcStyle>
        <a:tcBdr>
          <a:left>
            <a:ln>
              <a:noFill/>
            </a:ln>
          </a:left>
          <a:right>
            <a:ln>
              <a:noFill/>
            </a:ln>
          </a:right>
          <a:top>
            <a:ln w="30000" cmpd="sng">
              <a:solidFill>
                <a:schemeClr val="dk1"/>
              </a:solidFill>
            </a:ln>
          </a:top>
          <a:bottom>
            <a:ln w="0" cmpd="sng">
              <a:solidFill>
                <a:schemeClr val="dk1"/>
              </a:solidFill>
            </a:ln>
          </a:bottom>
          <a:insideH>
            <a:ln w="5000" cmpd="sng">
              <a:solidFill>
                <a:schemeClr val="accent4"/>
              </a:solidFill>
            </a:ln>
          </a:insideH>
          <a:insideV>
            <a:ln>
              <a:noFill/>
            </a:ln>
          </a:insideV>
        </a:tcBdr>
        <a:fill>
          <a:solidFill>
            <a:schemeClr val="lt1"/>
          </a:solidFill>
        </a:fill>
      </a:tcStyle>
    </a:wholeTbl>
    <a:band1H>
      <a:tcStyle>
        <a:tcBdr/>
        <a:fill>
          <a:solidFill>
            <a:schemeClr val="lt1"/>
          </a:solidFill>
        </a:fill>
      </a:tcStyle>
    </a:band1H>
    <a:band2H>
      <a:tcStyle>
        <a:tcBdr/>
      </a:tcStyle>
    </a:band2H>
    <a:band1V>
      <a:tcStyle>
        <a:tcBdr/>
        <a:fill>
          <a:solidFill>
            <a:schemeClr val="lt1"/>
          </a:solidFill>
        </a:fill>
      </a:tcStyle>
    </a:band1V>
    <a:band2V>
      <a:tcStyle>
        <a:tcBdr/>
      </a:tcStyle>
    </a:band2V>
    <a:lastCol>
      <a:tcTxStyle b="off">
        <a:fontRef idx="minor">
          <a:schemeClr val="dk1"/>
        </a:fontRef>
        <a:schemeClr val="dk1"/>
      </a:tcTxStyle>
      <a:tcStyle>
        <a:tcBdr/>
        <a:fill>
          <a:solidFill>
            <a:schemeClr val="accent5"/>
          </a:solidFill>
        </a:fill>
      </a:tcStyle>
    </a:lastCol>
    <a:firstCol>
      <a:tcTxStyle b="off">
        <a:fontRef idx="minor">
          <a:schemeClr val="dk1"/>
        </a:fontRef>
        <a:schemeClr val="dk1"/>
      </a:tcTxStyle>
      <a:tcStyle>
        <a:tcBdr/>
        <a:fill>
          <a:solidFill>
            <a:schemeClr val="accent5"/>
          </a:solidFill>
        </a:fill>
      </a:tcStyle>
    </a:firstCol>
    <a:lastRow>
      <a:tcTxStyle b="off">
        <a:fontRef idx="minor">
          <a:prstClr val="black"/>
        </a:fontRef>
        <a:schemeClr val="dk1"/>
      </a:tcTxStyle>
      <a:tcStyle>
        <a:tcBdr/>
        <a:fill>
          <a:solidFill>
            <a:schemeClr val="accent5"/>
          </a:solidFill>
        </a:fill>
      </a:tcStyle>
    </a:lastRow>
    <a:firstRow>
      <a:tcTxStyle b="on">
        <a:fontRef idx="minor">
          <a:prstClr val="black"/>
        </a:fontRef>
        <a:schemeClr val="dk1"/>
      </a:tcTxStyle>
      <a:tcStyle>
        <a:tcBdr>
          <a:bottom>
            <a:ln w="5000" cmpd="sng">
              <a:solidFill>
                <a:schemeClr val="dk1"/>
              </a:solidFill>
            </a:ln>
          </a:bottom>
        </a:tcBdr>
        <a:fill>
          <a:solidFill>
            <a:schemeClr val="l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836" autoAdjust="0"/>
    <p:restoredTop sz="91803" autoAdjust="0"/>
  </p:normalViewPr>
  <p:slideViewPr>
    <p:cSldViewPr snapToGrid="0">
      <p:cViewPr varScale="1">
        <p:scale>
          <a:sx n="56" d="100"/>
          <a:sy n="56" d="100"/>
        </p:scale>
        <p:origin x="780" y="60"/>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font" Target="fonts/font2.fntdata"/><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font" Target="fonts/font5.fntdata"/><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font" Target="fonts/font8.fntdata"/><Relationship Id="rId5" Type="http://schemas.openxmlformats.org/officeDocument/2006/relationships/customXml" Target="../customXml/item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notesMaster" Target="notesMasters/notesMaster1.xml"/><Relationship Id="rId49" Type="http://schemas.openxmlformats.org/officeDocument/2006/relationships/viewProps" Target="viewProps.xml"/><Relationship Id="rId10" Type="http://schemas.openxmlformats.org/officeDocument/2006/relationships/slideMaster" Target="slideMasters/slideMaster2.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font" Target="fonts/font7.fntdata"/><Relationship Id="rId52" Type="http://schemas.microsoft.com/office/2018/10/relationships/authors" Target="authors.xml"/><Relationship Id="rId4" Type="http://schemas.openxmlformats.org/officeDocument/2006/relationships/customXml" Target="../customXml/item4.xml"/><Relationship Id="rId9" Type="http://schemas.openxmlformats.org/officeDocument/2006/relationships/slideMaster" Target="slideMasters/slideMaster1.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font" Target="fonts/font6.fntdata"/><Relationship Id="rId48" Type="http://schemas.openxmlformats.org/officeDocument/2006/relationships/presProps" Target="presProps.xml"/><Relationship Id="rId8" Type="http://schemas.openxmlformats.org/officeDocument/2006/relationships/customXml" Target="../customXml/item8.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0.xml"/><Relationship Id="rId41"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customXml" Target="../customXml/item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gray">
          <a:xfrm>
            <a:off x="0" y="0"/>
            <a:ext cx="2971800" cy="457200"/>
          </a:xfrm>
          <a:prstGeom prst="rect">
            <a:avLst/>
          </a:prstGeom>
        </p:spPr>
        <p:txBody>
          <a:bodyPr vert="horz" lIns="91440" tIns="45720" rIns="91440" bIns="45720" rtlCol="0"/>
          <a:lstStyle>
            <a:lvl1pPr algn="l">
              <a:defRPr sz="1200"/>
            </a:lvl1pPr>
          </a:lstStyle>
          <a:p>
            <a:endParaRPr lang="en-US">
              <a:latin typeface="ABBvoice" panose="020D0603020503020204" pitchFamily="34" charset="0"/>
              <a:ea typeface="ABBvoice" panose="020D0603020503020204" pitchFamily="34" charset="0"/>
              <a:cs typeface="ABBvoice" panose="020D0603020503020204" pitchFamily="34" charset="0"/>
            </a:endParaRPr>
          </a:p>
        </p:txBody>
      </p:sp>
      <p:sp>
        <p:nvSpPr>
          <p:cNvPr id="3" name="Date Placeholder 2"/>
          <p:cNvSpPr>
            <a:spLocks noGrp="1"/>
          </p:cNvSpPr>
          <p:nvPr>
            <p:ph type="dt" sz="quarter" idx="1"/>
          </p:nvPr>
        </p:nvSpPr>
        <p:spPr bwMode="gray">
          <a:xfrm>
            <a:off x="3884613" y="0"/>
            <a:ext cx="2971800" cy="457200"/>
          </a:xfrm>
          <a:prstGeom prst="rect">
            <a:avLst/>
          </a:prstGeom>
        </p:spPr>
        <p:txBody>
          <a:bodyPr vert="horz" lIns="91440" tIns="45720" rIns="91440" bIns="45720" rtlCol="0"/>
          <a:lstStyle>
            <a:lvl1pPr algn="r">
              <a:defRPr sz="1200"/>
            </a:lvl1pPr>
          </a:lstStyle>
          <a:p>
            <a:fld id="{696490A3-8906-4C15-BA06-29841194A30F}" type="datetimeFigureOut">
              <a:rPr lang="en-US" smtClean="0">
                <a:latin typeface="ABBvoice" panose="020D0603020503020204" pitchFamily="34" charset="0"/>
                <a:ea typeface="ABBvoice" panose="020D0603020503020204" pitchFamily="34" charset="0"/>
                <a:cs typeface="ABBvoice" panose="020D0603020503020204" pitchFamily="34" charset="0"/>
              </a:rPr>
              <a:t>20-Oct-26</a:t>
            </a:fld>
            <a:endParaRPr lang="en-US">
              <a:latin typeface="ABBvoice" panose="020D0603020503020204" pitchFamily="34" charset="0"/>
              <a:ea typeface="ABBvoice" panose="020D0603020503020204" pitchFamily="34" charset="0"/>
              <a:cs typeface="ABBvoice" panose="020D0603020503020204" pitchFamily="34" charset="0"/>
            </a:endParaRPr>
          </a:p>
        </p:txBody>
      </p:sp>
      <p:sp>
        <p:nvSpPr>
          <p:cNvPr id="4" name="Footer Placeholder 3"/>
          <p:cNvSpPr>
            <a:spLocks noGrp="1"/>
          </p:cNvSpPr>
          <p:nvPr>
            <p:ph type="ftr" sz="quarter" idx="2"/>
          </p:nvPr>
        </p:nvSpPr>
        <p:spPr bwMode="gray">
          <a:xfrm>
            <a:off x="0" y="8685213"/>
            <a:ext cx="2971800" cy="457200"/>
          </a:xfrm>
          <a:prstGeom prst="rect">
            <a:avLst/>
          </a:prstGeom>
        </p:spPr>
        <p:txBody>
          <a:bodyPr vert="horz" lIns="91440" tIns="45720" rIns="91440" bIns="45720" rtlCol="0" anchor="b"/>
          <a:lstStyle>
            <a:lvl1pPr algn="l">
              <a:defRPr sz="1200"/>
            </a:lvl1pPr>
          </a:lstStyle>
          <a:p>
            <a:endParaRPr lang="en-US">
              <a:latin typeface="ABBvoice" panose="020D0603020503020204" pitchFamily="34" charset="0"/>
              <a:ea typeface="ABBvoice" panose="020D0603020503020204" pitchFamily="34" charset="0"/>
              <a:cs typeface="ABBvoice" panose="020D0603020503020204" pitchFamily="34" charset="0"/>
            </a:endParaRPr>
          </a:p>
        </p:txBody>
      </p:sp>
      <p:sp>
        <p:nvSpPr>
          <p:cNvPr id="5" name="Slide Number Placeholder 4"/>
          <p:cNvSpPr>
            <a:spLocks noGrp="1"/>
          </p:cNvSpPr>
          <p:nvPr>
            <p:ph type="sldNum" sz="quarter" idx="3"/>
          </p:nvPr>
        </p:nvSpPr>
        <p:spPr bwMode="gray">
          <a:xfrm>
            <a:off x="3884613" y="8685213"/>
            <a:ext cx="2971800" cy="457200"/>
          </a:xfrm>
          <a:prstGeom prst="rect">
            <a:avLst/>
          </a:prstGeom>
        </p:spPr>
        <p:txBody>
          <a:bodyPr vert="horz" lIns="91440" tIns="45720" rIns="91440" bIns="45720" rtlCol="0" anchor="b"/>
          <a:lstStyle>
            <a:lvl1pPr algn="r">
              <a:defRPr sz="1200"/>
            </a:lvl1pPr>
          </a:lstStyle>
          <a:p>
            <a:fld id="{CDABD733-F72C-4484-8056-9C6167F848BC}" type="slidenum">
              <a:rPr lang="en-US" smtClean="0">
                <a:latin typeface="ABBvoice" panose="020D0603020503020204" pitchFamily="34" charset="0"/>
                <a:ea typeface="ABBvoice" panose="020D0603020503020204" pitchFamily="34" charset="0"/>
                <a:cs typeface="ABBvoice" panose="020D0603020503020204" pitchFamily="34" charset="0"/>
              </a:rPr>
              <a:t>‹#›</a:t>
            </a:fld>
            <a:endParaRPr lang="en-US">
              <a:latin typeface="ABBvoice" panose="020D0603020503020204" pitchFamily="34" charset="0"/>
              <a:ea typeface="ABBvoice" panose="020D0603020503020204" pitchFamily="34" charset="0"/>
              <a:cs typeface="ABBvoice" panose="020D0603020503020204" pitchFamily="34" charset="0"/>
            </a:endParaRPr>
          </a:p>
        </p:txBody>
      </p:sp>
    </p:spTree>
    <p:extLst>
      <p:ext uri="{BB962C8B-B14F-4D97-AF65-F5344CB8AC3E}">
        <p14:creationId xmlns:p14="http://schemas.microsoft.com/office/powerpoint/2010/main" val="35656115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gray">
          <a:xfrm>
            <a:off x="0" y="0"/>
            <a:ext cx="2971800" cy="457200"/>
          </a:xfrm>
          <a:prstGeom prst="rect">
            <a:avLst/>
          </a:prstGeom>
        </p:spPr>
        <p:txBody>
          <a:bodyPr vert="horz" lIns="91440" tIns="45720" rIns="91440" bIns="45720" rtlCol="0"/>
          <a:lstStyle>
            <a:lvl1pPr algn="l">
              <a:defRPr sz="1200">
                <a:latin typeface="ABBvoice" panose="020D0603020503020204" pitchFamily="34" charset="0"/>
                <a:ea typeface="ABBvoice" panose="020D0603020503020204" pitchFamily="34" charset="0"/>
                <a:cs typeface="ABBvoice" panose="020D0603020503020204" pitchFamily="34" charset="0"/>
              </a:defRPr>
            </a:lvl1pPr>
          </a:lstStyle>
          <a:p>
            <a:endParaRPr lang="en-US"/>
          </a:p>
        </p:txBody>
      </p:sp>
      <p:sp>
        <p:nvSpPr>
          <p:cNvPr id="3" name="Date Placeholder 2"/>
          <p:cNvSpPr>
            <a:spLocks noGrp="1"/>
          </p:cNvSpPr>
          <p:nvPr>
            <p:ph type="dt" idx="1"/>
          </p:nvPr>
        </p:nvSpPr>
        <p:spPr bwMode="gray">
          <a:xfrm>
            <a:off x="3884613" y="0"/>
            <a:ext cx="2971800" cy="457200"/>
          </a:xfrm>
          <a:prstGeom prst="rect">
            <a:avLst/>
          </a:prstGeom>
        </p:spPr>
        <p:txBody>
          <a:bodyPr vert="horz" lIns="91440" tIns="45720" rIns="91440" bIns="45720" rtlCol="0"/>
          <a:lstStyle>
            <a:lvl1pPr algn="r">
              <a:defRPr sz="1200">
                <a:latin typeface="ABBvoice" panose="020D0603020503020204" pitchFamily="34" charset="0"/>
                <a:ea typeface="ABBvoice" panose="020D0603020503020204" pitchFamily="34" charset="0"/>
                <a:cs typeface="ABBvoice" panose="020D0603020503020204" pitchFamily="34" charset="0"/>
              </a:defRPr>
            </a:lvl1pPr>
          </a:lstStyle>
          <a:p>
            <a:fld id="{7B9B1A6A-6BBE-4409-8C9E-DA0703379151}" type="datetimeFigureOut">
              <a:rPr lang="en-US" smtClean="0"/>
              <a:pPr/>
              <a:t>20-Oct-26</a:t>
            </a:fld>
            <a:endParaRPr lang="en-US"/>
          </a:p>
        </p:txBody>
      </p:sp>
      <p:sp>
        <p:nvSpPr>
          <p:cNvPr id="4" name="Slide Image Placeholder 3"/>
          <p:cNvSpPr>
            <a:spLocks noGrp="1" noRot="1" noChangeAspect="1"/>
          </p:cNvSpPr>
          <p:nvPr>
            <p:ph type="sldImg" idx="2"/>
          </p:nvPr>
        </p:nvSpPr>
        <p:spPr bwMode="gray">
          <a:xfrm>
            <a:off x="383822" y="685800"/>
            <a:ext cx="6096000" cy="3429000"/>
          </a:xfrm>
          <a:prstGeom prst="rect">
            <a:avLst/>
          </a:prstGeom>
          <a:noFill/>
          <a:ln w="12700">
            <a:solidFill>
              <a:schemeClr val="accent5"/>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bwMode="gray">
          <a:xfrm>
            <a:off x="383822" y="4343400"/>
            <a:ext cx="6090356" cy="411480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bwMode="gray">
          <a:xfrm>
            <a:off x="0" y="8685213"/>
            <a:ext cx="2971800" cy="457200"/>
          </a:xfrm>
          <a:prstGeom prst="rect">
            <a:avLst/>
          </a:prstGeom>
        </p:spPr>
        <p:txBody>
          <a:bodyPr vert="horz" lIns="91440" tIns="45720" rIns="91440" bIns="45720" rtlCol="0" anchor="b"/>
          <a:lstStyle>
            <a:lvl1pPr algn="l">
              <a:defRPr sz="1200">
                <a:latin typeface="ABBvoice" panose="020D0603020503020204" pitchFamily="34" charset="0"/>
                <a:ea typeface="ABBvoice" panose="020D0603020503020204" pitchFamily="34" charset="0"/>
                <a:cs typeface="ABBvoice" panose="020D0603020503020204" pitchFamily="34" charset="0"/>
              </a:defRPr>
            </a:lvl1pPr>
          </a:lstStyle>
          <a:p>
            <a:endParaRPr lang="en-US"/>
          </a:p>
        </p:txBody>
      </p:sp>
      <p:sp>
        <p:nvSpPr>
          <p:cNvPr id="7" name="Slide Number Placeholder 6"/>
          <p:cNvSpPr>
            <a:spLocks noGrp="1"/>
          </p:cNvSpPr>
          <p:nvPr>
            <p:ph type="sldNum" sz="quarter" idx="5"/>
          </p:nvPr>
        </p:nvSpPr>
        <p:spPr bwMode="gray">
          <a:xfrm>
            <a:off x="3884613" y="8685213"/>
            <a:ext cx="2971800" cy="457200"/>
          </a:xfrm>
          <a:prstGeom prst="rect">
            <a:avLst/>
          </a:prstGeom>
        </p:spPr>
        <p:txBody>
          <a:bodyPr vert="horz" lIns="91440" tIns="45720" rIns="91440" bIns="45720" rtlCol="0" anchor="b"/>
          <a:lstStyle>
            <a:lvl1pPr algn="r">
              <a:defRPr sz="1200">
                <a:latin typeface="ABBvoice" panose="020D0603020503020204" pitchFamily="34" charset="0"/>
                <a:ea typeface="ABBvoice" panose="020D0603020503020204" pitchFamily="34" charset="0"/>
                <a:cs typeface="ABBvoice" panose="020D0603020503020204" pitchFamily="34" charset="0"/>
              </a:defRPr>
            </a:lvl1pPr>
          </a:lstStyle>
          <a:p>
            <a:fld id="{3A94E69C-C28A-4BE6-BE89-71D8FB2035FD}" type="slidenum">
              <a:rPr lang="en-US" smtClean="0"/>
              <a:pPr/>
              <a:t>‹#›</a:t>
            </a:fld>
            <a:endParaRPr lang="en-US"/>
          </a:p>
        </p:txBody>
      </p:sp>
    </p:spTree>
    <p:extLst>
      <p:ext uri="{BB962C8B-B14F-4D97-AF65-F5344CB8AC3E}">
        <p14:creationId xmlns:p14="http://schemas.microsoft.com/office/powerpoint/2010/main" val="4290885645"/>
      </p:ext>
    </p:extLst>
  </p:cSld>
  <p:clrMap bg1="lt1" tx1="dk1" bg2="lt2" tx2="dk2" accent1="accent1" accent2="accent2" accent3="accent3" accent4="accent4" accent5="accent5" accent6="accent6" hlink="hlink" folHlink="folHlink"/>
  <p:notesStyle>
    <a:lvl1pPr marL="0" indent="0" algn="l" defTabSz="914400" rtl="0" eaLnBrk="1" latinLnBrk="0" hangingPunct="1">
      <a:defRPr sz="1200" kern="1200">
        <a:solidFill>
          <a:schemeClr val="tx1"/>
        </a:solidFill>
        <a:latin typeface="ABBvoice" panose="020D0603020503020204" pitchFamily="34" charset="0"/>
        <a:ea typeface="ABBvoice" panose="020D0603020503020204" pitchFamily="34" charset="0"/>
        <a:cs typeface="ABBvoice" panose="020D0603020503020204" pitchFamily="34" charset="0"/>
      </a:defRPr>
    </a:lvl1pPr>
    <a:lvl2pPr marL="180000" indent="-180000" algn="l" defTabSz="914400" rtl="0" eaLnBrk="1" latinLnBrk="0" hangingPunct="1">
      <a:buFont typeface="ABBvoice" panose="020D0603020503020204" pitchFamily="34" charset="0"/>
      <a:buChar char="–"/>
      <a:defRPr sz="1200" kern="1200">
        <a:solidFill>
          <a:schemeClr val="tx1"/>
        </a:solidFill>
        <a:latin typeface="ABBvoice" panose="020D0603020503020204" pitchFamily="34" charset="0"/>
        <a:ea typeface="ABBvoice" panose="020D0603020503020204" pitchFamily="34" charset="0"/>
        <a:cs typeface="ABBvoice" panose="020D0603020503020204" pitchFamily="34" charset="0"/>
      </a:defRPr>
    </a:lvl2pPr>
    <a:lvl3pPr marL="360000" indent="-180000" algn="l" defTabSz="914400" rtl="0" eaLnBrk="1" latinLnBrk="0" hangingPunct="1">
      <a:buFont typeface="Arial" panose="020B0604020202020204" pitchFamily="34" charset="0"/>
      <a:buChar char="•"/>
      <a:defRPr sz="1200" kern="1200">
        <a:solidFill>
          <a:schemeClr val="tx1"/>
        </a:solidFill>
        <a:latin typeface="ABBvoice" panose="020D0603020503020204" pitchFamily="34" charset="0"/>
        <a:ea typeface="ABBvoice" panose="020D0603020503020204" pitchFamily="34" charset="0"/>
        <a:cs typeface="ABBvoice" panose="020D0603020503020204" pitchFamily="34" charset="0"/>
      </a:defRPr>
    </a:lvl3pPr>
    <a:lvl4pPr marL="360000" indent="-180000" algn="l" defTabSz="914400" rtl="0" eaLnBrk="1" latinLnBrk="0" hangingPunct="1">
      <a:buFont typeface="Arial" panose="020B0604020202020204" pitchFamily="34" charset="0"/>
      <a:buChar char="•"/>
      <a:defRPr sz="1200" kern="1200">
        <a:solidFill>
          <a:schemeClr val="tx1"/>
        </a:solidFill>
        <a:latin typeface="ABBvoice" panose="020D0603020503020204" pitchFamily="34" charset="0"/>
        <a:ea typeface="ABBvoice" panose="020D0603020503020204" pitchFamily="34" charset="0"/>
        <a:cs typeface="ABBvoice" panose="020D0603020503020204" pitchFamily="34" charset="0"/>
      </a:defRPr>
    </a:lvl4pPr>
    <a:lvl5pPr marL="360000" indent="-180000" algn="l" defTabSz="914400" rtl="0" eaLnBrk="1" latinLnBrk="0" hangingPunct="1">
      <a:buFont typeface="Arial" panose="020B0604020202020204" pitchFamily="34" charset="0"/>
      <a:buChar char="•"/>
      <a:defRPr sz="1200" kern="1200">
        <a:solidFill>
          <a:schemeClr val="tx1"/>
        </a:solidFill>
        <a:latin typeface="ABBvoice" panose="020D0603020503020204" pitchFamily="34" charset="0"/>
        <a:ea typeface="ABBvoice" panose="020D0603020503020204" pitchFamily="34" charset="0"/>
        <a:cs typeface="ABBvoice" panose="020D0603020503020204" pitchFamily="34" charset="0"/>
      </a:defRPr>
    </a:lvl5pPr>
    <a:lvl6pPr marL="360000" indent="-18000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360000" indent="-18000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360000" indent="-18000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360000" indent="-18000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96000" cy="3429000"/>
          </a:xfrm>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5"/>
          </p:nvPr>
        </p:nvSpPr>
        <p:spPr/>
        <p:txBody>
          <a:bodyPr/>
          <a:lstStyle/>
          <a:p>
            <a:fld id="{3A94E69C-C28A-4BE6-BE89-71D8FB2035FD}" type="slidenum">
              <a:rPr lang="en-US" smtClean="0"/>
              <a:pPr/>
              <a:t>2</a:t>
            </a:fld>
            <a:endParaRPr lang="en-US"/>
          </a:p>
        </p:txBody>
      </p:sp>
    </p:spTree>
    <p:extLst>
      <p:ext uri="{BB962C8B-B14F-4D97-AF65-F5344CB8AC3E}">
        <p14:creationId xmlns:p14="http://schemas.microsoft.com/office/powerpoint/2010/main" val="1826098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96000" cy="3429000"/>
          </a:xfrm>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5"/>
          </p:nvPr>
        </p:nvSpPr>
        <p:spPr/>
        <p:txBody>
          <a:bodyPr/>
          <a:lstStyle/>
          <a:p>
            <a:fld id="{3A94E69C-C28A-4BE6-BE89-71D8FB2035FD}" type="slidenum">
              <a:rPr lang="en-US" smtClean="0"/>
              <a:pPr/>
              <a:t>6</a:t>
            </a:fld>
            <a:endParaRPr lang="en-US"/>
          </a:p>
        </p:txBody>
      </p:sp>
    </p:spTree>
    <p:extLst>
      <p:ext uri="{BB962C8B-B14F-4D97-AF65-F5344CB8AC3E}">
        <p14:creationId xmlns:p14="http://schemas.microsoft.com/office/powerpoint/2010/main" val="139651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96000" cy="3429000"/>
          </a:xfrm>
        </p:spPr>
      </p:sp>
      <p:sp>
        <p:nvSpPr>
          <p:cNvPr id="3" name="Notes Placeholder 2"/>
          <p:cNvSpPr>
            <a:spLocks noGrp="1"/>
          </p:cNvSpPr>
          <p:nvPr>
            <p:ph type="body" idx="1"/>
          </p:nvPr>
        </p:nvSpPr>
        <p:spPr/>
        <p:txBody>
          <a:bodyPr/>
          <a:lstStyle/>
          <a:p>
            <a:r>
              <a:rPr lang="en-US" dirty="0"/>
              <a:t>So, what exactly is Signal Temporal Logic? The easiest way to understand it is to treat it exactly like a spoken language.</a:t>
            </a:r>
          </a:p>
          <a:p>
            <a:r>
              <a:rPr lang="en-US" b="1" dirty="0"/>
              <a:t>[Point to 01 Vocabulary]</a:t>
            </a:r>
            <a:r>
              <a:rPr lang="en-US" dirty="0"/>
              <a:t> In any language, you start with basic words or simple facts. In English, you might say, </a:t>
            </a:r>
            <a:r>
              <a:rPr lang="en-US" i="1" dirty="0"/>
              <a:t>'I have to reach the office soon.'</a:t>
            </a:r>
            <a:r>
              <a:rPr lang="en-US" dirty="0"/>
              <a:t> In STL, our vocabulary words are called </a:t>
            </a:r>
            <a:r>
              <a:rPr lang="en-US" b="1" dirty="0"/>
              <a:t>predicates</a:t>
            </a:r>
            <a:r>
              <a:rPr lang="en-US" dirty="0"/>
              <a:t>. But a robot doesn't understand vague words like 'soon' or 'fast'. Instead, we specify strict boundaries in the physical world that can be turned into math—like </a:t>
            </a:r>
            <a:r>
              <a:rPr lang="en-US" i="1" dirty="0"/>
              <a:t>'Time is less than 10 minutes'</a:t>
            </a:r>
            <a:r>
              <a:rPr lang="en-US" dirty="0"/>
              <a:t> or </a:t>
            </a:r>
            <a:r>
              <a:rPr lang="en-US" i="1" dirty="0"/>
              <a:t>'Speed is under 2 meters per second'</a:t>
            </a:r>
            <a:r>
              <a:rPr lang="en-US" dirty="0"/>
              <a:t>.</a:t>
            </a:r>
          </a:p>
          <a:p>
            <a:r>
              <a:rPr lang="en-US" b="1" dirty="0"/>
              <a:t>[Point to 02 Grammar]</a:t>
            </a:r>
            <a:r>
              <a:rPr lang="en-US" dirty="0"/>
              <a:t> But individual words aren't enough. Like any other language, you need </a:t>
            </a:r>
            <a:r>
              <a:rPr lang="en-US" b="1" dirty="0"/>
              <a:t>grammar</a:t>
            </a:r>
            <a:r>
              <a:rPr lang="en-US" dirty="0"/>
              <a:t> rules to connect ideas and form complex sequences. We can't just shout the words </a:t>
            </a:r>
            <a:r>
              <a:rPr lang="en-US" i="1" dirty="0"/>
              <a:t>'in office'</a:t>
            </a:r>
            <a:r>
              <a:rPr lang="en-US" dirty="0"/>
              <a:t> at a machine. We need a grammatical structure to say, </a:t>
            </a:r>
            <a:r>
              <a:rPr lang="en-US" i="1" dirty="0"/>
              <a:t>'I need to reach the office within 10 minutes.'</a:t>
            </a:r>
            <a:r>
              <a:rPr lang="en-US" dirty="0"/>
              <a:t> STL gives us operators to map out exactly </a:t>
            </a:r>
            <a:r>
              <a:rPr lang="en-US" i="1" dirty="0"/>
              <a:t>when</a:t>
            </a:r>
            <a:r>
              <a:rPr lang="en-US" dirty="0"/>
              <a:t> things need to happen.</a:t>
            </a:r>
          </a:p>
          <a:p>
            <a:r>
              <a:rPr lang="en-US" b="1" dirty="0"/>
              <a:t>[Point to 03 Semantics]</a:t>
            </a:r>
            <a:r>
              <a:rPr lang="en-US" dirty="0"/>
              <a:t> Lastly, we have </a:t>
            </a:r>
            <a:r>
              <a:rPr lang="en-US" b="1" dirty="0"/>
              <a:t>semantics, </a:t>
            </a:r>
            <a:r>
              <a:rPr lang="en-US" dirty="0"/>
              <a:t>the meaning of the sentence. Standard logic is Boolean; a sentence is just True or False. Did you reach the office on time, yes or no? But STL is much smarter. It allows us to not only say if something is True or False, but </a:t>
            </a:r>
            <a:r>
              <a:rPr lang="en-US" b="1" dirty="0"/>
              <a:t>HOW</a:t>
            </a:r>
            <a:r>
              <a:rPr lang="en-US" dirty="0"/>
              <a:t> true or </a:t>
            </a:r>
            <a:r>
              <a:rPr lang="en-US" b="1" dirty="0"/>
              <a:t>HOW</a:t>
            </a:r>
            <a:r>
              <a:rPr lang="en-US" dirty="0"/>
              <a:t> false it is. Did you reach the office with 5 minutes to spare, or did you slide in right at the buzzer? We call this continuous margin of safety </a:t>
            </a:r>
            <a:r>
              <a:rPr lang="en-US" b="1" dirty="0"/>
              <a:t>Robustness</a:t>
            </a:r>
            <a:r>
              <a:rPr lang="en-US" dirty="0"/>
              <a:t>, and it is what makes STL so powerful for robotics.</a:t>
            </a:r>
          </a:p>
        </p:txBody>
      </p:sp>
      <p:sp>
        <p:nvSpPr>
          <p:cNvPr id="4" name="Slide Number Placeholder 3"/>
          <p:cNvSpPr>
            <a:spLocks noGrp="1"/>
          </p:cNvSpPr>
          <p:nvPr>
            <p:ph type="sldNum" sz="quarter" idx="5"/>
          </p:nvPr>
        </p:nvSpPr>
        <p:spPr/>
        <p:txBody>
          <a:bodyPr/>
          <a:lstStyle/>
          <a:p>
            <a:fld id="{3A94E69C-C28A-4BE6-BE89-71D8FB2035FD}" type="slidenum">
              <a:rPr lang="en-US" smtClean="0"/>
              <a:pPr/>
              <a:t>8</a:t>
            </a:fld>
            <a:endParaRPr lang="en-US" dirty="0"/>
          </a:p>
        </p:txBody>
      </p:sp>
    </p:spTree>
    <p:extLst>
      <p:ext uri="{BB962C8B-B14F-4D97-AF65-F5344CB8AC3E}">
        <p14:creationId xmlns:p14="http://schemas.microsoft.com/office/powerpoint/2010/main" val="425770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96000" cy="3429000"/>
          </a:xfrm>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5"/>
          </p:nvPr>
        </p:nvSpPr>
        <p:spPr/>
        <p:txBody>
          <a:bodyPr/>
          <a:lstStyle/>
          <a:p>
            <a:fld id="{3A94E69C-C28A-4BE6-BE89-71D8FB2035FD}" type="slidenum">
              <a:rPr lang="en-US" smtClean="0"/>
              <a:pPr/>
              <a:t>11</a:t>
            </a:fld>
            <a:endParaRPr lang="en-US"/>
          </a:p>
        </p:txBody>
      </p:sp>
    </p:spTree>
    <p:extLst>
      <p:ext uri="{BB962C8B-B14F-4D97-AF65-F5344CB8AC3E}">
        <p14:creationId xmlns:p14="http://schemas.microsoft.com/office/powerpoint/2010/main" val="526206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96000" cy="3429000"/>
          </a:xfrm>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5"/>
          </p:nvPr>
        </p:nvSpPr>
        <p:spPr/>
        <p:txBody>
          <a:bodyPr/>
          <a:lstStyle/>
          <a:p>
            <a:fld id="{3A94E69C-C28A-4BE6-BE89-71D8FB2035FD}" type="slidenum">
              <a:rPr lang="en-US" smtClean="0"/>
              <a:pPr/>
              <a:t>14</a:t>
            </a:fld>
            <a:endParaRPr lang="en-US"/>
          </a:p>
        </p:txBody>
      </p:sp>
    </p:spTree>
    <p:extLst>
      <p:ext uri="{BB962C8B-B14F-4D97-AF65-F5344CB8AC3E}">
        <p14:creationId xmlns:p14="http://schemas.microsoft.com/office/powerpoint/2010/main" val="3241019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96000" cy="3429000"/>
          </a:xfrm>
        </p:spPr>
      </p:sp>
      <p:sp>
        <p:nvSpPr>
          <p:cNvPr id="3" name="Notes Placeholder 2"/>
          <p:cNvSpPr>
            <a:spLocks noGrp="1"/>
          </p:cNvSpPr>
          <p:nvPr>
            <p:ph type="body" idx="1"/>
          </p:nvPr>
        </p:nvSpPr>
        <p:spPr/>
        <p:txBody>
          <a:bodyPr/>
          <a:lstStyle/>
          <a:p>
            <a:r>
              <a:rPr lang="en-US"/>
              <a:t>This is just to give a brief context, there are a lot more methods, each of them can be composed </a:t>
            </a:r>
          </a:p>
        </p:txBody>
      </p:sp>
      <p:sp>
        <p:nvSpPr>
          <p:cNvPr id="4" name="Slide Number Placeholder 3"/>
          <p:cNvSpPr>
            <a:spLocks noGrp="1"/>
          </p:cNvSpPr>
          <p:nvPr>
            <p:ph type="sldNum" sz="quarter" idx="5"/>
          </p:nvPr>
        </p:nvSpPr>
        <p:spPr/>
        <p:txBody>
          <a:bodyPr/>
          <a:lstStyle/>
          <a:p>
            <a:fld id="{3A94E69C-C28A-4BE6-BE89-71D8FB2035FD}" type="slidenum">
              <a:rPr lang="en-US" smtClean="0"/>
              <a:pPr/>
              <a:t>16</a:t>
            </a:fld>
            <a:endParaRPr lang="en-US"/>
          </a:p>
        </p:txBody>
      </p:sp>
    </p:spTree>
    <p:extLst>
      <p:ext uri="{BB962C8B-B14F-4D97-AF65-F5344CB8AC3E}">
        <p14:creationId xmlns:p14="http://schemas.microsoft.com/office/powerpoint/2010/main" val="3182438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DD3D5-48CE-8508-31DB-B57E413B72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4B8C2-FCC4-4110-2FB4-E97CB3B1D888}"/>
              </a:ext>
            </a:extLst>
          </p:cNvPr>
          <p:cNvSpPr>
            <a:spLocks noGrp="1" noRot="1" noChangeAspect="1"/>
          </p:cNvSpPr>
          <p:nvPr>
            <p:ph type="sldImg"/>
          </p:nvPr>
        </p:nvSpPr>
        <p:spPr>
          <a:xfrm>
            <a:off x="384175" y="685800"/>
            <a:ext cx="6096000" cy="3429000"/>
          </a:xfrm>
        </p:spPr>
      </p:sp>
      <p:sp>
        <p:nvSpPr>
          <p:cNvPr id="3" name="Notes Placeholder 2">
            <a:extLst>
              <a:ext uri="{FF2B5EF4-FFF2-40B4-BE49-F238E27FC236}">
                <a16:creationId xmlns:a16="http://schemas.microsoft.com/office/drawing/2014/main" id="{C2706A71-1F21-4F15-C8C7-61A69A81C79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C7067DC-5AAF-7618-E0B1-542DC7459FB1}"/>
              </a:ext>
            </a:extLst>
          </p:cNvPr>
          <p:cNvSpPr>
            <a:spLocks noGrp="1"/>
          </p:cNvSpPr>
          <p:nvPr>
            <p:ph type="sldNum" sz="quarter" idx="5"/>
          </p:nvPr>
        </p:nvSpPr>
        <p:spPr/>
        <p:txBody>
          <a:bodyPr/>
          <a:lstStyle/>
          <a:p>
            <a:fld id="{3A94E69C-C28A-4BE6-BE89-71D8FB2035FD}" type="slidenum">
              <a:rPr lang="en-US" smtClean="0"/>
              <a:pPr/>
              <a:t>17</a:t>
            </a:fld>
            <a:endParaRPr lang="en-US"/>
          </a:p>
        </p:txBody>
      </p:sp>
    </p:spTree>
    <p:extLst>
      <p:ext uri="{BB962C8B-B14F-4D97-AF65-F5344CB8AC3E}">
        <p14:creationId xmlns:p14="http://schemas.microsoft.com/office/powerpoint/2010/main" val="25516542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image" Target="../media/image12.png"/><Relationship Id="rId1" Type="http://schemas.openxmlformats.org/officeDocument/2006/relationships/slideMaster" Target="../slideMasters/slideMaster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24.svg"/><Relationship Id="rId4" Type="http://schemas.openxmlformats.org/officeDocument/2006/relationships/image" Target="../media/image23.sv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A">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3B25342-E713-0247-2E3D-6C43E595B6AD}"/>
              </a:ext>
            </a:extLst>
          </p:cNvPr>
          <p:cNvPicPr>
            <a:picLocks noChangeAspect="1"/>
          </p:cNvPicPr>
          <p:nvPr userDrawn="1"/>
        </p:nvPicPr>
        <p:blipFill>
          <a:blip r:embed="rId2"/>
          <a:stretch>
            <a:fillRect/>
          </a:stretch>
        </p:blipFill>
        <p:spPr>
          <a:xfrm>
            <a:off x="0" y="4261104"/>
            <a:ext cx="12192000" cy="2596896"/>
          </a:xfrm>
          <a:prstGeom prst="rect">
            <a:avLst/>
          </a:prstGeom>
        </p:spPr>
      </p:pic>
      <p:sp>
        <p:nvSpPr>
          <p:cNvPr id="3" name="Date Placeholder 2" hidden="1">
            <a:extLst>
              <a:ext uri="{FF2B5EF4-FFF2-40B4-BE49-F238E27FC236}">
                <a16:creationId xmlns:a16="http://schemas.microsoft.com/office/drawing/2014/main" id="{D8540927-FEEA-4930-9813-BB60C0573908}"/>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6F4C580F-76F7-40E8-ADEA-2D8C9B25F850}" type="datetime4">
              <a:rPr lang="en-US" smtClean="0"/>
              <a:t>October 20, 2026</a:t>
            </a:fld>
            <a:endParaRPr lang="en-US"/>
          </a:p>
        </p:txBody>
      </p:sp>
      <p:sp>
        <p:nvSpPr>
          <p:cNvPr id="6" name="Footer Placeholder 5" hidden="1">
            <a:extLst>
              <a:ext uri="{FF2B5EF4-FFF2-40B4-BE49-F238E27FC236}">
                <a16:creationId xmlns:a16="http://schemas.microsoft.com/office/drawing/2014/main" id="{CEA8885D-4C24-47AF-B750-4596970023A4}"/>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7" name="Slide Number Placeholder 6" hidden="1">
            <a:extLst>
              <a:ext uri="{FF2B5EF4-FFF2-40B4-BE49-F238E27FC236}">
                <a16:creationId xmlns:a16="http://schemas.microsoft.com/office/drawing/2014/main" id="{2EAECFDD-505B-4910-A185-543B03579F2B}"/>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16" name="Textbox for metadata">
            <a:extLst>
              <a:ext uri="{FF2B5EF4-FFF2-40B4-BE49-F238E27FC236}">
                <a16:creationId xmlns:a16="http://schemas.microsoft.com/office/drawing/2014/main" id="{932E1283-5E1D-4454-90E0-0EB77DB007AD}"/>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5"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B586EEA8-ACB1-F614-9787-9EA929C4B8DD}"/>
              </a:ext>
            </a:extLst>
          </p:cNvPr>
          <p:cNvSpPr txBox="1"/>
          <p:nvPr userDrawn="1"/>
        </p:nvSpPr>
        <p:spPr bwMode="gray">
          <a:xfrm>
            <a:off x="525631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bg1"/>
              </a:solidFill>
            </a:endParaRPr>
          </a:p>
        </p:txBody>
      </p:sp>
      <p:sp>
        <p:nvSpPr>
          <p:cNvPr id="8"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1BF7EFE7-336D-7B45-9CEE-623BE4221500}"/>
              </a:ext>
            </a:extLst>
          </p:cNvPr>
          <p:cNvSpPr txBox="1"/>
          <p:nvPr userDrawn="1"/>
        </p:nvSpPr>
        <p:spPr bwMode="gray">
          <a:xfrm>
            <a:off x="7191025" y="6523200"/>
            <a:ext cx="756000" cy="169200"/>
          </a:xfrm>
          <a:prstGeom prst="rect">
            <a:avLst/>
          </a:prstGeom>
          <a:noFill/>
          <a:ln>
            <a:noFill/>
          </a:ln>
        </p:spPr>
        <p:txBody>
          <a:bodyPr wrap="square" lIns="0" tIns="0" rIns="0" bIns="0" rtlCol="0" anchor="ctr">
            <a:noAutofit/>
          </a:bodyPr>
          <a:lstStyle/>
          <a:p>
            <a:pPr algn="l"/>
            <a:endParaRPr lang="en-US"/>
          </a:p>
        </p:txBody>
      </p:sp>
      <p:pic>
        <p:nvPicPr>
          <p:cNvPr id="1272404189" name="Classification" descr="{&quot;templafy&quot;:{&quot;id&quot;:&quot;64fb91e3-b58b-4b6c-afa9-f97bcd018480&quot;}}"/>
          <p:cNvPicPr>
            <a:picLocks noChangeAspect="1"/>
          </p:cNvPicPr>
          <p:nvPr/>
        </p:nvPicPr>
        <p:blipFill>
          <a:blip r:embed="rId3"/>
          <a:stretch>
            <a:fillRect/>
          </a:stretch>
        </p:blipFill>
        <p:spPr>
          <a:xfrm>
            <a:off x="331200" y="367200"/>
            <a:ext cx="1530000" cy="252000"/>
          </a:xfrm>
          <a:prstGeom prst="rect">
            <a:avLst/>
          </a:prstGeom>
        </p:spPr>
      </p:pic>
      <p:sp>
        <p:nvSpPr>
          <p:cNvPr id="20" name="Title 1">
            <a:extLst>
              <a:ext uri="{FF2B5EF4-FFF2-40B4-BE49-F238E27FC236}">
                <a16:creationId xmlns:a16="http://schemas.microsoft.com/office/drawing/2014/main" id="{1D4B8532-33AB-815E-60F0-4048F395066B}"/>
              </a:ext>
            </a:extLst>
          </p:cNvPr>
          <p:cNvSpPr>
            <a:spLocks noGrp="1"/>
          </p:cNvSpPr>
          <p:nvPr>
            <p:ph type="title"/>
          </p:nvPr>
        </p:nvSpPr>
        <p:spPr>
          <a:xfrm>
            <a:off x="331200" y="2457525"/>
            <a:ext cx="8613648" cy="1349734"/>
          </a:xfrm>
        </p:spPr>
        <p:txBody>
          <a:bodyPr anchor="t"/>
          <a:lstStyle>
            <a:lvl1pPr>
              <a:defRPr sz="4400" b="0" cap="all" baseline="0">
                <a:latin typeface="ABBvoice Display SemiBold" panose="020D0704020603060204" pitchFamily="34" charset="0"/>
              </a:defRPr>
            </a:lvl1pPr>
          </a:lstStyle>
          <a:p>
            <a:r>
              <a:rPr lang="en-US" noProof="0"/>
              <a:t>Click to edit Master title style</a:t>
            </a:r>
            <a:endParaRPr lang="en-US"/>
          </a:p>
        </p:txBody>
      </p:sp>
      <p:sp>
        <p:nvSpPr>
          <p:cNvPr id="21" name="Text Placeholder 2">
            <a:extLst>
              <a:ext uri="{FF2B5EF4-FFF2-40B4-BE49-F238E27FC236}">
                <a16:creationId xmlns:a16="http://schemas.microsoft.com/office/drawing/2014/main" id="{4A9EAF23-A18E-5305-C224-E60978BAAC14}"/>
              </a:ext>
            </a:extLst>
          </p:cNvPr>
          <p:cNvSpPr>
            <a:spLocks noGrp="1"/>
          </p:cNvSpPr>
          <p:nvPr>
            <p:ph type="body" sz="quarter" idx="14" hasCustomPrompt="1"/>
          </p:nvPr>
        </p:nvSpPr>
        <p:spPr>
          <a:xfrm>
            <a:off x="331201" y="4576501"/>
            <a:ext cx="8613648" cy="486000"/>
          </a:xfrm>
        </p:spPr>
        <p:txBody>
          <a:bodyPr l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22" name="Text Placeholder 3">
            <a:extLst>
              <a:ext uri="{FF2B5EF4-FFF2-40B4-BE49-F238E27FC236}">
                <a16:creationId xmlns:a16="http://schemas.microsoft.com/office/drawing/2014/main" id="{FF1B3666-7D82-4C1B-225F-70F5B52B18C0}"/>
              </a:ext>
            </a:extLst>
          </p:cNvPr>
          <p:cNvSpPr>
            <a:spLocks noGrp="1"/>
          </p:cNvSpPr>
          <p:nvPr>
            <p:ph type="body" sz="quarter" idx="16" hasCustomPrompt="1"/>
          </p:nvPr>
        </p:nvSpPr>
        <p:spPr>
          <a:xfrm>
            <a:off x="331201" y="2295525"/>
            <a:ext cx="8613648" cy="162000"/>
          </a:xfrm>
        </p:spPr>
        <p:txBody>
          <a:bodyPr lIns="0" anchor="t"/>
          <a:lstStyle>
            <a:lvl1pPr>
              <a:spcBef>
                <a:spcPts val="0"/>
              </a:spcBef>
              <a:defRPr sz="1000" cap="all" spc="200" baseline="0"/>
            </a:lvl1pPr>
          </a:lstStyle>
          <a:p>
            <a:pPr lvl="0"/>
            <a:r>
              <a:rPr lang="en-US" noProof="0"/>
              <a:t>DATE OR OTHER INFORMATION – THIS LINE IS NOT OBLIGATORY</a:t>
            </a:r>
            <a:endParaRPr lang="en-US"/>
          </a:p>
        </p:txBody>
      </p:sp>
      <p:sp>
        <p:nvSpPr>
          <p:cNvPr id="27"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616883B3-4002-4F50-931E-F0816C2C2162}"/>
              </a:ext>
            </a:extLst>
          </p:cNvPr>
          <p:cNvSpPr txBox="1"/>
          <p:nvPr userDrawn="1"/>
        </p:nvSpPr>
        <p:spPr bwMode="gray">
          <a:xfrm>
            <a:off x="329522" y="6523200"/>
            <a:ext cx="4681674"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bg1"/>
                </a:solidFill>
                <a:effectLst/>
                <a:uLnTx/>
                <a:uFillTx/>
                <a:latin typeface="+mn-lt"/>
                <a:ea typeface="+mn-ea"/>
                <a:cs typeface="+mn-cs"/>
              </a:rPr>
              <a:t>© 2026 ABB. All rights reserved.</a:t>
            </a:r>
          </a:p>
        </p:txBody>
      </p:sp>
      <p:pic>
        <p:nvPicPr>
          <p:cNvPr id="15" name="Logo">
            <a:extLst>
              <a:ext uri="{FF2B5EF4-FFF2-40B4-BE49-F238E27FC236}">
                <a16:creationId xmlns:a16="http://schemas.microsoft.com/office/drawing/2014/main" id="{A1D098FD-205D-797A-E56A-02AD9CC3820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120464" y="395547"/>
            <a:ext cx="2740336" cy="324000"/>
          </a:xfrm>
          <a:prstGeom prst="rect">
            <a:avLst/>
          </a:prstGeom>
        </p:spPr>
      </p:pic>
    </p:spTree>
    <p:extLst>
      <p:ext uri="{BB962C8B-B14F-4D97-AF65-F5344CB8AC3E}">
        <p14:creationId xmlns:p14="http://schemas.microsoft.com/office/powerpoint/2010/main" val="3338552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svg="http://schemas.microsoft.com/office/drawing/2016/SVG/main">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B (light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D93B1FE-B926-469A-85A8-E00CA4FBFE95}"/>
              </a:ext>
            </a:extLst>
          </p:cNvPr>
          <p:cNvSpPr>
            <a:spLocks noGrp="1"/>
          </p:cNvSpPr>
          <p:nvPr>
            <p:ph type="pic" sz="quarter" idx="16"/>
          </p:nvPr>
        </p:nvSpPr>
        <p:spPr>
          <a:xfrm>
            <a:off x="0" y="0"/>
            <a:ext cx="12192000" cy="6858000"/>
          </a:xfrm>
        </p:spPr>
        <p:txBody>
          <a:bodyPr/>
          <a:lstStyle/>
          <a:p>
            <a:r>
              <a:rPr lang="en-US"/>
              <a:t>Click icon to add picture</a:t>
            </a:r>
          </a:p>
        </p:txBody>
      </p:sp>
      <p:sp>
        <p:nvSpPr>
          <p:cNvPr id="19" name="Date Placeholder 2" hidden="1">
            <a:extLst>
              <a:ext uri="{FF2B5EF4-FFF2-40B4-BE49-F238E27FC236}">
                <a16:creationId xmlns:a16="http://schemas.microsoft.com/office/drawing/2014/main" id="{E2DA0BE3-FFDA-4368-915E-D6B90666C139}"/>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17FB7B14-392A-40B8-926C-0B6BDE0E19FB}" type="datetime4">
              <a:rPr lang="en-US" smtClean="0"/>
              <a:t>October 20, 2026</a:t>
            </a:fld>
            <a:endParaRPr lang="en-US"/>
          </a:p>
        </p:txBody>
      </p:sp>
      <p:sp>
        <p:nvSpPr>
          <p:cNvPr id="25" name="Footer Placeholder 5" hidden="1">
            <a:extLst>
              <a:ext uri="{FF2B5EF4-FFF2-40B4-BE49-F238E27FC236}">
                <a16:creationId xmlns:a16="http://schemas.microsoft.com/office/drawing/2014/main" id="{6444F00E-4A33-4AB0-ADF2-E09C76137DCC}"/>
              </a:ext>
            </a:extLst>
          </p:cNvPr>
          <p:cNvSpPr>
            <a:spLocks noGrp="1"/>
          </p:cNvSpPr>
          <p:nvPr>
            <p:ph type="ftr" sz="quarter" idx="24"/>
          </p:nvPr>
        </p:nvSpPr>
        <p:spPr>
          <a:xfrm>
            <a:off x="0" y="6858000"/>
            <a:ext cx="0" cy="0"/>
          </a:xfrm>
        </p:spPr>
        <p:txBody>
          <a:bodyPr/>
          <a:lstStyle>
            <a:lvl1pPr>
              <a:defRPr>
                <a:noFill/>
              </a:defRPr>
            </a:lvl1pPr>
          </a:lstStyle>
          <a:p>
            <a:endParaRPr lang="en-US"/>
          </a:p>
        </p:txBody>
      </p:sp>
      <p:sp>
        <p:nvSpPr>
          <p:cNvPr id="26" name="Slide Number Placeholder 6" hidden="1">
            <a:extLst>
              <a:ext uri="{FF2B5EF4-FFF2-40B4-BE49-F238E27FC236}">
                <a16:creationId xmlns:a16="http://schemas.microsoft.com/office/drawing/2014/main" id="{5B12548E-CFBD-4687-86F5-26FBF1855004}"/>
              </a:ext>
            </a:extLst>
          </p:cNvPr>
          <p:cNvSpPr>
            <a:spLocks noGrp="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5" name="Textbox for metadata">
            <a:extLst>
              <a:ext uri="{FF2B5EF4-FFF2-40B4-BE49-F238E27FC236}">
                <a16:creationId xmlns:a16="http://schemas.microsoft.com/office/drawing/2014/main" id="{21AACC99-245C-4AB3-B925-3040F2FE3845}"/>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21"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867EF0E0-86BF-44FA-AC2D-C951CA90505C}"/>
              </a:ext>
            </a:extLst>
          </p:cNvPr>
          <p:cNvSpPr txBox="1"/>
          <p:nvPr userDrawn="1"/>
        </p:nvSpPr>
        <p:spPr bwMode="gray">
          <a:xfrm>
            <a:off x="329522" y="6523200"/>
            <a:ext cx="4680000"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863A5345-9942-7CA3-3C89-5E8D0F5E3614}"/>
              </a:ext>
            </a:extLst>
          </p:cNvPr>
          <p:cNvSpPr txBox="1"/>
          <p:nvPr userDrawn="1"/>
        </p:nvSpPr>
        <p:spPr bwMode="gray">
          <a:xfrm>
            <a:off x="5227638"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3"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52CC6C05-E06C-D058-732C-FCE1D5DE3D67}"/>
              </a:ext>
            </a:extLst>
          </p:cNvPr>
          <p:cNvSpPr txBox="1"/>
          <p:nvPr userDrawn="1"/>
        </p:nvSpPr>
        <p:spPr bwMode="gray">
          <a:xfrm>
            <a:off x="7185025" y="6523200"/>
            <a:ext cx="756000" cy="169200"/>
          </a:xfrm>
          <a:prstGeom prst="rect">
            <a:avLst/>
          </a:prstGeom>
          <a:noFill/>
          <a:ln>
            <a:noFill/>
          </a:ln>
        </p:spPr>
        <p:txBody>
          <a:bodyPr wrap="square" lIns="0" tIns="0" rIns="0" bIns="0" rtlCol="0" anchor="ctr">
            <a:noAutofit/>
          </a:bodyPr>
          <a:lstStyle/>
          <a:p>
            <a:pPr algn="l"/>
            <a:endParaRPr lang="en-US"/>
          </a:p>
        </p:txBody>
      </p:sp>
      <p:pic>
        <p:nvPicPr>
          <p:cNvPr id="1515630797" name="Classification" descr="{&quot;templafy&quot;:{&quot;id&quot;:&quot;24889a1f-19f9-49c2-86fc-e7ae4f446e9b&quot;}}"/>
          <p:cNvPicPr>
            <a:picLocks noChangeAspect="1"/>
          </p:cNvPicPr>
          <p:nvPr/>
        </p:nvPicPr>
        <p:blipFill>
          <a:blip r:embed="rId2"/>
          <a:stretch>
            <a:fillRect/>
          </a:stretch>
        </p:blipFill>
        <p:spPr>
          <a:xfrm>
            <a:off x="331200" y="367200"/>
            <a:ext cx="1530000" cy="252000"/>
          </a:xfrm>
          <a:prstGeom prst="rect">
            <a:avLst/>
          </a:prstGeom>
        </p:spPr>
      </p:pic>
      <p:sp>
        <p:nvSpPr>
          <p:cNvPr id="6" name="Title 1">
            <a:extLst>
              <a:ext uri="{FF2B5EF4-FFF2-40B4-BE49-F238E27FC236}">
                <a16:creationId xmlns:a16="http://schemas.microsoft.com/office/drawing/2014/main" id="{2700EA22-4967-EB8B-8572-337707EA64F1}"/>
              </a:ext>
            </a:extLst>
          </p:cNvPr>
          <p:cNvSpPr>
            <a:spLocks noGrp="1"/>
          </p:cNvSpPr>
          <p:nvPr>
            <p:ph type="title"/>
          </p:nvPr>
        </p:nvSpPr>
        <p:spPr>
          <a:xfrm>
            <a:off x="331201" y="4415978"/>
            <a:ext cx="8613648" cy="1167237"/>
          </a:xfrm>
        </p:spPr>
        <p:txBody>
          <a:bodyPr anchor="t"/>
          <a:lstStyle>
            <a:lvl1pPr>
              <a:defRPr sz="4000" b="0" cap="all" baseline="0">
                <a:latin typeface="ABBvoice Display SemiBold" panose="020D0704020603060204" pitchFamily="34" charset="0"/>
              </a:defRPr>
            </a:lvl1pPr>
          </a:lstStyle>
          <a:p>
            <a:r>
              <a:rPr lang="en-US" noProof="0"/>
              <a:t>Click to edit Master title style</a:t>
            </a:r>
            <a:endParaRPr lang="en-US"/>
          </a:p>
        </p:txBody>
      </p:sp>
      <p:sp>
        <p:nvSpPr>
          <p:cNvPr id="7" name="Text Placeholder 2">
            <a:extLst>
              <a:ext uri="{FF2B5EF4-FFF2-40B4-BE49-F238E27FC236}">
                <a16:creationId xmlns:a16="http://schemas.microsoft.com/office/drawing/2014/main" id="{A5BE7224-9D04-78A1-1ECC-F8903196BA52}"/>
              </a:ext>
            </a:extLst>
          </p:cNvPr>
          <p:cNvSpPr>
            <a:spLocks noGrp="1"/>
          </p:cNvSpPr>
          <p:nvPr>
            <p:ph type="body" sz="quarter" idx="14" hasCustomPrompt="1"/>
          </p:nvPr>
        </p:nvSpPr>
        <p:spPr>
          <a:xfrm>
            <a:off x="331201" y="5808186"/>
            <a:ext cx="8613648" cy="486000"/>
          </a:xfrm>
        </p:spPr>
        <p:txBody>
          <a:bodyPr lIns="0"/>
          <a:lstStyle>
            <a:lvl1pPr>
              <a:defRPr sz="20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8" name="Text Placeholder 3">
            <a:extLst>
              <a:ext uri="{FF2B5EF4-FFF2-40B4-BE49-F238E27FC236}">
                <a16:creationId xmlns:a16="http://schemas.microsoft.com/office/drawing/2014/main" id="{8BE6EDD7-71DD-0432-9AA7-5420CF75EE18}"/>
              </a:ext>
            </a:extLst>
          </p:cNvPr>
          <p:cNvSpPr>
            <a:spLocks noGrp="1"/>
          </p:cNvSpPr>
          <p:nvPr>
            <p:ph type="body" sz="quarter" idx="17" hasCustomPrompt="1"/>
          </p:nvPr>
        </p:nvSpPr>
        <p:spPr>
          <a:xfrm>
            <a:off x="331201" y="4253978"/>
            <a:ext cx="8613648" cy="162000"/>
          </a:xfrm>
        </p:spPr>
        <p:txBody>
          <a:bodyPr lIns="0" anchor="t"/>
          <a:lstStyle>
            <a:lvl1pPr>
              <a:spcBef>
                <a:spcPts val="0"/>
              </a:spcBef>
              <a:defRPr sz="800" cap="all" spc="200" baseline="0"/>
            </a:lvl1pPr>
          </a:lstStyle>
          <a:p>
            <a:pPr lvl="0"/>
            <a:r>
              <a:rPr lang="en-US" noProof="0"/>
              <a:t>DATE OR OTHER INFORMATION – THIS LINE IS NOT OBLIGATORY</a:t>
            </a:r>
            <a:endParaRPr lang="en-US"/>
          </a:p>
        </p:txBody>
      </p:sp>
      <p:pic>
        <p:nvPicPr>
          <p:cNvPr id="10" name="Logo">
            <a:extLst>
              <a:ext uri="{FF2B5EF4-FFF2-40B4-BE49-F238E27FC236}">
                <a16:creationId xmlns:a16="http://schemas.microsoft.com/office/drawing/2014/main" id="{88F85863-7824-0550-5BE1-80DAE1790FB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120464" y="395547"/>
            <a:ext cx="2740336" cy="324000"/>
          </a:xfrm>
          <a:prstGeom prst="rect">
            <a:avLst/>
          </a:prstGeom>
        </p:spPr>
      </p:pic>
    </p:spTree>
    <p:extLst>
      <p:ext uri="{BB962C8B-B14F-4D97-AF65-F5344CB8AC3E}">
        <p14:creationId xmlns:p14="http://schemas.microsoft.com/office/powerpoint/2010/main" val="2362327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svg="http://schemas.microsoft.com/office/drawing/2016/SVG/main">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C (dark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D93B1FE-B926-469A-85A8-E00CA4FBFE95}"/>
              </a:ext>
            </a:extLst>
          </p:cNvPr>
          <p:cNvSpPr>
            <a:spLocks noGrp="1"/>
          </p:cNvSpPr>
          <p:nvPr>
            <p:ph type="pic" sz="quarter" idx="16"/>
          </p:nvPr>
        </p:nvSpPr>
        <p:spPr>
          <a:xfrm>
            <a:off x="0" y="0"/>
            <a:ext cx="12192000" cy="6858000"/>
          </a:xfrm>
        </p:spPr>
        <p:txBody>
          <a:bodyPr/>
          <a:lstStyle/>
          <a:p>
            <a:r>
              <a:rPr lang="en-US"/>
              <a:t>Click icon to add picture</a:t>
            </a:r>
          </a:p>
        </p:txBody>
      </p:sp>
      <p:sp>
        <p:nvSpPr>
          <p:cNvPr id="17" name="Date Placeholder 2" hidden="1">
            <a:extLst>
              <a:ext uri="{FF2B5EF4-FFF2-40B4-BE49-F238E27FC236}">
                <a16:creationId xmlns:a16="http://schemas.microsoft.com/office/drawing/2014/main" id="{DEC93181-DC67-496C-BF38-9B85050BC846}"/>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22FE1CDC-7110-44AA-8C0E-6728506872AD}" type="datetime4">
              <a:rPr lang="en-US" smtClean="0"/>
              <a:t>October 20, 2026</a:t>
            </a:fld>
            <a:endParaRPr lang="en-US"/>
          </a:p>
        </p:txBody>
      </p:sp>
      <p:sp>
        <p:nvSpPr>
          <p:cNvPr id="23" name="Footer Placeholder 5" hidden="1">
            <a:extLst>
              <a:ext uri="{FF2B5EF4-FFF2-40B4-BE49-F238E27FC236}">
                <a16:creationId xmlns:a16="http://schemas.microsoft.com/office/drawing/2014/main" id="{F875FF11-4129-4354-85FE-EB3DCEEC1DB3}"/>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24" name="Slide Number Placeholder 6" hidden="1">
            <a:extLst>
              <a:ext uri="{FF2B5EF4-FFF2-40B4-BE49-F238E27FC236}">
                <a16:creationId xmlns:a16="http://schemas.microsoft.com/office/drawing/2014/main" id="{B3D53CF0-1704-4F73-A324-D97E6ADADF91}"/>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3" name="Textbox for metadata">
            <a:extLst>
              <a:ext uri="{FF2B5EF4-FFF2-40B4-BE49-F238E27FC236}">
                <a16:creationId xmlns:a16="http://schemas.microsoft.com/office/drawing/2014/main" id="{1E386679-4E1E-4E5A-A6F1-BA141E6691DE}"/>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pic>
        <p:nvPicPr>
          <p:cNvPr id="1716434071" name="Classification" descr="{&quot;templafy&quot;:{&quot;id&quot;:&quot;3a250475-0642-43a2-a623-618b1d1d7bca&quot;}}"/>
          <p:cNvPicPr>
            <a:picLocks noChangeAspect="1"/>
          </p:cNvPicPr>
          <p:nvPr/>
        </p:nvPicPr>
        <p:blipFill>
          <a:blip r:embed="rId2"/>
          <a:stretch>
            <a:fillRect/>
          </a:stretch>
        </p:blipFill>
        <p:spPr>
          <a:xfrm>
            <a:off x="331200" y="367200"/>
            <a:ext cx="1530000" cy="252000"/>
          </a:xfrm>
          <a:prstGeom prst="rect">
            <a:avLst/>
          </a:prstGeom>
        </p:spPr>
      </p:pic>
      <p:sp>
        <p:nvSpPr>
          <p:cNvPr id="6" name="Title 1">
            <a:extLst>
              <a:ext uri="{FF2B5EF4-FFF2-40B4-BE49-F238E27FC236}">
                <a16:creationId xmlns:a16="http://schemas.microsoft.com/office/drawing/2014/main" id="{F2BFD6D9-7CC9-04DE-B96D-15D2BDDBCAE3}"/>
              </a:ext>
            </a:extLst>
          </p:cNvPr>
          <p:cNvSpPr>
            <a:spLocks noGrp="1"/>
          </p:cNvSpPr>
          <p:nvPr>
            <p:ph type="title"/>
          </p:nvPr>
        </p:nvSpPr>
        <p:spPr>
          <a:xfrm>
            <a:off x="331201" y="4415978"/>
            <a:ext cx="8613648" cy="1167237"/>
          </a:xfrm>
        </p:spPr>
        <p:txBody>
          <a:bodyPr anchor="t"/>
          <a:lstStyle>
            <a:lvl1pPr>
              <a:defRPr sz="4000" b="0" cap="all" baseline="0">
                <a:solidFill>
                  <a:schemeClr val="bg1"/>
                </a:solidFill>
                <a:latin typeface="ABBvoice Display SemiBold" panose="020D0704020603060204" pitchFamily="34" charset="0"/>
              </a:defRPr>
            </a:lvl1pPr>
          </a:lstStyle>
          <a:p>
            <a:r>
              <a:rPr lang="en-US" noProof="0"/>
              <a:t>Click to edit Master title style</a:t>
            </a:r>
            <a:endParaRPr lang="en-US"/>
          </a:p>
        </p:txBody>
      </p:sp>
      <p:sp>
        <p:nvSpPr>
          <p:cNvPr id="7" name="Text Placeholder 2">
            <a:extLst>
              <a:ext uri="{FF2B5EF4-FFF2-40B4-BE49-F238E27FC236}">
                <a16:creationId xmlns:a16="http://schemas.microsoft.com/office/drawing/2014/main" id="{70146E08-A8C9-A8CF-28EC-AA03887F0FC8}"/>
              </a:ext>
            </a:extLst>
          </p:cNvPr>
          <p:cNvSpPr>
            <a:spLocks noGrp="1"/>
          </p:cNvSpPr>
          <p:nvPr>
            <p:ph type="body" sz="quarter" idx="14" hasCustomPrompt="1"/>
          </p:nvPr>
        </p:nvSpPr>
        <p:spPr>
          <a:xfrm>
            <a:off x="331201" y="5808186"/>
            <a:ext cx="8613648" cy="486000"/>
          </a:xfrm>
        </p:spPr>
        <p:txBody>
          <a:bodyPr lIns="0"/>
          <a:lstStyle>
            <a:lvl1pPr>
              <a:defRPr sz="2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8" name="Text Placeholder 3">
            <a:extLst>
              <a:ext uri="{FF2B5EF4-FFF2-40B4-BE49-F238E27FC236}">
                <a16:creationId xmlns:a16="http://schemas.microsoft.com/office/drawing/2014/main" id="{15B166A2-5329-1315-4496-5FE31CD1E698}"/>
              </a:ext>
            </a:extLst>
          </p:cNvPr>
          <p:cNvSpPr>
            <a:spLocks noGrp="1"/>
          </p:cNvSpPr>
          <p:nvPr>
            <p:ph type="body" sz="quarter" idx="17" hasCustomPrompt="1"/>
          </p:nvPr>
        </p:nvSpPr>
        <p:spPr>
          <a:xfrm>
            <a:off x="331201" y="4253978"/>
            <a:ext cx="8613648" cy="162000"/>
          </a:xfrm>
        </p:spPr>
        <p:txBody>
          <a:bodyPr lIns="0" anchor="t"/>
          <a:lstStyle>
            <a:lvl1pPr>
              <a:spcBef>
                <a:spcPts val="0"/>
              </a:spcBef>
              <a:defRPr sz="800" cap="all" spc="200" baseline="0">
                <a:solidFill>
                  <a:schemeClr val="bg1"/>
                </a:solidFill>
              </a:defRPr>
            </a:lvl1pPr>
          </a:lstStyle>
          <a:p>
            <a:pPr lvl="0"/>
            <a:r>
              <a:rPr lang="en-US" noProof="0"/>
              <a:t>DATE OR OTHER INFORMATION – THIS LINE IS NOT OBLIGATORY</a:t>
            </a:r>
            <a:endParaRPr lang="en-US"/>
          </a:p>
        </p:txBody>
      </p:sp>
      <p:sp>
        <p:nvSpPr>
          <p:cNvPr id="14"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427B728B-7542-711D-45EF-78351683D694}"/>
              </a:ext>
            </a:extLst>
          </p:cNvPr>
          <p:cNvSpPr txBox="1"/>
          <p:nvPr userDrawn="1"/>
        </p:nvSpPr>
        <p:spPr bwMode="gray">
          <a:xfrm>
            <a:off x="525631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bg1"/>
              </a:solidFill>
            </a:endParaRPr>
          </a:p>
        </p:txBody>
      </p:sp>
      <p:sp>
        <p:nvSpPr>
          <p:cNvPr id="15"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383E778F-FA2F-3CF5-90CE-2251D9D66825}"/>
              </a:ext>
            </a:extLst>
          </p:cNvPr>
          <p:cNvSpPr txBox="1"/>
          <p:nvPr userDrawn="1"/>
        </p:nvSpPr>
        <p:spPr bwMode="gray">
          <a:xfrm>
            <a:off x="7191025" y="6523200"/>
            <a:ext cx="756000" cy="169200"/>
          </a:xfrm>
          <a:prstGeom prst="rect">
            <a:avLst/>
          </a:prstGeom>
          <a:noFill/>
          <a:ln>
            <a:noFill/>
          </a:ln>
        </p:spPr>
        <p:txBody>
          <a:bodyPr wrap="square" lIns="0" tIns="0" rIns="0" bIns="0" rtlCol="0" anchor="ctr">
            <a:noAutofit/>
          </a:bodyPr>
          <a:lstStyle/>
          <a:p>
            <a:pPr algn="l"/>
            <a:endParaRPr lang="en-US"/>
          </a:p>
        </p:txBody>
      </p:sp>
      <p:sp>
        <p:nvSpPr>
          <p:cNvPr id="16"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E09A8704-525D-2E04-E7F4-5975A3513C89}"/>
              </a:ext>
            </a:extLst>
          </p:cNvPr>
          <p:cNvSpPr txBox="1"/>
          <p:nvPr userDrawn="1"/>
        </p:nvSpPr>
        <p:spPr bwMode="gray">
          <a:xfrm>
            <a:off x="329522" y="6523200"/>
            <a:ext cx="4681674"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bg1"/>
                </a:solidFill>
                <a:effectLst/>
                <a:uLnTx/>
                <a:uFillTx/>
                <a:latin typeface="+mn-lt"/>
                <a:ea typeface="+mn-ea"/>
                <a:cs typeface="+mn-cs"/>
              </a:rPr>
              <a:t>© 2026 ABB. All rights reserved.</a:t>
            </a:r>
          </a:p>
        </p:txBody>
      </p:sp>
      <p:pic>
        <p:nvPicPr>
          <p:cNvPr id="13" name="Logo">
            <a:extLst>
              <a:ext uri="{FF2B5EF4-FFF2-40B4-BE49-F238E27FC236}">
                <a16:creationId xmlns:a16="http://schemas.microsoft.com/office/drawing/2014/main" id="{F32F47FB-9277-6D9E-41B1-9270DC21EE9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120464" y="393327"/>
            <a:ext cx="2740336" cy="324000"/>
          </a:xfrm>
          <a:prstGeom prst="rect">
            <a:avLst/>
          </a:prstGeom>
        </p:spPr>
      </p:pic>
    </p:spTree>
    <p:extLst>
      <p:ext uri="{BB962C8B-B14F-4D97-AF65-F5344CB8AC3E}">
        <p14:creationId xmlns:p14="http://schemas.microsoft.com/office/powerpoint/2010/main" val="301784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svg="http://schemas.microsoft.com/office/drawing/2016/SVG/main">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D">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7B29AAA6-A1F6-490A-1EFC-6B447EB1762C}"/>
              </a:ext>
            </a:extLst>
          </p:cNvPr>
          <p:cNvSpPr>
            <a:spLocks noGrp="1"/>
          </p:cNvSpPr>
          <p:nvPr>
            <p:ph type="pic" sz="quarter" idx="16"/>
          </p:nvPr>
        </p:nvSpPr>
        <p:spPr>
          <a:xfrm>
            <a:off x="0" y="-1"/>
            <a:ext cx="8924925" cy="3922341"/>
          </a:xfrm>
        </p:spPr>
        <p:txBody>
          <a:bodyPr/>
          <a:lstStyle/>
          <a:p>
            <a:r>
              <a:rPr lang="en-US" noProof="0"/>
              <a:t>Click icon to add picture</a:t>
            </a:r>
            <a:endParaRPr lang="en-US"/>
          </a:p>
        </p:txBody>
      </p:sp>
      <p:sp>
        <p:nvSpPr>
          <p:cNvPr id="7" name="Title 1">
            <a:extLst>
              <a:ext uri="{FF2B5EF4-FFF2-40B4-BE49-F238E27FC236}">
                <a16:creationId xmlns:a16="http://schemas.microsoft.com/office/drawing/2014/main" id="{732CCBB1-04BD-FE31-F06D-102B92D55FEF}"/>
              </a:ext>
            </a:extLst>
          </p:cNvPr>
          <p:cNvSpPr>
            <a:spLocks noGrp="1"/>
          </p:cNvSpPr>
          <p:nvPr>
            <p:ph type="title"/>
          </p:nvPr>
        </p:nvSpPr>
        <p:spPr>
          <a:xfrm>
            <a:off x="331201" y="4415978"/>
            <a:ext cx="8613648" cy="1167237"/>
          </a:xfrm>
        </p:spPr>
        <p:txBody>
          <a:bodyPr anchor="t"/>
          <a:lstStyle>
            <a:lvl1pPr>
              <a:defRPr sz="4000" b="0" cap="all" baseline="0">
                <a:latin typeface="ABBvoice Display SemiBold" panose="020D0704020603060204" pitchFamily="34" charset="0"/>
              </a:defRPr>
            </a:lvl1pPr>
          </a:lstStyle>
          <a:p>
            <a:r>
              <a:rPr lang="en-US" noProof="0"/>
              <a:t>Click to edit Master title style</a:t>
            </a:r>
            <a:endParaRPr lang="en-US"/>
          </a:p>
        </p:txBody>
      </p:sp>
      <p:sp>
        <p:nvSpPr>
          <p:cNvPr id="8" name="Text Placeholder 2">
            <a:extLst>
              <a:ext uri="{FF2B5EF4-FFF2-40B4-BE49-F238E27FC236}">
                <a16:creationId xmlns:a16="http://schemas.microsoft.com/office/drawing/2014/main" id="{386D38F8-004F-7DCE-C310-B4E7FCA060EE}"/>
              </a:ext>
            </a:extLst>
          </p:cNvPr>
          <p:cNvSpPr>
            <a:spLocks noGrp="1"/>
          </p:cNvSpPr>
          <p:nvPr>
            <p:ph type="body" sz="quarter" idx="14" hasCustomPrompt="1"/>
          </p:nvPr>
        </p:nvSpPr>
        <p:spPr>
          <a:xfrm>
            <a:off x="331201" y="5808186"/>
            <a:ext cx="8613648" cy="486000"/>
          </a:xfrm>
        </p:spPr>
        <p:txBody>
          <a:bodyPr lIns="0"/>
          <a:lstStyle>
            <a:lvl1pPr>
              <a:defRPr sz="20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Text Placeholder 3">
            <a:extLst>
              <a:ext uri="{FF2B5EF4-FFF2-40B4-BE49-F238E27FC236}">
                <a16:creationId xmlns:a16="http://schemas.microsoft.com/office/drawing/2014/main" id="{4AE2F316-0016-9697-4E87-5EDF2C8F03B1}"/>
              </a:ext>
            </a:extLst>
          </p:cNvPr>
          <p:cNvSpPr>
            <a:spLocks noGrp="1"/>
          </p:cNvSpPr>
          <p:nvPr>
            <p:ph type="body" sz="quarter" idx="17" hasCustomPrompt="1"/>
          </p:nvPr>
        </p:nvSpPr>
        <p:spPr>
          <a:xfrm>
            <a:off x="331201" y="4253978"/>
            <a:ext cx="8613648" cy="162000"/>
          </a:xfrm>
        </p:spPr>
        <p:txBody>
          <a:bodyPr lIns="0" anchor="t"/>
          <a:lstStyle>
            <a:lvl1pPr>
              <a:spcBef>
                <a:spcPts val="0"/>
              </a:spcBef>
              <a:defRPr sz="800" cap="all" spc="200" baseline="0"/>
            </a:lvl1pPr>
          </a:lstStyle>
          <a:p>
            <a:pPr lvl="0"/>
            <a:r>
              <a:rPr lang="en-US" noProof="0"/>
              <a:t>DATE OR OTHER INFORMATION – THIS LINE IS NOT OBLIGATORY</a:t>
            </a:r>
            <a:endParaRPr lang="en-US"/>
          </a:p>
        </p:txBody>
      </p:sp>
      <p:sp>
        <p:nvSpPr>
          <p:cNvPr id="14" name="Date Placeholder 2" hidden="1">
            <a:extLst>
              <a:ext uri="{FF2B5EF4-FFF2-40B4-BE49-F238E27FC236}">
                <a16:creationId xmlns:a16="http://schemas.microsoft.com/office/drawing/2014/main" id="{0A33B1B3-23BD-4E69-9630-079CFBD253DD}"/>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C6A9BD41-B408-4DC1-BC41-874D8AA7AEFB}" type="datetime4">
              <a:rPr lang="en-US" smtClean="0"/>
              <a:t>October 20, 2026</a:t>
            </a:fld>
            <a:endParaRPr lang="en-US"/>
          </a:p>
        </p:txBody>
      </p:sp>
      <p:sp>
        <p:nvSpPr>
          <p:cNvPr id="18" name="Footer Placeholder 5" hidden="1">
            <a:extLst>
              <a:ext uri="{FF2B5EF4-FFF2-40B4-BE49-F238E27FC236}">
                <a16:creationId xmlns:a16="http://schemas.microsoft.com/office/drawing/2014/main" id="{FF96FD6D-EB5B-42F4-A782-864EE8984920}"/>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19" name="Slide Number Placeholder 6" hidden="1">
            <a:extLst>
              <a:ext uri="{FF2B5EF4-FFF2-40B4-BE49-F238E27FC236}">
                <a16:creationId xmlns:a16="http://schemas.microsoft.com/office/drawing/2014/main" id="{A5917654-E2E7-4F3B-9A54-AAD255683063}"/>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3" name="Textbox for metadata">
            <a:extLst>
              <a:ext uri="{FF2B5EF4-FFF2-40B4-BE49-F238E27FC236}">
                <a16:creationId xmlns:a16="http://schemas.microsoft.com/office/drawing/2014/main" id="{99A66A49-8F92-4F89-AFD0-110E26BF2680}"/>
              </a:ext>
            </a:extLst>
          </p:cNvPr>
          <p:cNvSpPr txBox="1">
            <a:spLocks/>
          </p:cNvSpPr>
          <p:nvPr userDrawn="1"/>
        </p:nvSpPr>
        <p:spPr>
          <a:xfrm>
            <a:off x="331196" y="6506816"/>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pic>
        <p:nvPicPr>
          <p:cNvPr id="1809914875" name="Classification" descr="{&quot;templafy&quot;:{&quot;id&quot;:&quot;b7b53107-a19f-4d7a-aaa5-367fbeffc90b&quot;}}"/>
          <p:cNvPicPr>
            <a:picLocks noChangeAspect="1"/>
          </p:cNvPicPr>
          <p:nvPr/>
        </p:nvPicPr>
        <p:blipFill>
          <a:blip r:embed="rId2"/>
          <a:stretch>
            <a:fillRect/>
          </a:stretch>
        </p:blipFill>
        <p:spPr>
          <a:xfrm>
            <a:off x="331200" y="367200"/>
            <a:ext cx="1530000" cy="252000"/>
          </a:xfrm>
          <a:prstGeom prst="rect">
            <a:avLst/>
          </a:prstGeom>
        </p:spPr>
      </p:pic>
      <p:sp>
        <p:nvSpPr>
          <p:cNvPr id="15"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3EBDF930-DE43-FEA5-8F13-097DAA47D1C4}"/>
              </a:ext>
            </a:extLst>
          </p:cNvPr>
          <p:cNvSpPr txBox="1"/>
          <p:nvPr userDrawn="1"/>
        </p:nvSpPr>
        <p:spPr bwMode="gray">
          <a:xfrm>
            <a:off x="329522" y="6523200"/>
            <a:ext cx="4680000"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16"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ADFB9126-E70A-AEE5-217E-5C92CB498962}"/>
              </a:ext>
            </a:extLst>
          </p:cNvPr>
          <p:cNvSpPr txBox="1"/>
          <p:nvPr userDrawn="1"/>
        </p:nvSpPr>
        <p:spPr bwMode="gray">
          <a:xfrm>
            <a:off x="5227638"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17"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CB6A9F7E-887C-4B7F-E5B1-B413D2BD238D}"/>
              </a:ext>
            </a:extLst>
          </p:cNvPr>
          <p:cNvSpPr txBox="1"/>
          <p:nvPr userDrawn="1"/>
        </p:nvSpPr>
        <p:spPr bwMode="gray">
          <a:xfrm>
            <a:off x="7185025" y="6523200"/>
            <a:ext cx="756000" cy="169200"/>
          </a:xfrm>
          <a:prstGeom prst="rect">
            <a:avLst/>
          </a:prstGeom>
          <a:noFill/>
          <a:ln>
            <a:noFill/>
          </a:ln>
        </p:spPr>
        <p:txBody>
          <a:bodyPr wrap="square" lIns="0" tIns="0" rIns="0" bIns="0" rtlCol="0" anchor="ctr">
            <a:noAutofit/>
          </a:bodyPr>
          <a:lstStyle/>
          <a:p>
            <a:pPr algn="l"/>
            <a:endParaRPr lang="en-US"/>
          </a:p>
        </p:txBody>
      </p:sp>
      <p:pic>
        <p:nvPicPr>
          <p:cNvPr id="13" name="Logo">
            <a:extLst>
              <a:ext uri="{FF2B5EF4-FFF2-40B4-BE49-F238E27FC236}">
                <a16:creationId xmlns:a16="http://schemas.microsoft.com/office/drawing/2014/main" id="{59E21CB3-1709-9896-5091-7F43B6AE400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120464" y="395547"/>
            <a:ext cx="2740336" cy="324000"/>
          </a:xfrm>
          <a:prstGeom prst="rect">
            <a:avLst/>
          </a:prstGeom>
        </p:spPr>
      </p:pic>
    </p:spTree>
    <p:extLst>
      <p:ext uri="{BB962C8B-B14F-4D97-AF65-F5344CB8AC3E}">
        <p14:creationId xmlns:p14="http://schemas.microsoft.com/office/powerpoint/2010/main" val="2824996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svg="http://schemas.microsoft.com/office/drawing/2016/SVG/main">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E">
    <p:spTree>
      <p:nvGrpSpPr>
        <p:cNvPr id="1" name=""/>
        <p:cNvGrpSpPr/>
        <p:nvPr/>
      </p:nvGrpSpPr>
      <p:grpSpPr>
        <a:xfrm>
          <a:off x="0" y="0"/>
          <a:ext cx="0" cy="0"/>
          <a:chOff x="0" y="0"/>
          <a:chExt cx="0" cy="0"/>
        </a:xfrm>
      </p:grpSpPr>
      <p:sp>
        <p:nvSpPr>
          <p:cNvPr id="13" name="Date Placeholder 2" hidden="1">
            <a:extLst>
              <a:ext uri="{FF2B5EF4-FFF2-40B4-BE49-F238E27FC236}">
                <a16:creationId xmlns:a16="http://schemas.microsoft.com/office/drawing/2014/main" id="{86899F48-C911-4CD2-8537-1874E4E7FFEA}"/>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1D6F7FAA-DD9E-4605-ADA9-64A74D15ED2D}" type="datetime4">
              <a:rPr lang="en-US" smtClean="0"/>
              <a:t>October 20, 2026</a:t>
            </a:fld>
            <a:endParaRPr lang="en-US"/>
          </a:p>
        </p:txBody>
      </p:sp>
      <p:sp>
        <p:nvSpPr>
          <p:cNvPr id="16" name="Footer Placeholder 5" hidden="1">
            <a:extLst>
              <a:ext uri="{FF2B5EF4-FFF2-40B4-BE49-F238E27FC236}">
                <a16:creationId xmlns:a16="http://schemas.microsoft.com/office/drawing/2014/main" id="{7DCDF680-C48C-4D0A-9069-B2F60D63B78A}"/>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17" name="Slide Number Placeholder 6" hidden="1">
            <a:extLst>
              <a:ext uri="{FF2B5EF4-FFF2-40B4-BE49-F238E27FC236}">
                <a16:creationId xmlns:a16="http://schemas.microsoft.com/office/drawing/2014/main" id="{0266C1C2-4C9C-4B41-96AD-AEADB16E34D4}"/>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1" name="Textbox for metadata">
            <a:extLst>
              <a:ext uri="{FF2B5EF4-FFF2-40B4-BE49-F238E27FC236}">
                <a16:creationId xmlns:a16="http://schemas.microsoft.com/office/drawing/2014/main" id="{E3F50A39-4A37-4A8F-8A6D-C4F1265DDE55}"/>
              </a:ext>
            </a:extLst>
          </p:cNvPr>
          <p:cNvSpPr txBox="1">
            <a:spLocks/>
          </p:cNvSpPr>
          <p:nvPr userDrawn="1"/>
        </p:nvSpPr>
        <p:spPr>
          <a:xfrm>
            <a:off x="331196" y="6506816"/>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pic>
        <p:nvPicPr>
          <p:cNvPr id="2138380865" name="Classification" descr="{&quot;templafy&quot;:{&quot;id&quot;:&quot;3495e492-e019-4a70-a6f0-1bf68010402c&quot;}}"/>
          <p:cNvPicPr>
            <a:picLocks noChangeAspect="1"/>
          </p:cNvPicPr>
          <p:nvPr/>
        </p:nvPicPr>
        <p:blipFill>
          <a:blip r:embed="rId2"/>
          <a:stretch>
            <a:fillRect/>
          </a:stretch>
        </p:blipFill>
        <p:spPr>
          <a:xfrm>
            <a:off x="331200" y="367200"/>
            <a:ext cx="1530000" cy="252000"/>
          </a:xfrm>
          <a:prstGeom prst="rect">
            <a:avLst/>
          </a:prstGeom>
        </p:spPr>
      </p:pic>
      <p:sp>
        <p:nvSpPr>
          <p:cNvPr id="6" name="Picture Placeholder 3">
            <a:extLst>
              <a:ext uri="{FF2B5EF4-FFF2-40B4-BE49-F238E27FC236}">
                <a16:creationId xmlns:a16="http://schemas.microsoft.com/office/drawing/2014/main" id="{E830A1BB-93D2-83E6-5E0F-A2EB11913C1A}"/>
              </a:ext>
            </a:extLst>
          </p:cNvPr>
          <p:cNvSpPr>
            <a:spLocks noGrp="1"/>
          </p:cNvSpPr>
          <p:nvPr>
            <p:ph type="pic" sz="quarter" idx="16"/>
          </p:nvPr>
        </p:nvSpPr>
        <p:spPr>
          <a:xfrm>
            <a:off x="0" y="0"/>
            <a:ext cx="12192000" cy="3922776"/>
          </a:xfrm>
        </p:spPr>
        <p:txBody>
          <a:bodyPr/>
          <a:lstStyle/>
          <a:p>
            <a:r>
              <a:rPr lang="en-US" noProof="0"/>
              <a:t>Click icon to add picture</a:t>
            </a:r>
            <a:endParaRPr lang="en-US"/>
          </a:p>
        </p:txBody>
      </p:sp>
      <p:sp>
        <p:nvSpPr>
          <p:cNvPr id="7" name="Title 1">
            <a:extLst>
              <a:ext uri="{FF2B5EF4-FFF2-40B4-BE49-F238E27FC236}">
                <a16:creationId xmlns:a16="http://schemas.microsoft.com/office/drawing/2014/main" id="{4510514A-B508-6FBD-95BC-27F50F5F7CB6}"/>
              </a:ext>
            </a:extLst>
          </p:cNvPr>
          <p:cNvSpPr>
            <a:spLocks noGrp="1"/>
          </p:cNvSpPr>
          <p:nvPr>
            <p:ph type="title"/>
          </p:nvPr>
        </p:nvSpPr>
        <p:spPr>
          <a:xfrm>
            <a:off x="331201" y="4415978"/>
            <a:ext cx="8613648" cy="1167237"/>
          </a:xfrm>
        </p:spPr>
        <p:txBody>
          <a:bodyPr anchor="t"/>
          <a:lstStyle>
            <a:lvl1pPr>
              <a:defRPr sz="4000" b="0" cap="all" baseline="0">
                <a:latin typeface="ABBvoice Display SemiBold" panose="020D0704020603060204" pitchFamily="34" charset="0"/>
              </a:defRPr>
            </a:lvl1pPr>
          </a:lstStyle>
          <a:p>
            <a:r>
              <a:rPr lang="en-US" noProof="0"/>
              <a:t>Click to edit Master title style</a:t>
            </a:r>
            <a:endParaRPr lang="en-US"/>
          </a:p>
        </p:txBody>
      </p:sp>
      <p:sp>
        <p:nvSpPr>
          <p:cNvPr id="8" name="Text Placeholder 2">
            <a:extLst>
              <a:ext uri="{FF2B5EF4-FFF2-40B4-BE49-F238E27FC236}">
                <a16:creationId xmlns:a16="http://schemas.microsoft.com/office/drawing/2014/main" id="{18287956-228E-9217-B1A8-22A42BB96292}"/>
              </a:ext>
            </a:extLst>
          </p:cNvPr>
          <p:cNvSpPr>
            <a:spLocks noGrp="1"/>
          </p:cNvSpPr>
          <p:nvPr>
            <p:ph type="body" sz="quarter" idx="14" hasCustomPrompt="1"/>
          </p:nvPr>
        </p:nvSpPr>
        <p:spPr>
          <a:xfrm>
            <a:off x="331201" y="5808186"/>
            <a:ext cx="8613648" cy="486000"/>
          </a:xfrm>
        </p:spPr>
        <p:txBody>
          <a:bodyPr lIns="0"/>
          <a:lstStyle>
            <a:lvl1pPr>
              <a:defRPr sz="20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0" name="Text Placeholder 3">
            <a:extLst>
              <a:ext uri="{FF2B5EF4-FFF2-40B4-BE49-F238E27FC236}">
                <a16:creationId xmlns:a16="http://schemas.microsoft.com/office/drawing/2014/main" id="{13D1C327-FC2E-1D32-7B54-A5257759E045}"/>
              </a:ext>
            </a:extLst>
          </p:cNvPr>
          <p:cNvSpPr>
            <a:spLocks noGrp="1"/>
          </p:cNvSpPr>
          <p:nvPr>
            <p:ph type="body" sz="quarter" idx="17" hasCustomPrompt="1"/>
          </p:nvPr>
        </p:nvSpPr>
        <p:spPr>
          <a:xfrm>
            <a:off x="331201" y="4253978"/>
            <a:ext cx="8613648" cy="162000"/>
          </a:xfrm>
        </p:spPr>
        <p:txBody>
          <a:bodyPr lIns="0" anchor="t"/>
          <a:lstStyle>
            <a:lvl1pPr>
              <a:spcBef>
                <a:spcPts val="0"/>
              </a:spcBef>
              <a:defRPr sz="800" cap="all" spc="200" baseline="0"/>
            </a:lvl1pPr>
          </a:lstStyle>
          <a:p>
            <a:pPr lvl="0"/>
            <a:r>
              <a:rPr lang="en-US" noProof="0"/>
              <a:t>DATE OR OTHER INFORMATION – THIS LINE IS NOT OBLIGATORY</a:t>
            </a:r>
            <a:endParaRPr lang="en-US"/>
          </a:p>
        </p:txBody>
      </p:sp>
      <p:sp>
        <p:nvSpPr>
          <p:cNvPr id="9"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CE9408B7-9C74-2155-A5B3-EE241A7332F9}"/>
              </a:ext>
            </a:extLst>
          </p:cNvPr>
          <p:cNvSpPr txBox="1"/>
          <p:nvPr userDrawn="1"/>
        </p:nvSpPr>
        <p:spPr bwMode="gray">
          <a:xfrm>
            <a:off x="329522" y="6523200"/>
            <a:ext cx="4680000"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1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FCAC65CE-33FF-6F5E-7FFC-A40925E31C52}"/>
              </a:ext>
            </a:extLst>
          </p:cNvPr>
          <p:cNvSpPr txBox="1"/>
          <p:nvPr userDrawn="1"/>
        </p:nvSpPr>
        <p:spPr bwMode="gray">
          <a:xfrm>
            <a:off x="5227638"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14"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75822CD8-992B-985A-2803-5CFF46386054}"/>
              </a:ext>
            </a:extLst>
          </p:cNvPr>
          <p:cNvSpPr txBox="1"/>
          <p:nvPr userDrawn="1"/>
        </p:nvSpPr>
        <p:spPr bwMode="gray">
          <a:xfrm>
            <a:off x="7185025" y="6523200"/>
            <a:ext cx="756000" cy="169200"/>
          </a:xfrm>
          <a:prstGeom prst="rect">
            <a:avLst/>
          </a:prstGeom>
          <a:noFill/>
          <a:ln>
            <a:noFill/>
          </a:ln>
        </p:spPr>
        <p:txBody>
          <a:bodyPr wrap="square" lIns="0" tIns="0" rIns="0" bIns="0" rtlCol="0" anchor="ctr">
            <a:noAutofit/>
          </a:bodyPr>
          <a:lstStyle/>
          <a:p>
            <a:pPr algn="l"/>
            <a:endParaRPr lang="en-US"/>
          </a:p>
        </p:txBody>
      </p:sp>
      <p:pic>
        <p:nvPicPr>
          <p:cNvPr id="4" name="Logo">
            <a:extLst>
              <a:ext uri="{FF2B5EF4-FFF2-40B4-BE49-F238E27FC236}">
                <a16:creationId xmlns:a16="http://schemas.microsoft.com/office/drawing/2014/main" id="{5CE63BA7-50FB-AEDD-3E20-C09C1A64C5B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120464" y="395547"/>
            <a:ext cx="2740336" cy="324000"/>
          </a:xfrm>
          <a:prstGeom prst="rect">
            <a:avLst/>
          </a:prstGeom>
        </p:spPr>
      </p:pic>
    </p:spTree>
    <p:extLst>
      <p:ext uri="{BB962C8B-B14F-4D97-AF65-F5344CB8AC3E}">
        <p14:creationId xmlns:p14="http://schemas.microsoft.com/office/powerpoint/2010/main" val="737767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svg="http://schemas.microsoft.com/office/drawing/2016/SVG/main">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4E42B8-D5FA-6728-DEBD-934D2E2A9A6D}"/>
              </a:ext>
            </a:extLst>
          </p:cNvPr>
          <p:cNvPicPr>
            <a:picLocks noChangeAspect="1"/>
          </p:cNvPicPr>
          <p:nvPr userDrawn="1"/>
        </p:nvPicPr>
        <p:blipFill>
          <a:blip r:embed="rId2"/>
          <a:stretch>
            <a:fillRect/>
          </a:stretch>
        </p:blipFill>
        <p:spPr>
          <a:xfrm>
            <a:off x="0" y="4261104"/>
            <a:ext cx="12192000" cy="2596896"/>
          </a:xfrm>
          <a:prstGeom prst="rect">
            <a:avLst/>
          </a:prstGeom>
        </p:spPr>
      </p:pic>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9445338F-25DA-4D0B-AE09-634C86CB35CB}" type="datetime4">
              <a:rPr lang="en-US" smtClean="0"/>
              <a:t>October 20, 2026</a:t>
            </a:fld>
            <a:endParaRPr lang="en-US"/>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a:p>
        </p:txBody>
      </p:sp>
      <p:sp>
        <p:nvSpPr>
          <p:cNvPr id="8" name="Title 1">
            <a:extLst>
              <a:ext uri="{FF2B5EF4-FFF2-40B4-BE49-F238E27FC236}">
                <a16:creationId xmlns:a16="http://schemas.microsoft.com/office/drawing/2014/main" id="{C78DE0D1-FC76-CA62-6E66-A111968AA378}"/>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tx1"/>
                </a:solidFill>
                <a:latin typeface="ABBvoice Display SemiBold" panose="020D0704020603060204" pitchFamily="34" charset="0"/>
              </a:defRPr>
            </a:lvl1pPr>
          </a:lstStyle>
          <a:p>
            <a:r>
              <a:rPr lang="en-US" noProof="0"/>
              <a:t>Chapter slide</a:t>
            </a:r>
            <a:endParaRPr lang="en-US"/>
          </a:p>
        </p:txBody>
      </p:sp>
      <p:sp>
        <p:nvSpPr>
          <p:cNvPr id="9" name="Text Placeholder 10">
            <a:extLst>
              <a:ext uri="{FF2B5EF4-FFF2-40B4-BE49-F238E27FC236}">
                <a16:creationId xmlns:a16="http://schemas.microsoft.com/office/drawing/2014/main" id="{EE832AA2-03A2-E191-75A1-F8C19050D47B}"/>
              </a:ext>
            </a:extLst>
          </p:cNvPr>
          <p:cNvSpPr>
            <a:spLocks noGrp="1"/>
          </p:cNvSpPr>
          <p:nvPr>
            <p:ph type="body" sz="quarter" idx="25" hasCustomPrompt="1"/>
          </p:nvPr>
        </p:nvSpPr>
        <p:spPr>
          <a:xfrm>
            <a:off x="1095375" y="5349654"/>
            <a:ext cx="6851650" cy="507000"/>
          </a:xfrm>
        </p:spPr>
        <p:txBody>
          <a:bodyPr/>
          <a:lstStyle>
            <a:lvl1pPr>
              <a:defRPr sz="3000">
                <a:solidFill>
                  <a:schemeClr val="tx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
        <p:nvSpPr>
          <p:cNvPr id="10" name="Text Placeholder 13">
            <a:extLst>
              <a:ext uri="{FF2B5EF4-FFF2-40B4-BE49-F238E27FC236}">
                <a16:creationId xmlns:a16="http://schemas.microsoft.com/office/drawing/2014/main" id="{3E5CE7EF-73C3-CAE2-B471-EE2DA64E7F43}"/>
              </a:ext>
            </a:extLst>
          </p:cNvPr>
          <p:cNvSpPr>
            <a:spLocks noGrp="1"/>
          </p:cNvSpPr>
          <p:nvPr>
            <p:ph type="body" sz="quarter" idx="26" hasCustomPrompt="1"/>
          </p:nvPr>
        </p:nvSpPr>
        <p:spPr>
          <a:xfrm>
            <a:off x="7943851" y="683261"/>
            <a:ext cx="3226080" cy="1942982"/>
          </a:xfrm>
        </p:spPr>
        <p:txBody>
          <a:bodyPr/>
          <a:lstStyle>
            <a:lvl1pPr algn="r">
              <a:defRPr sz="13800">
                <a:solidFill>
                  <a:schemeClr val="tx1"/>
                </a:solidFill>
                <a:latin typeface="ABBvoice Display SemiBold" panose="020D0704020603060204" pitchFamily="34" charset="0"/>
              </a:defRPr>
            </a:lvl1pPr>
          </a:lstStyle>
          <a:p>
            <a:pPr lvl="0"/>
            <a:r>
              <a:rPr lang="en-US"/>
              <a:t>01</a:t>
            </a:r>
          </a:p>
        </p:txBody>
      </p:sp>
    </p:spTree>
    <p:extLst>
      <p:ext uri="{BB962C8B-B14F-4D97-AF65-F5344CB8AC3E}">
        <p14:creationId xmlns:p14="http://schemas.microsoft.com/office/powerpoint/2010/main" val="2795851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A (r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515748-13E4-20FD-3345-5405C2E22ED3}"/>
              </a:ext>
            </a:extLst>
          </p:cNvPr>
          <p:cNvSpPr/>
          <p:nvPr userDrawn="1"/>
        </p:nvSpPr>
        <p:spPr bwMode="gray">
          <a:xfrm>
            <a:off x="0" y="0"/>
            <a:ext cx="12192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2" name="Title 1">
            <a:extLst>
              <a:ext uri="{FF2B5EF4-FFF2-40B4-BE49-F238E27FC236}">
                <a16:creationId xmlns:a16="http://schemas.microsoft.com/office/drawing/2014/main" id="{89ADAAE6-C7C8-41CD-B37C-3EE1E8987106}"/>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7" name="Text Placeholder 10">
            <a:extLst>
              <a:ext uri="{FF2B5EF4-FFF2-40B4-BE49-F238E27FC236}">
                <a16:creationId xmlns:a16="http://schemas.microsoft.com/office/drawing/2014/main" id="{8CFFDC79-EB9C-37F8-07B1-E20F8A2E8ED1}"/>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
        <p:nvSpPr>
          <p:cNvPr id="9" name="Text Placeholder 13">
            <a:extLst>
              <a:ext uri="{FF2B5EF4-FFF2-40B4-BE49-F238E27FC236}">
                <a16:creationId xmlns:a16="http://schemas.microsoft.com/office/drawing/2014/main" id="{9C416C70-6006-1056-F3D9-948F7438B730}"/>
              </a:ext>
            </a:extLst>
          </p:cNvPr>
          <p:cNvSpPr>
            <a:spLocks noGrp="1"/>
          </p:cNvSpPr>
          <p:nvPr>
            <p:ph type="body" sz="quarter" idx="26" hasCustomPrompt="1"/>
          </p:nvPr>
        </p:nvSpPr>
        <p:spPr>
          <a:xfrm>
            <a:off x="7943851" y="683261"/>
            <a:ext cx="3226080" cy="1942982"/>
          </a:xfrm>
        </p:spPr>
        <p:txBody>
          <a:bodyPr/>
          <a:lstStyle>
            <a:lvl1pPr algn="r">
              <a:defRPr sz="13800">
                <a:solidFill>
                  <a:schemeClr val="bg1"/>
                </a:solidFill>
                <a:latin typeface="ABBvoice Display SemiBold" panose="020D0704020603060204" pitchFamily="34" charset="0"/>
              </a:defRPr>
            </a:lvl1pPr>
          </a:lstStyle>
          <a:p>
            <a:pPr lvl="0"/>
            <a:r>
              <a:rPr lang="en-US"/>
              <a:t>01</a:t>
            </a:r>
          </a:p>
        </p:txBody>
      </p:sp>
    </p:spTree>
    <p:extLst>
      <p:ext uri="{BB962C8B-B14F-4D97-AF65-F5344CB8AC3E}">
        <p14:creationId xmlns:p14="http://schemas.microsoft.com/office/powerpoint/2010/main" val="152694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A (dark)">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515748-13E4-20FD-3345-5405C2E22ED3}"/>
              </a:ext>
            </a:extLst>
          </p:cNvPr>
          <p:cNvSpPr/>
          <p:nvPr userDrawn="1"/>
        </p:nvSpPr>
        <p:spPr bwMode="gray">
          <a:xfrm>
            <a:off x="0" y="0"/>
            <a:ext cx="12192000" cy="6858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2" name="Title 1">
            <a:extLst>
              <a:ext uri="{FF2B5EF4-FFF2-40B4-BE49-F238E27FC236}">
                <a16:creationId xmlns:a16="http://schemas.microsoft.com/office/drawing/2014/main" id="{89ADAAE6-C7C8-41CD-B37C-3EE1E8987106}"/>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7" name="Text Placeholder 10">
            <a:extLst>
              <a:ext uri="{FF2B5EF4-FFF2-40B4-BE49-F238E27FC236}">
                <a16:creationId xmlns:a16="http://schemas.microsoft.com/office/drawing/2014/main" id="{8CFFDC79-EB9C-37F8-07B1-E20F8A2E8ED1}"/>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
        <p:nvSpPr>
          <p:cNvPr id="9" name="Text Placeholder 13">
            <a:extLst>
              <a:ext uri="{FF2B5EF4-FFF2-40B4-BE49-F238E27FC236}">
                <a16:creationId xmlns:a16="http://schemas.microsoft.com/office/drawing/2014/main" id="{9C416C70-6006-1056-F3D9-948F7438B730}"/>
              </a:ext>
            </a:extLst>
          </p:cNvPr>
          <p:cNvSpPr>
            <a:spLocks noGrp="1"/>
          </p:cNvSpPr>
          <p:nvPr>
            <p:ph type="body" sz="quarter" idx="26" hasCustomPrompt="1"/>
          </p:nvPr>
        </p:nvSpPr>
        <p:spPr>
          <a:xfrm>
            <a:off x="7943851" y="683261"/>
            <a:ext cx="3226080" cy="1942982"/>
          </a:xfrm>
        </p:spPr>
        <p:txBody>
          <a:bodyPr/>
          <a:lstStyle>
            <a:lvl1pPr algn="r">
              <a:defRPr sz="13800">
                <a:solidFill>
                  <a:schemeClr val="bg1"/>
                </a:solidFill>
                <a:latin typeface="ABBvoice Display SemiBold" panose="020D0704020603060204" pitchFamily="34" charset="0"/>
              </a:defRPr>
            </a:lvl1pPr>
          </a:lstStyle>
          <a:p>
            <a:pPr lvl="0"/>
            <a:r>
              <a:rPr lang="en-US"/>
              <a:t>01</a:t>
            </a:r>
          </a:p>
        </p:txBody>
      </p:sp>
    </p:spTree>
    <p:extLst>
      <p:ext uri="{BB962C8B-B14F-4D97-AF65-F5344CB8AC3E}">
        <p14:creationId xmlns:p14="http://schemas.microsoft.com/office/powerpoint/2010/main" val="98747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325B3-798C-47FD-B05F-B2F3AB033020}"/>
              </a:ext>
            </a:extLst>
          </p:cNvPr>
          <p:cNvSpPr>
            <a:spLocks noGrp="1"/>
          </p:cNvSpPr>
          <p:nvPr>
            <p:ph type="title"/>
          </p:nvPr>
        </p:nvSpPr>
        <p:spPr>
          <a:xfrm>
            <a:off x="331200" y="691199"/>
            <a:ext cx="11530600" cy="367200"/>
          </a:xfrm>
        </p:spPr>
        <p:txBody>
          <a:bodyPr lIns="0" tIns="0" rIns="0" bIns="0"/>
          <a:lstStyle>
            <a:lvl1pPr>
              <a:defRPr b="1"/>
            </a:lvl1pPr>
          </a:lstStyle>
          <a:p>
            <a:r>
              <a:rPr lang="en-US"/>
              <a:t>Click to edit Master title style</a:t>
            </a:r>
          </a:p>
        </p:txBody>
      </p:sp>
      <p:sp>
        <p:nvSpPr>
          <p:cNvPr id="8" name="Text Placeholder 9">
            <a:extLst>
              <a:ext uri="{FF2B5EF4-FFF2-40B4-BE49-F238E27FC236}">
                <a16:creationId xmlns:a16="http://schemas.microsoft.com/office/drawing/2014/main" id="{CFEBAA7B-0B2E-41DA-8401-829266F20A8E}"/>
              </a:ext>
            </a:extLst>
          </p:cNvPr>
          <p:cNvSpPr>
            <a:spLocks noGrp="1"/>
          </p:cNvSpPr>
          <p:nvPr>
            <p:ph type="body" sz="quarter" idx="14" hasCustomPrompt="1"/>
          </p:nvPr>
        </p:nvSpPr>
        <p:spPr>
          <a:xfrm>
            <a:off x="331200" y="1057498"/>
            <a:ext cx="115306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2" name="Text Placeholder 11">
            <a:extLst>
              <a:ext uri="{FF2B5EF4-FFF2-40B4-BE49-F238E27FC236}">
                <a16:creationId xmlns:a16="http://schemas.microsoft.com/office/drawing/2014/main" id="{5289BAEE-D351-4460-976F-80EE4A24A991}"/>
              </a:ext>
            </a:extLst>
          </p:cNvPr>
          <p:cNvSpPr>
            <a:spLocks noGrp="1"/>
          </p:cNvSpPr>
          <p:nvPr>
            <p:ph type="body" sz="quarter" idx="15"/>
          </p:nvPr>
        </p:nvSpPr>
        <p:spPr>
          <a:xfrm>
            <a:off x="331200" y="1929600"/>
            <a:ext cx="11530600" cy="4244400"/>
          </a:xfrm>
        </p:spPr>
        <p:txBody>
          <a:bodyPr lIns="0" tIns="0" rIns="0" bIns="0"/>
          <a:lstStyle>
            <a:lvl1pPr marL="2844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1pPr>
            <a:lvl2pPr marL="5688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2pPr>
            <a:lvl3pPr marL="8532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3pPr>
            <a:lvl4pPr marL="8532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4pPr>
            <a:lvl5pPr marL="8532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5F7E1B39-5C80-4225-BFC0-8B0FA7ABAB97}"/>
              </a:ext>
            </a:extLst>
          </p:cNvPr>
          <p:cNvSpPr>
            <a:spLocks noGrp="1"/>
          </p:cNvSpPr>
          <p:nvPr>
            <p:ph type="ftr" sz="quarter" idx="10"/>
          </p:nvPr>
        </p:nvSpPr>
        <p:spPr/>
        <p:txBody>
          <a:bodyPr lIns="0" tIns="0" rIns="0" bIns="0"/>
          <a:lstStyle/>
          <a:p>
            <a:endParaRPr lang="en-US"/>
          </a:p>
        </p:txBody>
      </p:sp>
      <p:sp>
        <p:nvSpPr>
          <p:cNvPr id="4" name="Date Placeholder 3">
            <a:extLst>
              <a:ext uri="{FF2B5EF4-FFF2-40B4-BE49-F238E27FC236}">
                <a16:creationId xmlns:a16="http://schemas.microsoft.com/office/drawing/2014/main" id="{32B732F8-4FA8-4FDC-A795-6371BBB4E79F}"/>
              </a:ext>
            </a:extLst>
          </p:cNvPr>
          <p:cNvSpPr>
            <a:spLocks noGrp="1"/>
          </p:cNvSpPr>
          <p:nvPr>
            <p:ph type="dt" sz="half" idx="11"/>
          </p:nvPr>
        </p:nvSpPr>
        <p:spPr/>
        <p:txBody>
          <a:bodyPr lIns="0" tIns="0" rIns="0" bIns="0"/>
          <a:lstStyle/>
          <a:p>
            <a:fld id="{1DFE85B4-5EFD-4406-9D3D-357E557D4E6C}" type="datetime4">
              <a:rPr lang="en-US" smtClean="0"/>
              <a:t>October 20, 2026</a:t>
            </a:fld>
            <a:endParaRPr lang="en-US"/>
          </a:p>
        </p:txBody>
      </p:sp>
      <p:sp>
        <p:nvSpPr>
          <p:cNvPr id="5" name="Slide Number Placeholder 4">
            <a:extLst>
              <a:ext uri="{FF2B5EF4-FFF2-40B4-BE49-F238E27FC236}">
                <a16:creationId xmlns:a16="http://schemas.microsoft.com/office/drawing/2014/main" id="{FEB7AAD1-CD9E-4BAD-B4F6-882B69FA4489}"/>
              </a:ext>
            </a:extLst>
          </p:cNvPr>
          <p:cNvSpPr>
            <a:spLocks noGrp="1"/>
          </p:cNvSpPr>
          <p:nvPr>
            <p:ph type="sldNum" sz="quarter" idx="12"/>
          </p:nvPr>
        </p:nvSpPr>
        <p:spPr/>
        <p:txBody>
          <a:bodyPr lIns="0" tIns="0" rIns="0" bIns="0"/>
          <a:lstStyle/>
          <a:p>
            <a:r>
              <a:rPr lang="en-US"/>
              <a:t>Slide </a:t>
            </a:r>
            <a:fld id="{619F89D8-7AE3-494A-97F3-03D680869632}" type="slidenum">
              <a:rPr lang="en-US" smtClean="0"/>
              <a:pPr/>
              <a:t>‹#›</a:t>
            </a:fld>
            <a:endParaRPr lang="en-US"/>
          </a:p>
        </p:txBody>
      </p:sp>
    </p:spTree>
    <p:extLst>
      <p:ext uri="{BB962C8B-B14F-4D97-AF65-F5344CB8AC3E}">
        <p14:creationId xmlns:p14="http://schemas.microsoft.com/office/powerpoint/2010/main" val="1055545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a:t>Click to edit Master title style</a:t>
            </a:r>
          </a:p>
        </p:txBody>
      </p:sp>
      <p:sp>
        <p:nvSpPr>
          <p:cNvPr id="9" name="Content Placeholder 8">
            <a:extLst>
              <a:ext uri="{FF2B5EF4-FFF2-40B4-BE49-F238E27FC236}">
                <a16:creationId xmlns:a16="http://schemas.microsoft.com/office/drawing/2014/main" id="{E7A0A1F6-D28F-445F-86A8-4985AF8BE52D}"/>
              </a:ext>
            </a:extLst>
          </p:cNvPr>
          <p:cNvSpPr>
            <a:spLocks noGrp="1"/>
          </p:cNvSpPr>
          <p:nvPr>
            <p:ph sz="quarter" idx="16"/>
          </p:nvPr>
        </p:nvSpPr>
        <p:spPr>
          <a:xfrm>
            <a:off x="331199" y="1929600"/>
            <a:ext cx="11530011" cy="424815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B2EE78E3-0FB5-4EDC-9795-648A78EAEBD6}" type="datetime4">
              <a:rPr lang="en-US" smtClean="0"/>
              <a:t>October 20, 2026</a:t>
            </a:fld>
            <a:endParaRPr lang="en-US"/>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Tree>
    <p:extLst>
      <p:ext uri="{BB962C8B-B14F-4D97-AF65-F5344CB8AC3E}">
        <p14:creationId xmlns:p14="http://schemas.microsoft.com/office/powerpoint/2010/main" val="3843910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B8D13B44-2ED7-4317-A623-6B66EEF72462}"/>
              </a:ext>
            </a:extLst>
          </p:cNvPr>
          <p:cNvSpPr>
            <a:spLocks noGrp="1"/>
          </p:cNvSpPr>
          <p:nvPr>
            <p:ph sz="quarter" idx="17"/>
          </p:nvPr>
        </p:nvSpPr>
        <p:spPr>
          <a:xfrm>
            <a:off x="331199" y="1929600"/>
            <a:ext cx="11530011"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0191ABF5-A638-4274-A939-005952C0BF1C}"/>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A5F2AF2E-30CA-4272-8C3D-5F02EA9E768E}"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4069923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B8D13B44-2ED7-4317-A623-6B66EEF72462}"/>
              </a:ext>
            </a:extLst>
          </p:cNvPr>
          <p:cNvSpPr>
            <a:spLocks noGrp="1"/>
          </p:cNvSpPr>
          <p:nvPr>
            <p:ph sz="quarter" idx="17"/>
          </p:nvPr>
        </p:nvSpPr>
        <p:spPr>
          <a:xfrm>
            <a:off x="331199" y="2317637"/>
            <a:ext cx="11530011" cy="3193962"/>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7EB647C7-C6C0-458F-916D-92A3818855C7}"/>
              </a:ext>
            </a:extLst>
          </p:cNvPr>
          <p:cNvSpPr>
            <a:spLocks noGrp="1"/>
          </p:cNvSpPr>
          <p:nvPr>
            <p:ph sz="quarter" idx="19"/>
          </p:nvPr>
        </p:nvSpPr>
        <p:spPr>
          <a:xfrm>
            <a:off x="331199" y="1929600"/>
            <a:ext cx="11530011" cy="253592"/>
          </a:xfrm>
        </p:spPr>
        <p:txBody>
          <a:bodyPr lIns="0" tIns="0" rIns="0" bIns="0"/>
          <a:lstStyle>
            <a:lvl1pPr>
              <a:defRPr sz="1600" b="1">
                <a:solidFill>
                  <a:schemeClr val="bg2"/>
                </a:solidFill>
              </a:defRPr>
            </a:lvl1pPr>
          </a:lstStyle>
          <a:p>
            <a:pPr lvl="0"/>
            <a:r>
              <a:rPr lang="en-US"/>
              <a:t>Click to edit Master text styles</a:t>
            </a:r>
          </a:p>
        </p:txBody>
      </p:sp>
      <p:sp>
        <p:nvSpPr>
          <p:cNvPr id="11" name="Text Placeholder 9">
            <a:extLst>
              <a:ext uri="{FF2B5EF4-FFF2-40B4-BE49-F238E27FC236}">
                <a16:creationId xmlns:a16="http://schemas.microsoft.com/office/drawing/2014/main" id="{653D6A4D-9936-42D0-AC4D-FBDE81F97CB6}"/>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23EA9FC6-4DF3-47E8-8260-6FE5AE4F2855}"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121189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content 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B4A4D-1354-8C4B-6BBC-1A0D0A604257}"/>
              </a:ext>
            </a:extLst>
          </p:cNvPr>
          <p:cNvSpPr>
            <a:spLocks noGrp="1"/>
          </p:cNvSpPr>
          <p:nvPr>
            <p:ph type="title"/>
          </p:nvPr>
        </p:nvSpPr>
        <p:spPr>
          <a:xfrm>
            <a:off x="331200" y="691200"/>
            <a:ext cx="7836996" cy="36360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AE37DDAB-FDB1-0870-8E88-BD41926CE694}"/>
              </a:ext>
            </a:extLst>
          </p:cNvPr>
          <p:cNvSpPr>
            <a:spLocks noGrp="1"/>
          </p:cNvSpPr>
          <p:nvPr>
            <p:ph type="ftr" sz="quarter" idx="10"/>
          </p:nvPr>
        </p:nvSpPr>
        <p:spPr>
          <a:xfrm>
            <a:off x="331200" y="6343200"/>
            <a:ext cx="7836407" cy="158400"/>
          </a:xfrm>
        </p:spPr>
        <p:txBody>
          <a:bodyPr/>
          <a:lstStyle/>
          <a:p>
            <a:endParaRPr lang="en-US"/>
          </a:p>
        </p:txBody>
      </p:sp>
      <p:sp>
        <p:nvSpPr>
          <p:cNvPr id="4" name="Date Placeholder 3">
            <a:extLst>
              <a:ext uri="{FF2B5EF4-FFF2-40B4-BE49-F238E27FC236}">
                <a16:creationId xmlns:a16="http://schemas.microsoft.com/office/drawing/2014/main" id="{5A993670-14A9-0A35-D2EB-D8230A73A150}"/>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3DD993D9-3FD1-276A-24E9-827A98823971}"/>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2B506773-0860-DE49-4BCC-8C4BB0647217}"/>
              </a:ext>
            </a:extLst>
          </p:cNvPr>
          <p:cNvSpPr>
            <a:spLocks noGrp="1"/>
          </p:cNvSpPr>
          <p:nvPr>
            <p:ph type="body" sz="quarter" idx="14" hasCustomPrompt="1"/>
          </p:nvPr>
        </p:nvSpPr>
        <p:spPr>
          <a:xfrm>
            <a:off x="331788" y="1057498"/>
            <a:ext cx="7836408"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Content Placeholder 8">
            <a:extLst>
              <a:ext uri="{FF2B5EF4-FFF2-40B4-BE49-F238E27FC236}">
                <a16:creationId xmlns:a16="http://schemas.microsoft.com/office/drawing/2014/main" id="{9AA1B98B-00B9-1C2F-0ACD-646A350F8681}"/>
              </a:ext>
            </a:extLst>
          </p:cNvPr>
          <p:cNvSpPr>
            <a:spLocks noGrp="1"/>
          </p:cNvSpPr>
          <p:nvPr>
            <p:ph sz="quarter" idx="17"/>
          </p:nvPr>
        </p:nvSpPr>
        <p:spPr>
          <a:xfrm>
            <a:off x="331199" y="2317637"/>
            <a:ext cx="7836408" cy="3193962"/>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Content Placeholder 8">
            <a:extLst>
              <a:ext uri="{FF2B5EF4-FFF2-40B4-BE49-F238E27FC236}">
                <a16:creationId xmlns:a16="http://schemas.microsoft.com/office/drawing/2014/main" id="{5E5A046C-2F74-6EED-D763-FB4F9E3C1E6C}"/>
              </a:ext>
            </a:extLst>
          </p:cNvPr>
          <p:cNvSpPr>
            <a:spLocks noGrp="1"/>
          </p:cNvSpPr>
          <p:nvPr>
            <p:ph sz="quarter" idx="19"/>
          </p:nvPr>
        </p:nvSpPr>
        <p:spPr>
          <a:xfrm>
            <a:off x="331199" y="1929600"/>
            <a:ext cx="7836408" cy="253592"/>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9" name="Text Placeholder 9">
            <a:extLst>
              <a:ext uri="{FF2B5EF4-FFF2-40B4-BE49-F238E27FC236}">
                <a16:creationId xmlns:a16="http://schemas.microsoft.com/office/drawing/2014/main" id="{9029E88C-D487-6109-BE97-8E404D9E4740}"/>
              </a:ext>
            </a:extLst>
          </p:cNvPr>
          <p:cNvSpPr>
            <a:spLocks noGrp="1"/>
          </p:cNvSpPr>
          <p:nvPr>
            <p:ph type="body" sz="quarter" idx="16"/>
          </p:nvPr>
        </p:nvSpPr>
        <p:spPr>
          <a:xfrm>
            <a:off x="331200" y="5634000"/>
            <a:ext cx="7836408"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10" name="Text Placeholder 9">
            <a:extLst>
              <a:ext uri="{FF2B5EF4-FFF2-40B4-BE49-F238E27FC236}">
                <a16:creationId xmlns:a16="http://schemas.microsoft.com/office/drawing/2014/main" id="{5543002A-12FE-3269-8E83-DD69A9972C8E}"/>
              </a:ext>
            </a:extLst>
          </p:cNvPr>
          <p:cNvSpPr>
            <a:spLocks noGrp="1"/>
          </p:cNvSpPr>
          <p:nvPr>
            <p:ph type="body" sz="quarter" idx="20" hasCustomPrompt="1"/>
          </p:nvPr>
        </p:nvSpPr>
        <p:spPr>
          <a:xfrm>
            <a:off x="8924925" y="0"/>
            <a:ext cx="3267075" cy="6858000"/>
          </a:xfrm>
          <a:solidFill>
            <a:schemeClr val="accent1"/>
          </a:solidFill>
        </p:spPr>
        <p:txBody>
          <a:bodyPr lIns="274320" tIns="640080" rIns="274320" bIns="640080" anchor="ctr"/>
          <a:lstStyle>
            <a:lvl1pPr>
              <a:defRPr sz="1600" b="1">
                <a:solidFill>
                  <a:schemeClr val="bg1"/>
                </a:solidFill>
              </a:defRPr>
            </a:lvl1pPr>
            <a:lvl2pPr>
              <a:defRPr sz="1800" b="1">
                <a:solidFill>
                  <a:schemeClr val="bg1"/>
                </a:solidFill>
              </a:defRPr>
            </a:lvl2pPr>
            <a:lvl3pPr>
              <a:defRPr sz="1800" b="1">
                <a:solidFill>
                  <a:schemeClr val="bg1"/>
                </a:solidFill>
              </a:defRPr>
            </a:lvl3pPr>
            <a:lvl4pPr>
              <a:defRPr sz="1800" b="1">
                <a:solidFill>
                  <a:schemeClr val="bg1"/>
                </a:solidFill>
              </a:defRPr>
            </a:lvl4pPr>
            <a:lvl5pPr>
              <a:defRPr sz="1800" b="1">
                <a:solidFill>
                  <a:schemeClr val="bg1"/>
                </a:solidFill>
              </a:defRPr>
            </a:lvl5pPr>
          </a:lstStyle>
          <a:p>
            <a:pPr lvl="0"/>
            <a:r>
              <a:rPr lang="en-US"/>
              <a:t>This space can be used for additional information, to highlight or separate some content, charts can be placed here as well.</a:t>
            </a:r>
          </a:p>
        </p:txBody>
      </p:sp>
    </p:spTree>
    <p:extLst>
      <p:ext uri="{BB962C8B-B14F-4D97-AF65-F5344CB8AC3E}">
        <p14:creationId xmlns:p14="http://schemas.microsoft.com/office/powerpoint/2010/main" val="165688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17B5336C-3364-49A8-B303-FFEDF4FEBDF6}"/>
              </a:ext>
            </a:extLst>
          </p:cNvPr>
          <p:cNvSpPr>
            <a:spLocks noGrp="1"/>
          </p:cNvSpPr>
          <p:nvPr>
            <p:ph sz="quarter" idx="17"/>
          </p:nvPr>
        </p:nvSpPr>
        <p:spPr>
          <a:xfrm>
            <a:off x="331200" y="1929600"/>
            <a:ext cx="5658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2A16399-43BB-47C9-B960-482AB4AC5988}"/>
              </a:ext>
            </a:extLst>
          </p:cNvPr>
          <p:cNvSpPr>
            <a:spLocks noGrp="1"/>
          </p:cNvSpPr>
          <p:nvPr>
            <p:ph sz="quarter" idx="18"/>
          </p:nvPr>
        </p:nvSpPr>
        <p:spPr>
          <a:xfrm>
            <a:off x="6203361" y="1929600"/>
            <a:ext cx="5658438" cy="3582000"/>
          </a:xfrm>
          <a:noFill/>
          <a:ln>
            <a:noFill/>
          </a:ln>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BD248592-FF76-4D0C-820C-440D43E13690}"/>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81ED819F-97D5-448E-930E-1025F3EC08CB}"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772230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17B5336C-3364-49A8-B303-FFEDF4FEBDF6}"/>
              </a:ext>
            </a:extLst>
          </p:cNvPr>
          <p:cNvSpPr>
            <a:spLocks noGrp="1"/>
          </p:cNvSpPr>
          <p:nvPr>
            <p:ph sz="quarter" idx="17"/>
          </p:nvPr>
        </p:nvSpPr>
        <p:spPr>
          <a:xfrm>
            <a:off x="331200" y="2317637"/>
            <a:ext cx="5658438" cy="3193962"/>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2A16399-43BB-47C9-B960-482AB4AC5988}"/>
              </a:ext>
            </a:extLst>
          </p:cNvPr>
          <p:cNvSpPr>
            <a:spLocks noGrp="1"/>
          </p:cNvSpPr>
          <p:nvPr>
            <p:ph sz="quarter" idx="18"/>
          </p:nvPr>
        </p:nvSpPr>
        <p:spPr>
          <a:xfrm>
            <a:off x="6203361" y="2317637"/>
            <a:ext cx="5658438" cy="3193962"/>
          </a:xfrm>
          <a:noFill/>
          <a:ln>
            <a:noFill/>
          </a:ln>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16E8EA06-F8FC-49A9-A139-19792C8D084B}"/>
              </a:ext>
            </a:extLst>
          </p:cNvPr>
          <p:cNvSpPr>
            <a:spLocks noGrp="1"/>
          </p:cNvSpPr>
          <p:nvPr>
            <p:ph sz="quarter" idx="19"/>
          </p:nvPr>
        </p:nvSpPr>
        <p:spPr>
          <a:xfrm>
            <a:off x="331199" y="1929600"/>
            <a:ext cx="5658439" cy="253592"/>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8D40EE9E-5785-4471-8A7D-6EDB4494F687}"/>
              </a:ext>
            </a:extLst>
          </p:cNvPr>
          <p:cNvSpPr>
            <a:spLocks noGrp="1"/>
          </p:cNvSpPr>
          <p:nvPr>
            <p:ph sz="quarter" idx="20"/>
          </p:nvPr>
        </p:nvSpPr>
        <p:spPr>
          <a:xfrm>
            <a:off x="6203361" y="1929600"/>
            <a:ext cx="5658439" cy="253592"/>
          </a:xfrm>
        </p:spPr>
        <p:txBody>
          <a:bodyPr lIns="0" tIns="0" rIns="0" bIns="0"/>
          <a:lstStyle>
            <a:lvl1pPr>
              <a:defRPr sz="1600" b="1">
                <a:solidFill>
                  <a:schemeClr val="bg2"/>
                </a:solidFill>
              </a:defRPr>
            </a:lvl1pPr>
          </a:lstStyle>
          <a:p>
            <a:pPr lvl="0"/>
            <a:r>
              <a:rPr lang="en-US"/>
              <a:t>Click to edit Master text styles</a:t>
            </a:r>
          </a:p>
        </p:txBody>
      </p:sp>
      <p:sp>
        <p:nvSpPr>
          <p:cNvPr id="12" name="Text Placeholder 9">
            <a:extLst>
              <a:ext uri="{FF2B5EF4-FFF2-40B4-BE49-F238E27FC236}">
                <a16:creationId xmlns:a16="http://schemas.microsoft.com/office/drawing/2014/main" id="{D807EBA1-9E93-40B5-AB47-FE6B3497E95A}"/>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7F801677-5381-4CB3-9705-EB46AA325244}"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531262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54120-D971-3AE6-6184-628DB4A4CC5C}"/>
              </a:ext>
            </a:extLst>
          </p:cNvPr>
          <p:cNvSpPr>
            <a:spLocks noGrp="1"/>
          </p:cNvSpPr>
          <p:nvPr>
            <p:ph type="title"/>
          </p:nvPr>
        </p:nvSpPr>
        <p:spPr>
          <a:xfrm>
            <a:off x="331200" y="691200"/>
            <a:ext cx="7617540" cy="36360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9A0BA6DF-295B-14B9-E598-D783D2FDD924}"/>
              </a:ext>
            </a:extLst>
          </p:cNvPr>
          <p:cNvSpPr>
            <a:spLocks noGrp="1"/>
          </p:cNvSpPr>
          <p:nvPr>
            <p:ph type="ftr" sz="quarter" idx="10"/>
          </p:nvPr>
        </p:nvSpPr>
        <p:spPr>
          <a:xfrm>
            <a:off x="331200" y="6343200"/>
            <a:ext cx="7617600" cy="158400"/>
          </a:xfrm>
        </p:spPr>
        <p:txBody>
          <a:bodyPr/>
          <a:lstStyle/>
          <a:p>
            <a:endParaRPr lang="en-US"/>
          </a:p>
        </p:txBody>
      </p:sp>
      <p:sp>
        <p:nvSpPr>
          <p:cNvPr id="4" name="Date Placeholder 3">
            <a:extLst>
              <a:ext uri="{FF2B5EF4-FFF2-40B4-BE49-F238E27FC236}">
                <a16:creationId xmlns:a16="http://schemas.microsoft.com/office/drawing/2014/main" id="{68EB5EAF-AC8A-3E99-A635-DD95C6E7503C}"/>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0CDCAB48-A3C0-27C0-2979-71DFA66ED32D}"/>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DAAEA1C8-F527-5F56-6EA0-FE61BD816149}"/>
              </a:ext>
            </a:extLst>
          </p:cNvPr>
          <p:cNvSpPr>
            <a:spLocks noGrp="1"/>
          </p:cNvSpPr>
          <p:nvPr>
            <p:ph type="body" sz="quarter" idx="14" hasCustomPrompt="1"/>
          </p:nvPr>
        </p:nvSpPr>
        <p:spPr>
          <a:xfrm>
            <a:off x="331788" y="1057498"/>
            <a:ext cx="7616952"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Content Placeholder 8">
            <a:extLst>
              <a:ext uri="{FF2B5EF4-FFF2-40B4-BE49-F238E27FC236}">
                <a16:creationId xmlns:a16="http://schemas.microsoft.com/office/drawing/2014/main" id="{50750D05-724E-4685-1127-ED2D71D3660C}"/>
              </a:ext>
            </a:extLst>
          </p:cNvPr>
          <p:cNvSpPr>
            <a:spLocks noGrp="1"/>
          </p:cNvSpPr>
          <p:nvPr>
            <p:ph sz="quarter" idx="17"/>
          </p:nvPr>
        </p:nvSpPr>
        <p:spPr>
          <a:xfrm>
            <a:off x="331200" y="1929600"/>
            <a:ext cx="3703320" cy="3581999"/>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Content Placeholder 8">
            <a:extLst>
              <a:ext uri="{FF2B5EF4-FFF2-40B4-BE49-F238E27FC236}">
                <a16:creationId xmlns:a16="http://schemas.microsoft.com/office/drawing/2014/main" id="{6777FA2A-A376-8418-9C6E-5B73CDF04687}"/>
              </a:ext>
            </a:extLst>
          </p:cNvPr>
          <p:cNvSpPr>
            <a:spLocks noGrp="1"/>
          </p:cNvSpPr>
          <p:nvPr>
            <p:ph sz="quarter" idx="18"/>
          </p:nvPr>
        </p:nvSpPr>
        <p:spPr>
          <a:xfrm>
            <a:off x="4244832" y="1929600"/>
            <a:ext cx="3703320" cy="3581999"/>
          </a:xfrm>
          <a:noFill/>
          <a:ln>
            <a:noFill/>
          </a:ln>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Text Placeholder 9">
            <a:extLst>
              <a:ext uri="{FF2B5EF4-FFF2-40B4-BE49-F238E27FC236}">
                <a16:creationId xmlns:a16="http://schemas.microsoft.com/office/drawing/2014/main" id="{D90514E6-1C08-3FA0-001E-15C4C5E61C91}"/>
              </a:ext>
            </a:extLst>
          </p:cNvPr>
          <p:cNvSpPr>
            <a:spLocks noGrp="1"/>
          </p:cNvSpPr>
          <p:nvPr>
            <p:ph type="body" sz="quarter" idx="16"/>
          </p:nvPr>
        </p:nvSpPr>
        <p:spPr>
          <a:xfrm>
            <a:off x="331200" y="5634000"/>
            <a:ext cx="7616952"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10" name="Text Placeholder 9">
            <a:extLst>
              <a:ext uri="{FF2B5EF4-FFF2-40B4-BE49-F238E27FC236}">
                <a16:creationId xmlns:a16="http://schemas.microsoft.com/office/drawing/2014/main" id="{CA62750D-C328-22C2-EE8C-68F88FCF83A4}"/>
              </a:ext>
            </a:extLst>
          </p:cNvPr>
          <p:cNvSpPr>
            <a:spLocks noGrp="1"/>
          </p:cNvSpPr>
          <p:nvPr>
            <p:ph type="body" sz="quarter" idx="21" hasCustomPrompt="1"/>
          </p:nvPr>
        </p:nvSpPr>
        <p:spPr>
          <a:xfrm>
            <a:off x="8924925" y="0"/>
            <a:ext cx="3267075" cy="6858000"/>
          </a:xfrm>
          <a:solidFill>
            <a:schemeClr val="accent1"/>
          </a:solidFill>
        </p:spPr>
        <p:txBody>
          <a:bodyPr lIns="274320" tIns="640080" rIns="274320" bIns="640080" anchor="ctr"/>
          <a:lstStyle>
            <a:lvl1pPr>
              <a:defRPr sz="1600" b="1">
                <a:solidFill>
                  <a:schemeClr val="bg1"/>
                </a:solidFill>
              </a:defRPr>
            </a:lvl1pPr>
            <a:lvl2pPr>
              <a:defRPr sz="1800" b="1">
                <a:solidFill>
                  <a:schemeClr val="bg1"/>
                </a:solidFill>
              </a:defRPr>
            </a:lvl2pPr>
            <a:lvl3pPr>
              <a:defRPr sz="1800" b="1">
                <a:solidFill>
                  <a:schemeClr val="bg1"/>
                </a:solidFill>
              </a:defRPr>
            </a:lvl3pPr>
            <a:lvl4pPr>
              <a:defRPr sz="1800" b="1">
                <a:solidFill>
                  <a:schemeClr val="bg1"/>
                </a:solidFill>
              </a:defRPr>
            </a:lvl4pPr>
            <a:lvl5pPr>
              <a:defRPr sz="1800" b="1">
                <a:solidFill>
                  <a:schemeClr val="bg1"/>
                </a:solidFill>
              </a:defRPr>
            </a:lvl5pPr>
          </a:lstStyle>
          <a:p>
            <a:pPr lvl="0"/>
            <a:r>
              <a:rPr lang="en-US"/>
              <a:t>This space can be used for additional information, to highlight or separate some content, charts can be placed here as well.</a:t>
            </a:r>
          </a:p>
        </p:txBody>
      </p:sp>
    </p:spTree>
    <p:extLst>
      <p:ext uri="{BB962C8B-B14F-4D97-AF65-F5344CB8AC3E}">
        <p14:creationId xmlns:p14="http://schemas.microsoft.com/office/powerpoint/2010/main" val="2007550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765E783B-432D-48FF-919E-E9841F6E7CDB}"/>
              </a:ext>
            </a:extLst>
          </p:cNvPr>
          <p:cNvSpPr>
            <a:spLocks noGrp="1"/>
          </p:cNvSpPr>
          <p:nvPr>
            <p:ph sz="quarter" idx="17"/>
          </p:nvPr>
        </p:nvSpPr>
        <p:spPr>
          <a:xfrm>
            <a:off x="331200" y="1929600"/>
            <a:ext cx="37010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CE0F0C72-0A6F-47EB-B787-31465205AA09}"/>
              </a:ext>
            </a:extLst>
          </p:cNvPr>
          <p:cNvSpPr>
            <a:spLocks noGrp="1"/>
          </p:cNvSpPr>
          <p:nvPr>
            <p:ph sz="quarter" idx="18"/>
          </p:nvPr>
        </p:nvSpPr>
        <p:spPr>
          <a:xfrm>
            <a:off x="4245975" y="1929600"/>
            <a:ext cx="37010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42FDDA8A-CD8B-4264-BB35-5DED5E32A8B1}"/>
              </a:ext>
            </a:extLst>
          </p:cNvPr>
          <p:cNvSpPr>
            <a:spLocks noGrp="1"/>
          </p:cNvSpPr>
          <p:nvPr>
            <p:ph sz="quarter" idx="19"/>
          </p:nvPr>
        </p:nvSpPr>
        <p:spPr>
          <a:xfrm>
            <a:off x="8160749" y="1929600"/>
            <a:ext cx="37010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4F12F13-0517-4E0E-8E16-1636B7C145A4}"/>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3C98B010-9E51-4508-988C-7150B2C9E60D}"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455613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765E783B-432D-48FF-919E-E9841F6E7CDB}"/>
              </a:ext>
            </a:extLst>
          </p:cNvPr>
          <p:cNvSpPr>
            <a:spLocks noGrp="1"/>
          </p:cNvSpPr>
          <p:nvPr>
            <p:ph sz="quarter" idx="17"/>
          </p:nvPr>
        </p:nvSpPr>
        <p:spPr>
          <a:xfrm>
            <a:off x="331200" y="2317636"/>
            <a:ext cx="3701050" cy="3193963"/>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CE0F0C72-0A6F-47EB-B787-31465205AA09}"/>
              </a:ext>
            </a:extLst>
          </p:cNvPr>
          <p:cNvSpPr>
            <a:spLocks noGrp="1"/>
          </p:cNvSpPr>
          <p:nvPr>
            <p:ph sz="quarter" idx="18"/>
          </p:nvPr>
        </p:nvSpPr>
        <p:spPr>
          <a:xfrm>
            <a:off x="4245975" y="2317636"/>
            <a:ext cx="3701050" cy="3193963"/>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42FDDA8A-CD8B-4264-BB35-5DED5E32A8B1}"/>
              </a:ext>
            </a:extLst>
          </p:cNvPr>
          <p:cNvSpPr>
            <a:spLocks noGrp="1"/>
          </p:cNvSpPr>
          <p:nvPr>
            <p:ph sz="quarter" idx="19"/>
          </p:nvPr>
        </p:nvSpPr>
        <p:spPr>
          <a:xfrm>
            <a:off x="8160749" y="2317636"/>
            <a:ext cx="3701050" cy="3193963"/>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706B61B5-5ECE-42A3-B17B-C8474A1712E3}"/>
              </a:ext>
            </a:extLst>
          </p:cNvPr>
          <p:cNvSpPr>
            <a:spLocks noGrp="1"/>
          </p:cNvSpPr>
          <p:nvPr>
            <p:ph sz="quarter" idx="20"/>
          </p:nvPr>
        </p:nvSpPr>
        <p:spPr>
          <a:xfrm>
            <a:off x="331199" y="1929600"/>
            <a:ext cx="3701051" cy="253592"/>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2773C736-6DC9-4D25-9135-9FEE1C01F06F}"/>
              </a:ext>
            </a:extLst>
          </p:cNvPr>
          <p:cNvSpPr>
            <a:spLocks noGrp="1"/>
          </p:cNvSpPr>
          <p:nvPr>
            <p:ph sz="quarter" idx="21"/>
          </p:nvPr>
        </p:nvSpPr>
        <p:spPr>
          <a:xfrm>
            <a:off x="4245975" y="1929600"/>
            <a:ext cx="3701051" cy="253592"/>
          </a:xfrm>
        </p:spPr>
        <p:txBody>
          <a:bodyPr lIns="0" tIns="0" rIns="0" bIns="0"/>
          <a:lstStyle>
            <a:lvl1pPr>
              <a:defRPr sz="1600" b="1">
                <a:solidFill>
                  <a:schemeClr val="bg2"/>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378A027D-384E-4893-8ACE-7EB49A9DD383}"/>
              </a:ext>
            </a:extLst>
          </p:cNvPr>
          <p:cNvSpPr>
            <a:spLocks noGrp="1"/>
          </p:cNvSpPr>
          <p:nvPr>
            <p:ph sz="quarter" idx="22"/>
          </p:nvPr>
        </p:nvSpPr>
        <p:spPr>
          <a:xfrm>
            <a:off x="8160749" y="1929600"/>
            <a:ext cx="3701051" cy="253592"/>
          </a:xfrm>
        </p:spPr>
        <p:txBody>
          <a:bodyPr lIns="0" tIns="0" rIns="0" bIns="0"/>
          <a:lstStyle>
            <a:lvl1pPr>
              <a:defRPr sz="1600" b="1">
                <a:solidFill>
                  <a:schemeClr val="bg2"/>
                </a:solidFill>
              </a:defRPr>
            </a:lvl1pPr>
          </a:lstStyle>
          <a:p>
            <a:pPr lvl="0"/>
            <a:r>
              <a:rPr lang="en-US"/>
              <a:t>Click to edit Master text styles</a:t>
            </a:r>
          </a:p>
        </p:txBody>
      </p:sp>
      <p:sp>
        <p:nvSpPr>
          <p:cNvPr id="18" name="Text Placeholder 9">
            <a:extLst>
              <a:ext uri="{FF2B5EF4-FFF2-40B4-BE49-F238E27FC236}">
                <a16:creationId xmlns:a16="http://schemas.microsoft.com/office/drawing/2014/main" id="{449C90DB-E14A-489D-A9C1-BC279A96B979}"/>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4A9EFD76-11B9-42D3-8F67-053DFC685B12}"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768951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nt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7E737-3D4F-5001-BE47-2E5EE1893AA0}"/>
              </a:ext>
            </a:extLst>
          </p:cNvPr>
          <p:cNvSpPr>
            <a:spLocks noGrp="1"/>
          </p:cNvSpPr>
          <p:nvPr>
            <p:ph type="title"/>
          </p:nvPr>
        </p:nvSpPr>
        <p:spPr>
          <a:xfrm>
            <a:off x="331200" y="691200"/>
            <a:ext cx="8595948" cy="36360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C2FBBFBE-6C8C-3F82-2098-7B9EB184A629}"/>
              </a:ext>
            </a:extLst>
          </p:cNvPr>
          <p:cNvSpPr>
            <a:spLocks noGrp="1"/>
          </p:cNvSpPr>
          <p:nvPr>
            <p:ph type="ftr" sz="quarter" idx="10"/>
          </p:nvPr>
        </p:nvSpPr>
        <p:spPr>
          <a:xfrm>
            <a:off x="331200" y="6343200"/>
            <a:ext cx="8596800" cy="158400"/>
          </a:xfrm>
        </p:spPr>
        <p:txBody>
          <a:bodyPr/>
          <a:lstStyle/>
          <a:p>
            <a:endParaRPr lang="en-US"/>
          </a:p>
        </p:txBody>
      </p:sp>
      <p:sp>
        <p:nvSpPr>
          <p:cNvPr id="4" name="Date Placeholder 3">
            <a:extLst>
              <a:ext uri="{FF2B5EF4-FFF2-40B4-BE49-F238E27FC236}">
                <a16:creationId xmlns:a16="http://schemas.microsoft.com/office/drawing/2014/main" id="{AEAE9F0A-BE3C-4FC1-7380-C833A79368EC}"/>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A3058BC2-8858-4D7B-4055-E3D5179F329F}"/>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B49C02E9-0CB5-9793-D210-245428FE3CD5}"/>
              </a:ext>
            </a:extLst>
          </p:cNvPr>
          <p:cNvSpPr>
            <a:spLocks noGrp="1"/>
          </p:cNvSpPr>
          <p:nvPr>
            <p:ph type="body" sz="quarter" idx="14" hasCustomPrompt="1"/>
          </p:nvPr>
        </p:nvSpPr>
        <p:spPr>
          <a:xfrm>
            <a:off x="331788" y="1057498"/>
            <a:ext cx="859536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Content Placeholder 8">
            <a:extLst>
              <a:ext uri="{FF2B5EF4-FFF2-40B4-BE49-F238E27FC236}">
                <a16:creationId xmlns:a16="http://schemas.microsoft.com/office/drawing/2014/main" id="{BA71D45E-2E45-D97E-27A8-AB1B39830DA8}"/>
              </a:ext>
            </a:extLst>
          </p:cNvPr>
          <p:cNvSpPr>
            <a:spLocks noGrp="1"/>
          </p:cNvSpPr>
          <p:nvPr>
            <p:ph sz="quarter" idx="17"/>
          </p:nvPr>
        </p:nvSpPr>
        <p:spPr>
          <a:xfrm>
            <a:off x="331200"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Content Placeholder 8">
            <a:extLst>
              <a:ext uri="{FF2B5EF4-FFF2-40B4-BE49-F238E27FC236}">
                <a16:creationId xmlns:a16="http://schemas.microsoft.com/office/drawing/2014/main" id="{BB70E94D-1F79-0E6A-FB1A-B1CEBC50C943}"/>
              </a:ext>
            </a:extLst>
          </p:cNvPr>
          <p:cNvSpPr>
            <a:spLocks noGrp="1"/>
          </p:cNvSpPr>
          <p:nvPr>
            <p:ph sz="quarter" idx="18"/>
          </p:nvPr>
        </p:nvSpPr>
        <p:spPr>
          <a:xfrm>
            <a:off x="3267545"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Content Placeholder 8">
            <a:extLst>
              <a:ext uri="{FF2B5EF4-FFF2-40B4-BE49-F238E27FC236}">
                <a16:creationId xmlns:a16="http://schemas.microsoft.com/office/drawing/2014/main" id="{44EDC01B-D6CD-CDE1-0DFF-5223EED95786}"/>
              </a:ext>
            </a:extLst>
          </p:cNvPr>
          <p:cNvSpPr>
            <a:spLocks noGrp="1"/>
          </p:cNvSpPr>
          <p:nvPr>
            <p:ph sz="quarter" idx="19"/>
          </p:nvPr>
        </p:nvSpPr>
        <p:spPr>
          <a:xfrm>
            <a:off x="6203890"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Text Placeholder 9">
            <a:extLst>
              <a:ext uri="{FF2B5EF4-FFF2-40B4-BE49-F238E27FC236}">
                <a16:creationId xmlns:a16="http://schemas.microsoft.com/office/drawing/2014/main" id="{79A36F85-2F69-5B91-5518-1F0F9885380A}"/>
              </a:ext>
            </a:extLst>
          </p:cNvPr>
          <p:cNvSpPr>
            <a:spLocks noGrp="1"/>
          </p:cNvSpPr>
          <p:nvPr>
            <p:ph type="body" sz="quarter" idx="16"/>
          </p:nvPr>
        </p:nvSpPr>
        <p:spPr>
          <a:xfrm>
            <a:off x="331200" y="5634000"/>
            <a:ext cx="859536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11" name="Text Placeholder 9">
            <a:extLst>
              <a:ext uri="{FF2B5EF4-FFF2-40B4-BE49-F238E27FC236}">
                <a16:creationId xmlns:a16="http://schemas.microsoft.com/office/drawing/2014/main" id="{06BE9534-FB13-A9AE-FE58-9C4A964A65F2}"/>
              </a:ext>
            </a:extLst>
          </p:cNvPr>
          <p:cNvSpPr>
            <a:spLocks noGrp="1"/>
          </p:cNvSpPr>
          <p:nvPr>
            <p:ph type="body" sz="quarter" idx="24" hasCustomPrompt="1"/>
          </p:nvPr>
        </p:nvSpPr>
        <p:spPr>
          <a:xfrm>
            <a:off x="9139239" y="0"/>
            <a:ext cx="3052761" cy="6858000"/>
          </a:xfrm>
          <a:solidFill>
            <a:schemeClr val="accent1"/>
          </a:solidFill>
        </p:spPr>
        <p:txBody>
          <a:bodyPr lIns="274320" tIns="640080" rIns="274320" bIns="640080" anchor="ctr"/>
          <a:lstStyle>
            <a:lvl1pPr>
              <a:defRPr sz="1600" b="1">
                <a:solidFill>
                  <a:schemeClr val="bg1"/>
                </a:solidFill>
              </a:defRPr>
            </a:lvl1pPr>
            <a:lvl2pPr>
              <a:defRPr sz="1800" b="1">
                <a:solidFill>
                  <a:schemeClr val="bg1"/>
                </a:solidFill>
              </a:defRPr>
            </a:lvl2pPr>
            <a:lvl3pPr>
              <a:defRPr sz="1800" b="1">
                <a:solidFill>
                  <a:schemeClr val="bg1"/>
                </a:solidFill>
              </a:defRPr>
            </a:lvl3pPr>
            <a:lvl4pPr>
              <a:defRPr sz="1800" b="1">
                <a:solidFill>
                  <a:schemeClr val="bg1"/>
                </a:solidFill>
              </a:defRPr>
            </a:lvl4pPr>
            <a:lvl5pPr>
              <a:defRPr sz="1800" b="1">
                <a:solidFill>
                  <a:schemeClr val="bg1"/>
                </a:solidFill>
              </a:defRPr>
            </a:lvl5pPr>
          </a:lstStyle>
          <a:p>
            <a:pPr lvl="0"/>
            <a:r>
              <a:rPr lang="en-US"/>
              <a:t>This space can be used for additional information, to highlight or separate some content, charts can be placed here as well.</a:t>
            </a:r>
          </a:p>
        </p:txBody>
      </p:sp>
    </p:spTree>
    <p:extLst>
      <p:ext uri="{BB962C8B-B14F-4D97-AF65-F5344CB8AC3E}">
        <p14:creationId xmlns:p14="http://schemas.microsoft.com/office/powerpoint/2010/main" val="3188091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690AB117-4C73-4A20-9957-79D439C51B4D}"/>
              </a:ext>
            </a:extLst>
          </p:cNvPr>
          <p:cNvSpPr>
            <a:spLocks noGrp="1"/>
          </p:cNvSpPr>
          <p:nvPr>
            <p:ph sz="quarter" idx="17"/>
          </p:nvPr>
        </p:nvSpPr>
        <p:spPr>
          <a:xfrm>
            <a:off x="331200"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7308727B-EED5-46EC-841D-047A6193C6F7}"/>
              </a:ext>
            </a:extLst>
          </p:cNvPr>
          <p:cNvSpPr>
            <a:spLocks noGrp="1"/>
          </p:cNvSpPr>
          <p:nvPr>
            <p:ph sz="quarter" idx="18"/>
          </p:nvPr>
        </p:nvSpPr>
        <p:spPr>
          <a:xfrm>
            <a:off x="3267545"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649CA4A0-E652-4ED8-94BE-90A9E06898C1}"/>
              </a:ext>
            </a:extLst>
          </p:cNvPr>
          <p:cNvSpPr>
            <a:spLocks noGrp="1"/>
          </p:cNvSpPr>
          <p:nvPr>
            <p:ph sz="quarter" idx="19"/>
          </p:nvPr>
        </p:nvSpPr>
        <p:spPr>
          <a:xfrm>
            <a:off x="6203890"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AD8153C1-25B9-4517-970E-E26DC9F17786}"/>
              </a:ext>
            </a:extLst>
          </p:cNvPr>
          <p:cNvSpPr>
            <a:spLocks noGrp="1"/>
          </p:cNvSpPr>
          <p:nvPr>
            <p:ph sz="quarter" idx="20"/>
          </p:nvPr>
        </p:nvSpPr>
        <p:spPr>
          <a:xfrm>
            <a:off x="9140236"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a16="http://schemas.microsoft.com/office/drawing/2014/main" id="{960817C6-275D-460F-9252-B93D047D6985}"/>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B4B70CD1-C41C-414B-A51B-8D51D9EDBDBC}"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833473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690AB117-4C73-4A20-9957-79D439C51B4D}"/>
              </a:ext>
            </a:extLst>
          </p:cNvPr>
          <p:cNvSpPr>
            <a:spLocks noGrp="1"/>
          </p:cNvSpPr>
          <p:nvPr>
            <p:ph sz="quarter" idx="17"/>
          </p:nvPr>
        </p:nvSpPr>
        <p:spPr>
          <a:xfrm>
            <a:off x="331200" y="2317636"/>
            <a:ext cx="2721563" cy="319396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7308727B-EED5-46EC-841D-047A6193C6F7}"/>
              </a:ext>
            </a:extLst>
          </p:cNvPr>
          <p:cNvSpPr>
            <a:spLocks noGrp="1"/>
          </p:cNvSpPr>
          <p:nvPr>
            <p:ph sz="quarter" idx="18"/>
          </p:nvPr>
        </p:nvSpPr>
        <p:spPr>
          <a:xfrm>
            <a:off x="3267545" y="2317636"/>
            <a:ext cx="2721563" cy="319396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649CA4A0-E652-4ED8-94BE-90A9E06898C1}"/>
              </a:ext>
            </a:extLst>
          </p:cNvPr>
          <p:cNvSpPr>
            <a:spLocks noGrp="1"/>
          </p:cNvSpPr>
          <p:nvPr>
            <p:ph sz="quarter" idx="19"/>
          </p:nvPr>
        </p:nvSpPr>
        <p:spPr>
          <a:xfrm>
            <a:off x="6203890" y="2317636"/>
            <a:ext cx="2721563" cy="319396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AD8153C1-25B9-4517-970E-E26DC9F17786}"/>
              </a:ext>
            </a:extLst>
          </p:cNvPr>
          <p:cNvSpPr>
            <a:spLocks noGrp="1"/>
          </p:cNvSpPr>
          <p:nvPr>
            <p:ph sz="quarter" idx="20"/>
          </p:nvPr>
        </p:nvSpPr>
        <p:spPr>
          <a:xfrm>
            <a:off x="9140236" y="2317636"/>
            <a:ext cx="2721563" cy="319396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268A3033-04CA-4439-8559-F7AE384EA32B}"/>
              </a:ext>
            </a:extLst>
          </p:cNvPr>
          <p:cNvSpPr>
            <a:spLocks noGrp="1"/>
          </p:cNvSpPr>
          <p:nvPr>
            <p:ph sz="quarter" idx="21"/>
          </p:nvPr>
        </p:nvSpPr>
        <p:spPr>
          <a:xfrm>
            <a:off x="331200" y="1929600"/>
            <a:ext cx="2721563" cy="253592"/>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4D699DA1-1B8F-4C83-8F6C-063B993E67CF}"/>
              </a:ext>
            </a:extLst>
          </p:cNvPr>
          <p:cNvSpPr>
            <a:spLocks noGrp="1"/>
          </p:cNvSpPr>
          <p:nvPr>
            <p:ph sz="quarter" idx="22"/>
          </p:nvPr>
        </p:nvSpPr>
        <p:spPr>
          <a:xfrm>
            <a:off x="3267545" y="1929600"/>
            <a:ext cx="2721563" cy="253592"/>
          </a:xfrm>
        </p:spPr>
        <p:txBody>
          <a:bodyPr lIns="0" tIns="0" rIns="0" bIns="0"/>
          <a:lstStyle>
            <a:lvl1pPr>
              <a:defRPr sz="1600" b="1">
                <a:solidFill>
                  <a:schemeClr val="bg2"/>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91F962DF-57F1-4D07-A843-D38835817327}"/>
              </a:ext>
            </a:extLst>
          </p:cNvPr>
          <p:cNvSpPr>
            <a:spLocks noGrp="1"/>
          </p:cNvSpPr>
          <p:nvPr>
            <p:ph sz="quarter" idx="23"/>
          </p:nvPr>
        </p:nvSpPr>
        <p:spPr>
          <a:xfrm>
            <a:off x="6203890" y="1929600"/>
            <a:ext cx="2721563" cy="253592"/>
          </a:xfrm>
        </p:spPr>
        <p:txBody>
          <a:bodyPr lIns="0" tIns="0" rIns="0" bIns="0"/>
          <a:lstStyle>
            <a:lvl1pPr>
              <a:defRPr sz="1600" b="1">
                <a:solidFill>
                  <a:schemeClr val="bg2"/>
                </a:solidFill>
              </a:defRPr>
            </a:lvl1pPr>
          </a:lstStyle>
          <a:p>
            <a:pPr lvl="0"/>
            <a:r>
              <a:rPr lang="en-US"/>
              <a:t>Click to edit Master text styles</a:t>
            </a:r>
          </a:p>
        </p:txBody>
      </p:sp>
      <p:sp>
        <p:nvSpPr>
          <p:cNvPr id="19" name="Content Placeholder 8">
            <a:extLst>
              <a:ext uri="{FF2B5EF4-FFF2-40B4-BE49-F238E27FC236}">
                <a16:creationId xmlns:a16="http://schemas.microsoft.com/office/drawing/2014/main" id="{4DC621D3-00B6-4873-80E9-80B2E963CB27}"/>
              </a:ext>
            </a:extLst>
          </p:cNvPr>
          <p:cNvSpPr>
            <a:spLocks noGrp="1"/>
          </p:cNvSpPr>
          <p:nvPr>
            <p:ph sz="quarter" idx="24"/>
          </p:nvPr>
        </p:nvSpPr>
        <p:spPr>
          <a:xfrm>
            <a:off x="9140236" y="1929600"/>
            <a:ext cx="2721563" cy="253592"/>
          </a:xfrm>
        </p:spPr>
        <p:txBody>
          <a:bodyPr lIns="0" tIns="0" rIns="0" bIns="0"/>
          <a:lstStyle>
            <a:lvl1pPr>
              <a:defRPr sz="1600" b="1">
                <a:solidFill>
                  <a:schemeClr val="bg2"/>
                </a:solidFill>
              </a:defRPr>
            </a:lvl1pPr>
          </a:lstStyle>
          <a:p>
            <a:pPr lvl="0"/>
            <a:r>
              <a:rPr lang="en-US"/>
              <a:t>Click to edit Master text styles</a:t>
            </a:r>
          </a:p>
        </p:txBody>
      </p:sp>
      <p:sp>
        <p:nvSpPr>
          <p:cNvPr id="20" name="Text Placeholder 9">
            <a:extLst>
              <a:ext uri="{FF2B5EF4-FFF2-40B4-BE49-F238E27FC236}">
                <a16:creationId xmlns:a16="http://schemas.microsoft.com/office/drawing/2014/main" id="{20E266E3-5FFB-41B2-9494-480B63C0ED07}"/>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70EB4319-3BA4-418A-A5E9-F60173BA8E4D}"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346331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our cont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111B9042-212B-46A5-9683-B0E80DA38729}"/>
              </a:ext>
            </a:extLst>
          </p:cNvPr>
          <p:cNvSpPr>
            <a:spLocks noGrp="1"/>
          </p:cNvSpPr>
          <p:nvPr>
            <p:ph sz="quarter" idx="17"/>
          </p:nvPr>
        </p:nvSpPr>
        <p:spPr>
          <a:xfrm>
            <a:off x="331200" y="1929600"/>
            <a:ext cx="5658438"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CC8272B2-E586-4FA2-8B90-41D4FAB96F2A}"/>
              </a:ext>
            </a:extLst>
          </p:cNvPr>
          <p:cNvSpPr>
            <a:spLocks noGrp="1"/>
          </p:cNvSpPr>
          <p:nvPr>
            <p:ph sz="quarter" idx="18"/>
          </p:nvPr>
        </p:nvSpPr>
        <p:spPr>
          <a:xfrm>
            <a:off x="331200" y="3827714"/>
            <a:ext cx="5658438"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B4EE1E65-7497-40C2-9994-C31475F1F07E}"/>
              </a:ext>
            </a:extLst>
          </p:cNvPr>
          <p:cNvSpPr>
            <a:spLocks noGrp="1"/>
          </p:cNvSpPr>
          <p:nvPr>
            <p:ph sz="quarter" idx="19"/>
          </p:nvPr>
        </p:nvSpPr>
        <p:spPr>
          <a:xfrm>
            <a:off x="6204151" y="1929600"/>
            <a:ext cx="5658438"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80A57BBC-5882-4E81-BCA2-FF31B00865E5}"/>
              </a:ext>
            </a:extLst>
          </p:cNvPr>
          <p:cNvSpPr>
            <a:spLocks noGrp="1"/>
          </p:cNvSpPr>
          <p:nvPr>
            <p:ph sz="quarter" idx="20"/>
          </p:nvPr>
        </p:nvSpPr>
        <p:spPr>
          <a:xfrm>
            <a:off x="6204151" y="3827714"/>
            <a:ext cx="5658438"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a16="http://schemas.microsoft.com/office/drawing/2014/main" id="{D40A4B2B-8988-4AFD-A14B-AAA7F09DD511}"/>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2D5142AE-B3D0-4774-B832-9DD3EC701A42}"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084946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our content 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8A928EB5-CEDF-4A8E-81B5-DCF53570E957}"/>
              </a:ext>
            </a:extLst>
          </p:cNvPr>
          <p:cNvSpPr>
            <a:spLocks noGrp="1"/>
          </p:cNvSpPr>
          <p:nvPr>
            <p:ph sz="quarter" idx="17"/>
          </p:nvPr>
        </p:nvSpPr>
        <p:spPr>
          <a:xfrm>
            <a:off x="331200" y="1929600"/>
            <a:ext cx="5658438" cy="1685138"/>
          </a:xfrm>
          <a:solidFill>
            <a:schemeClr val="accent5"/>
          </a:solidFill>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43B0B81C-97D4-4F96-B86E-78446A115C98}"/>
              </a:ext>
            </a:extLst>
          </p:cNvPr>
          <p:cNvSpPr>
            <a:spLocks noGrp="1"/>
          </p:cNvSpPr>
          <p:nvPr>
            <p:ph sz="quarter" idx="18"/>
          </p:nvPr>
        </p:nvSpPr>
        <p:spPr>
          <a:xfrm>
            <a:off x="331200" y="3827714"/>
            <a:ext cx="5658438" cy="1685138"/>
          </a:xfrm>
          <a:solidFill>
            <a:schemeClr val="accent5"/>
          </a:solidFill>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01D9841E-35A4-4050-896A-91A2DAC646E6}"/>
              </a:ext>
            </a:extLst>
          </p:cNvPr>
          <p:cNvSpPr>
            <a:spLocks noGrp="1"/>
          </p:cNvSpPr>
          <p:nvPr>
            <p:ph sz="quarter" idx="19"/>
          </p:nvPr>
        </p:nvSpPr>
        <p:spPr>
          <a:xfrm>
            <a:off x="6204151" y="1929600"/>
            <a:ext cx="5658438" cy="1685138"/>
          </a:xfrm>
          <a:solidFill>
            <a:schemeClr val="accent5"/>
          </a:solidFill>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25AE70BE-1AE8-4A0C-AE03-7895C4186A58}"/>
              </a:ext>
            </a:extLst>
          </p:cNvPr>
          <p:cNvSpPr>
            <a:spLocks noGrp="1"/>
          </p:cNvSpPr>
          <p:nvPr>
            <p:ph sz="quarter" idx="20"/>
          </p:nvPr>
        </p:nvSpPr>
        <p:spPr>
          <a:xfrm>
            <a:off x="6204151" y="3827714"/>
            <a:ext cx="5658438" cy="1685138"/>
          </a:xfrm>
          <a:solidFill>
            <a:schemeClr val="accent5"/>
          </a:solidFill>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a16="http://schemas.microsoft.com/office/drawing/2014/main" id="{2E790894-8E0F-44FE-8E80-5B61F5EE8C79}"/>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059C796D-1B49-4E34-B30C-BB7A6D17ED22}"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68712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content 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C398B-D021-7FA7-9C63-8A20EEFB2B52}"/>
              </a:ext>
            </a:extLst>
          </p:cNvPr>
          <p:cNvSpPr>
            <a:spLocks noGrp="1"/>
          </p:cNvSpPr>
          <p:nvPr>
            <p:ph type="title"/>
          </p:nvPr>
        </p:nvSpPr>
        <p:spPr>
          <a:xfrm>
            <a:off x="331200" y="691200"/>
            <a:ext cx="9181165" cy="36360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D88D6622-0569-1373-8513-A84EE6BD9AE3}"/>
              </a:ext>
            </a:extLst>
          </p:cNvPr>
          <p:cNvSpPr>
            <a:spLocks noGrp="1"/>
          </p:cNvSpPr>
          <p:nvPr>
            <p:ph type="ftr" sz="quarter" idx="10"/>
          </p:nvPr>
        </p:nvSpPr>
        <p:spPr>
          <a:xfrm>
            <a:off x="331200" y="6343200"/>
            <a:ext cx="9180000" cy="158400"/>
          </a:xfrm>
        </p:spPr>
        <p:txBody>
          <a:bodyPr/>
          <a:lstStyle/>
          <a:p>
            <a:endParaRPr lang="en-US"/>
          </a:p>
        </p:txBody>
      </p:sp>
      <p:sp>
        <p:nvSpPr>
          <p:cNvPr id="4" name="Date Placeholder 3">
            <a:extLst>
              <a:ext uri="{FF2B5EF4-FFF2-40B4-BE49-F238E27FC236}">
                <a16:creationId xmlns:a16="http://schemas.microsoft.com/office/drawing/2014/main" id="{D4D890ED-22EA-F340-5D69-C4482F8F5A7D}"/>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CA39646E-C2FB-1D0B-85AB-E420ACDD55D6}"/>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FA2FAFDC-E066-B77E-12C1-F5C9CB386058}"/>
              </a:ext>
            </a:extLst>
          </p:cNvPr>
          <p:cNvSpPr>
            <a:spLocks noGrp="1"/>
          </p:cNvSpPr>
          <p:nvPr>
            <p:ph type="body" sz="quarter" idx="14" hasCustomPrompt="1"/>
          </p:nvPr>
        </p:nvSpPr>
        <p:spPr>
          <a:xfrm>
            <a:off x="331789" y="1057498"/>
            <a:ext cx="9180576"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Content Placeholder 8">
            <a:extLst>
              <a:ext uri="{FF2B5EF4-FFF2-40B4-BE49-F238E27FC236}">
                <a16:creationId xmlns:a16="http://schemas.microsoft.com/office/drawing/2014/main" id="{DD8565C4-8F2E-0139-9897-109BEE274160}"/>
              </a:ext>
            </a:extLst>
          </p:cNvPr>
          <p:cNvSpPr>
            <a:spLocks noGrp="1"/>
          </p:cNvSpPr>
          <p:nvPr>
            <p:ph sz="quarter" idx="17"/>
          </p:nvPr>
        </p:nvSpPr>
        <p:spPr>
          <a:xfrm>
            <a:off x="331200"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Content Placeholder 8">
            <a:extLst>
              <a:ext uri="{FF2B5EF4-FFF2-40B4-BE49-F238E27FC236}">
                <a16:creationId xmlns:a16="http://schemas.microsoft.com/office/drawing/2014/main" id="{705BDDFA-0DC1-F1AB-FDCC-0D5F35062979}"/>
              </a:ext>
            </a:extLst>
          </p:cNvPr>
          <p:cNvSpPr>
            <a:spLocks noGrp="1"/>
          </p:cNvSpPr>
          <p:nvPr>
            <p:ph sz="quarter" idx="18"/>
          </p:nvPr>
        </p:nvSpPr>
        <p:spPr>
          <a:xfrm>
            <a:off x="2680508"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Content Placeholder 8">
            <a:extLst>
              <a:ext uri="{FF2B5EF4-FFF2-40B4-BE49-F238E27FC236}">
                <a16:creationId xmlns:a16="http://schemas.microsoft.com/office/drawing/2014/main" id="{1F491B36-CB8B-04C1-6BE0-F0784E027C8F}"/>
              </a:ext>
            </a:extLst>
          </p:cNvPr>
          <p:cNvSpPr>
            <a:spLocks noGrp="1"/>
          </p:cNvSpPr>
          <p:nvPr>
            <p:ph sz="quarter" idx="19"/>
          </p:nvPr>
        </p:nvSpPr>
        <p:spPr>
          <a:xfrm>
            <a:off x="5029816"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Content Placeholder 8">
            <a:extLst>
              <a:ext uri="{FF2B5EF4-FFF2-40B4-BE49-F238E27FC236}">
                <a16:creationId xmlns:a16="http://schemas.microsoft.com/office/drawing/2014/main" id="{8EC902F4-236E-9EB9-D886-80FFA5184005}"/>
              </a:ext>
            </a:extLst>
          </p:cNvPr>
          <p:cNvSpPr>
            <a:spLocks noGrp="1"/>
          </p:cNvSpPr>
          <p:nvPr>
            <p:ph sz="quarter" idx="20"/>
          </p:nvPr>
        </p:nvSpPr>
        <p:spPr>
          <a:xfrm>
            <a:off x="7379124"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Text Placeholder 9">
            <a:extLst>
              <a:ext uri="{FF2B5EF4-FFF2-40B4-BE49-F238E27FC236}">
                <a16:creationId xmlns:a16="http://schemas.microsoft.com/office/drawing/2014/main" id="{9533D15F-82ED-36DB-9A8B-4919A07A7BFD}"/>
              </a:ext>
            </a:extLst>
          </p:cNvPr>
          <p:cNvSpPr>
            <a:spLocks noGrp="1"/>
          </p:cNvSpPr>
          <p:nvPr>
            <p:ph type="body" sz="quarter" idx="16"/>
          </p:nvPr>
        </p:nvSpPr>
        <p:spPr>
          <a:xfrm>
            <a:off x="331200" y="5634000"/>
            <a:ext cx="9180576"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12" name="Text Placeholder 9">
            <a:extLst>
              <a:ext uri="{FF2B5EF4-FFF2-40B4-BE49-F238E27FC236}">
                <a16:creationId xmlns:a16="http://schemas.microsoft.com/office/drawing/2014/main" id="{0B6C5DBD-3D8A-1946-1744-DC8042EC8619}"/>
              </a:ext>
            </a:extLst>
          </p:cNvPr>
          <p:cNvSpPr>
            <a:spLocks noGrp="1"/>
          </p:cNvSpPr>
          <p:nvPr>
            <p:ph type="body" sz="quarter" idx="21" hasCustomPrompt="1"/>
          </p:nvPr>
        </p:nvSpPr>
        <p:spPr>
          <a:xfrm>
            <a:off x="9728432" y="0"/>
            <a:ext cx="2463568" cy="6858000"/>
          </a:xfrm>
          <a:solidFill>
            <a:schemeClr val="accent1"/>
          </a:solidFill>
        </p:spPr>
        <p:txBody>
          <a:bodyPr lIns="274320" tIns="640080" rIns="274320" bIns="640080" anchor="ctr"/>
          <a:lstStyle>
            <a:lvl1pPr>
              <a:defRPr sz="1600" b="1">
                <a:solidFill>
                  <a:schemeClr val="bg1"/>
                </a:solidFill>
              </a:defRPr>
            </a:lvl1pPr>
            <a:lvl2pPr>
              <a:defRPr sz="1800" b="1">
                <a:solidFill>
                  <a:schemeClr val="bg1"/>
                </a:solidFill>
              </a:defRPr>
            </a:lvl2pPr>
            <a:lvl3pPr>
              <a:defRPr sz="1800" b="1">
                <a:solidFill>
                  <a:schemeClr val="bg1"/>
                </a:solidFill>
              </a:defRPr>
            </a:lvl3pPr>
            <a:lvl4pPr>
              <a:defRPr sz="1800" b="1">
                <a:solidFill>
                  <a:schemeClr val="bg1"/>
                </a:solidFill>
              </a:defRPr>
            </a:lvl4pPr>
            <a:lvl5pPr>
              <a:defRPr sz="1800" b="1">
                <a:solidFill>
                  <a:schemeClr val="bg1"/>
                </a:solidFill>
              </a:defRPr>
            </a:lvl5pPr>
          </a:lstStyle>
          <a:p>
            <a:pPr lvl="0"/>
            <a:r>
              <a:rPr lang="en-US"/>
              <a:t>This space can be used for additional information, to highlight or separate some content, charts can be placed here as well.</a:t>
            </a:r>
          </a:p>
        </p:txBody>
      </p:sp>
    </p:spTree>
    <p:extLst>
      <p:ext uri="{BB962C8B-B14F-4D97-AF65-F5344CB8AC3E}">
        <p14:creationId xmlns:p14="http://schemas.microsoft.com/office/powerpoint/2010/main" val="183681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29CD7502-5938-4389-B579-94E4A626E742}"/>
              </a:ext>
            </a:extLst>
          </p:cNvPr>
          <p:cNvSpPr>
            <a:spLocks noGrp="1"/>
          </p:cNvSpPr>
          <p:nvPr>
            <p:ph sz="quarter" idx="17"/>
          </p:nvPr>
        </p:nvSpPr>
        <p:spPr>
          <a:xfrm>
            <a:off x="331200"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CA0C8084-3849-47AB-874C-D79A49627A99}"/>
              </a:ext>
            </a:extLst>
          </p:cNvPr>
          <p:cNvSpPr>
            <a:spLocks noGrp="1"/>
          </p:cNvSpPr>
          <p:nvPr>
            <p:ph sz="quarter" idx="18"/>
          </p:nvPr>
        </p:nvSpPr>
        <p:spPr>
          <a:xfrm>
            <a:off x="2680508"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4705789A-64BC-481F-BB51-3113BE639E7E}"/>
              </a:ext>
            </a:extLst>
          </p:cNvPr>
          <p:cNvSpPr>
            <a:spLocks noGrp="1"/>
          </p:cNvSpPr>
          <p:nvPr>
            <p:ph sz="quarter" idx="19"/>
          </p:nvPr>
        </p:nvSpPr>
        <p:spPr>
          <a:xfrm>
            <a:off x="5029816"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E37C0D0A-A50A-45C1-8190-526E16A1EF98}"/>
              </a:ext>
            </a:extLst>
          </p:cNvPr>
          <p:cNvSpPr>
            <a:spLocks noGrp="1"/>
          </p:cNvSpPr>
          <p:nvPr>
            <p:ph sz="quarter" idx="20"/>
          </p:nvPr>
        </p:nvSpPr>
        <p:spPr>
          <a:xfrm>
            <a:off x="7379124"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8">
            <a:extLst>
              <a:ext uri="{FF2B5EF4-FFF2-40B4-BE49-F238E27FC236}">
                <a16:creationId xmlns:a16="http://schemas.microsoft.com/office/drawing/2014/main" id="{369E9214-F99C-45F1-92F0-86CA4C2DF62C}"/>
              </a:ext>
            </a:extLst>
          </p:cNvPr>
          <p:cNvSpPr>
            <a:spLocks noGrp="1"/>
          </p:cNvSpPr>
          <p:nvPr>
            <p:ph sz="quarter" idx="21"/>
          </p:nvPr>
        </p:nvSpPr>
        <p:spPr>
          <a:xfrm>
            <a:off x="9728430"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9">
            <a:extLst>
              <a:ext uri="{FF2B5EF4-FFF2-40B4-BE49-F238E27FC236}">
                <a16:creationId xmlns:a16="http://schemas.microsoft.com/office/drawing/2014/main" id="{8CA02EF2-4CA1-4BAA-BEF7-557FE01D706A}"/>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D136C97-55C9-4256-8BCC-A29BA1359F85}"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548295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ix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7DC069AE-4595-4F69-A33D-192621021062}"/>
              </a:ext>
            </a:extLst>
          </p:cNvPr>
          <p:cNvSpPr>
            <a:spLocks noGrp="1"/>
          </p:cNvSpPr>
          <p:nvPr>
            <p:ph sz="quarter" idx="17"/>
          </p:nvPr>
        </p:nvSpPr>
        <p:spPr>
          <a:xfrm>
            <a:off x="331200"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9819553D-0FB3-43C0-986B-7FC595AE43C4}"/>
              </a:ext>
            </a:extLst>
          </p:cNvPr>
          <p:cNvSpPr>
            <a:spLocks noGrp="1"/>
          </p:cNvSpPr>
          <p:nvPr>
            <p:ph sz="quarter" idx="18"/>
          </p:nvPr>
        </p:nvSpPr>
        <p:spPr>
          <a:xfrm>
            <a:off x="2288745"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BFE61DB2-D5AC-443E-944E-263599532F8B}"/>
              </a:ext>
            </a:extLst>
          </p:cNvPr>
          <p:cNvSpPr>
            <a:spLocks noGrp="1"/>
          </p:cNvSpPr>
          <p:nvPr>
            <p:ph sz="quarter" idx="19"/>
          </p:nvPr>
        </p:nvSpPr>
        <p:spPr>
          <a:xfrm>
            <a:off x="4246290"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28E24C1F-EA44-4316-85CB-A3FD52704376}"/>
              </a:ext>
            </a:extLst>
          </p:cNvPr>
          <p:cNvSpPr>
            <a:spLocks noGrp="1"/>
          </p:cNvSpPr>
          <p:nvPr>
            <p:ph sz="quarter" idx="20"/>
          </p:nvPr>
        </p:nvSpPr>
        <p:spPr>
          <a:xfrm>
            <a:off x="6203835"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8">
            <a:extLst>
              <a:ext uri="{FF2B5EF4-FFF2-40B4-BE49-F238E27FC236}">
                <a16:creationId xmlns:a16="http://schemas.microsoft.com/office/drawing/2014/main" id="{0FB7471F-CC87-42BF-8FF7-FCFD02E09754}"/>
              </a:ext>
            </a:extLst>
          </p:cNvPr>
          <p:cNvSpPr>
            <a:spLocks noGrp="1"/>
          </p:cNvSpPr>
          <p:nvPr>
            <p:ph sz="quarter" idx="21"/>
          </p:nvPr>
        </p:nvSpPr>
        <p:spPr>
          <a:xfrm>
            <a:off x="8161380"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8">
            <a:extLst>
              <a:ext uri="{FF2B5EF4-FFF2-40B4-BE49-F238E27FC236}">
                <a16:creationId xmlns:a16="http://schemas.microsoft.com/office/drawing/2014/main" id="{9FEC9E4E-C67E-4E57-9B58-24B9E177B04F}"/>
              </a:ext>
            </a:extLst>
          </p:cNvPr>
          <p:cNvSpPr>
            <a:spLocks noGrp="1"/>
          </p:cNvSpPr>
          <p:nvPr>
            <p:ph sz="quarter" idx="22"/>
          </p:nvPr>
        </p:nvSpPr>
        <p:spPr>
          <a:xfrm>
            <a:off x="10118926"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9">
            <a:extLst>
              <a:ext uri="{FF2B5EF4-FFF2-40B4-BE49-F238E27FC236}">
                <a16:creationId xmlns:a16="http://schemas.microsoft.com/office/drawing/2014/main" id="{A2881809-A7B5-4526-BBA2-7A02D8A6955A}"/>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74364FE6-7931-48FF-884B-9C70800E0038}"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460212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ix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AC4CEC49-D3F2-4087-B090-CC600446878F}"/>
              </a:ext>
            </a:extLst>
          </p:cNvPr>
          <p:cNvSpPr>
            <a:spLocks noGrp="1"/>
          </p:cNvSpPr>
          <p:nvPr>
            <p:ph sz="quarter" idx="17"/>
          </p:nvPr>
        </p:nvSpPr>
        <p:spPr>
          <a:xfrm>
            <a:off x="331200" y="1929600"/>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E0F39AC-3C30-4653-B2FB-5DEED0522028}"/>
              </a:ext>
            </a:extLst>
          </p:cNvPr>
          <p:cNvSpPr>
            <a:spLocks noGrp="1"/>
          </p:cNvSpPr>
          <p:nvPr>
            <p:ph sz="quarter" idx="18"/>
          </p:nvPr>
        </p:nvSpPr>
        <p:spPr>
          <a:xfrm>
            <a:off x="4245975" y="1929600"/>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ECDF745A-5CCE-4066-B327-433778B0EADD}"/>
              </a:ext>
            </a:extLst>
          </p:cNvPr>
          <p:cNvSpPr>
            <a:spLocks noGrp="1"/>
          </p:cNvSpPr>
          <p:nvPr>
            <p:ph sz="quarter" idx="19"/>
          </p:nvPr>
        </p:nvSpPr>
        <p:spPr>
          <a:xfrm>
            <a:off x="8160749" y="1929600"/>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CDA5DF35-04D6-4B3E-8C90-1E98EBB7C18A}"/>
              </a:ext>
            </a:extLst>
          </p:cNvPr>
          <p:cNvSpPr>
            <a:spLocks noGrp="1"/>
          </p:cNvSpPr>
          <p:nvPr>
            <p:ph sz="quarter" idx="20"/>
          </p:nvPr>
        </p:nvSpPr>
        <p:spPr>
          <a:xfrm>
            <a:off x="331200" y="3827714"/>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8">
            <a:extLst>
              <a:ext uri="{FF2B5EF4-FFF2-40B4-BE49-F238E27FC236}">
                <a16:creationId xmlns:a16="http://schemas.microsoft.com/office/drawing/2014/main" id="{22076C0C-4A2D-44FD-B598-286736F29BCA}"/>
              </a:ext>
            </a:extLst>
          </p:cNvPr>
          <p:cNvSpPr>
            <a:spLocks noGrp="1"/>
          </p:cNvSpPr>
          <p:nvPr>
            <p:ph sz="quarter" idx="21"/>
          </p:nvPr>
        </p:nvSpPr>
        <p:spPr>
          <a:xfrm>
            <a:off x="4245975" y="3827714"/>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8">
            <a:extLst>
              <a:ext uri="{FF2B5EF4-FFF2-40B4-BE49-F238E27FC236}">
                <a16:creationId xmlns:a16="http://schemas.microsoft.com/office/drawing/2014/main" id="{E41F7DA0-0F6C-441C-B565-0C058C2E1500}"/>
              </a:ext>
            </a:extLst>
          </p:cNvPr>
          <p:cNvSpPr>
            <a:spLocks noGrp="1"/>
          </p:cNvSpPr>
          <p:nvPr>
            <p:ph sz="quarter" idx="22"/>
          </p:nvPr>
        </p:nvSpPr>
        <p:spPr>
          <a:xfrm>
            <a:off x="8160749" y="3827714"/>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9">
            <a:extLst>
              <a:ext uri="{FF2B5EF4-FFF2-40B4-BE49-F238E27FC236}">
                <a16:creationId xmlns:a16="http://schemas.microsoft.com/office/drawing/2014/main" id="{41ECC15F-7C10-4935-8982-A8422A134E93}"/>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1D97BD6A-00E0-42B5-8DA6-5D1132394BF6}"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653405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ight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3D2E957E-1838-4CD0-B6A0-51FEFF23F39D}"/>
              </a:ext>
            </a:extLst>
          </p:cNvPr>
          <p:cNvSpPr>
            <a:spLocks noGrp="1"/>
          </p:cNvSpPr>
          <p:nvPr>
            <p:ph sz="quarter" idx="17"/>
          </p:nvPr>
        </p:nvSpPr>
        <p:spPr>
          <a:xfrm>
            <a:off x="331200" y="1929600"/>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D15157C6-6D4A-4DDE-9987-9DB9A432B242}"/>
              </a:ext>
            </a:extLst>
          </p:cNvPr>
          <p:cNvSpPr>
            <a:spLocks noGrp="1"/>
          </p:cNvSpPr>
          <p:nvPr>
            <p:ph sz="quarter" idx="18"/>
          </p:nvPr>
        </p:nvSpPr>
        <p:spPr>
          <a:xfrm>
            <a:off x="3267545" y="1929600"/>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54051EE1-49F6-492B-B13B-31EA841D39F6}"/>
              </a:ext>
            </a:extLst>
          </p:cNvPr>
          <p:cNvSpPr>
            <a:spLocks noGrp="1"/>
          </p:cNvSpPr>
          <p:nvPr>
            <p:ph sz="quarter" idx="19"/>
          </p:nvPr>
        </p:nvSpPr>
        <p:spPr>
          <a:xfrm>
            <a:off x="6203890" y="1929600"/>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AD543771-ECCC-4B61-B10B-B29AC251EB7C}"/>
              </a:ext>
            </a:extLst>
          </p:cNvPr>
          <p:cNvSpPr>
            <a:spLocks noGrp="1"/>
          </p:cNvSpPr>
          <p:nvPr>
            <p:ph sz="quarter" idx="20"/>
          </p:nvPr>
        </p:nvSpPr>
        <p:spPr>
          <a:xfrm>
            <a:off x="9140236" y="1929600"/>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8">
            <a:extLst>
              <a:ext uri="{FF2B5EF4-FFF2-40B4-BE49-F238E27FC236}">
                <a16:creationId xmlns:a16="http://schemas.microsoft.com/office/drawing/2014/main" id="{20E6F15F-BCD7-43EA-B6A7-A9D7E7E08A37}"/>
              </a:ext>
            </a:extLst>
          </p:cNvPr>
          <p:cNvSpPr>
            <a:spLocks noGrp="1"/>
          </p:cNvSpPr>
          <p:nvPr>
            <p:ph sz="quarter" idx="21"/>
          </p:nvPr>
        </p:nvSpPr>
        <p:spPr>
          <a:xfrm>
            <a:off x="331200" y="3827714"/>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8">
            <a:extLst>
              <a:ext uri="{FF2B5EF4-FFF2-40B4-BE49-F238E27FC236}">
                <a16:creationId xmlns:a16="http://schemas.microsoft.com/office/drawing/2014/main" id="{75A95EF1-3692-4526-8F7E-86DF4458BD9C}"/>
              </a:ext>
            </a:extLst>
          </p:cNvPr>
          <p:cNvSpPr>
            <a:spLocks noGrp="1"/>
          </p:cNvSpPr>
          <p:nvPr>
            <p:ph sz="quarter" idx="22"/>
          </p:nvPr>
        </p:nvSpPr>
        <p:spPr>
          <a:xfrm>
            <a:off x="3267545" y="3827714"/>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8">
            <a:extLst>
              <a:ext uri="{FF2B5EF4-FFF2-40B4-BE49-F238E27FC236}">
                <a16:creationId xmlns:a16="http://schemas.microsoft.com/office/drawing/2014/main" id="{25D091E8-36DA-49BB-805A-67B1175FE099}"/>
              </a:ext>
            </a:extLst>
          </p:cNvPr>
          <p:cNvSpPr>
            <a:spLocks noGrp="1"/>
          </p:cNvSpPr>
          <p:nvPr>
            <p:ph sz="quarter" idx="23"/>
          </p:nvPr>
        </p:nvSpPr>
        <p:spPr>
          <a:xfrm>
            <a:off x="6203890" y="3827714"/>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8">
            <a:extLst>
              <a:ext uri="{FF2B5EF4-FFF2-40B4-BE49-F238E27FC236}">
                <a16:creationId xmlns:a16="http://schemas.microsoft.com/office/drawing/2014/main" id="{30B3BAED-A68C-44C5-936A-FECF662C4458}"/>
              </a:ext>
            </a:extLst>
          </p:cNvPr>
          <p:cNvSpPr>
            <a:spLocks noGrp="1"/>
          </p:cNvSpPr>
          <p:nvPr>
            <p:ph sz="quarter" idx="24"/>
          </p:nvPr>
        </p:nvSpPr>
        <p:spPr>
          <a:xfrm>
            <a:off x="9140236" y="3827714"/>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D9B8FFAD-A63F-423B-8B3A-78FF6FBA9C0F}"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7" name="Text Placeholder 9">
            <a:extLst>
              <a:ext uri="{FF2B5EF4-FFF2-40B4-BE49-F238E27FC236}">
                <a16:creationId xmlns:a16="http://schemas.microsoft.com/office/drawing/2014/main" id="{2C0C9163-1A50-4D9E-8C77-630EB66F52A8}"/>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283468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59AF416F-3BC8-4A49-A9DA-4F4E14BD9EE6}"/>
              </a:ext>
            </a:extLst>
          </p:cNvPr>
          <p:cNvSpPr>
            <a:spLocks noGrp="1"/>
          </p:cNvSpPr>
          <p:nvPr>
            <p:ph sz="quarter" idx="22"/>
          </p:nvPr>
        </p:nvSpPr>
        <p:spPr>
          <a:xfrm>
            <a:off x="2289175" y="1929600"/>
            <a:ext cx="9574213" cy="1080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7CD77F5C-7E22-4988-898D-D00F5D9CD09E}"/>
              </a:ext>
            </a:extLst>
          </p:cNvPr>
          <p:cNvSpPr>
            <a:spLocks noGrp="1"/>
          </p:cNvSpPr>
          <p:nvPr>
            <p:ph sz="quarter" idx="23"/>
          </p:nvPr>
        </p:nvSpPr>
        <p:spPr>
          <a:xfrm>
            <a:off x="2289175" y="3178800"/>
            <a:ext cx="9574213" cy="1080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83810668-C703-445D-9664-9098F49777F5}"/>
              </a:ext>
            </a:extLst>
          </p:cNvPr>
          <p:cNvSpPr>
            <a:spLocks noGrp="1"/>
          </p:cNvSpPr>
          <p:nvPr>
            <p:ph sz="quarter" idx="24"/>
          </p:nvPr>
        </p:nvSpPr>
        <p:spPr>
          <a:xfrm>
            <a:off x="2289175" y="4428000"/>
            <a:ext cx="9574213" cy="1080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FB1884A1-CF89-46FD-90B2-856A47701333}"/>
              </a:ext>
            </a:extLst>
          </p:cNvPr>
          <p:cNvSpPr>
            <a:spLocks noGrp="1"/>
          </p:cNvSpPr>
          <p:nvPr>
            <p:ph sz="quarter" idx="21"/>
          </p:nvPr>
        </p:nvSpPr>
        <p:spPr>
          <a:xfrm>
            <a:off x="331201" y="1929600"/>
            <a:ext cx="1743664" cy="1080000"/>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BFD86A11-87FF-4DCC-B9D2-B666660C6E7B}"/>
              </a:ext>
            </a:extLst>
          </p:cNvPr>
          <p:cNvSpPr>
            <a:spLocks noGrp="1"/>
          </p:cNvSpPr>
          <p:nvPr>
            <p:ph sz="quarter" idx="25"/>
          </p:nvPr>
        </p:nvSpPr>
        <p:spPr>
          <a:xfrm>
            <a:off x="331201" y="3178800"/>
            <a:ext cx="1743664" cy="1080000"/>
          </a:xfrm>
        </p:spPr>
        <p:txBody>
          <a:bodyPr lIns="0" tIns="0" rIns="0" bIns="0"/>
          <a:lstStyle>
            <a:lvl1pPr>
              <a:defRPr sz="1600" b="1">
                <a:solidFill>
                  <a:schemeClr val="bg2"/>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6F97BA98-5A30-4E5F-B616-3DD2FB543519}"/>
              </a:ext>
            </a:extLst>
          </p:cNvPr>
          <p:cNvSpPr>
            <a:spLocks noGrp="1"/>
          </p:cNvSpPr>
          <p:nvPr>
            <p:ph sz="quarter" idx="26"/>
          </p:nvPr>
        </p:nvSpPr>
        <p:spPr>
          <a:xfrm>
            <a:off x="331201" y="4428000"/>
            <a:ext cx="1743664" cy="1080000"/>
          </a:xfrm>
        </p:spPr>
        <p:txBody>
          <a:bodyPr lIns="0" tIns="0" rIns="0" bIns="0"/>
          <a:lstStyle>
            <a:lvl1pPr>
              <a:defRPr sz="1600" b="1">
                <a:solidFill>
                  <a:schemeClr val="bg2"/>
                </a:solidFill>
              </a:defRPr>
            </a:lvl1pPr>
          </a:lstStyle>
          <a:p>
            <a:pPr lvl="0"/>
            <a:r>
              <a:rPr lang="en-US"/>
              <a:t>Click to edit Master text styles</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65DD4D7C-2CE8-4ABF-BFD5-63515BA5DBBC}"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F332D07F-212A-4F1F-A913-9C992990BDE5}"/>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919195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516E3F5E-86F1-4189-95E6-3E3FCAA7E57B}"/>
              </a:ext>
            </a:extLst>
          </p:cNvPr>
          <p:cNvSpPr>
            <a:spLocks noGrp="1"/>
          </p:cNvSpPr>
          <p:nvPr>
            <p:ph sz="quarter" idx="25"/>
          </p:nvPr>
        </p:nvSpPr>
        <p:spPr>
          <a:xfrm>
            <a:off x="2289175" y="1929600"/>
            <a:ext cx="9574213" cy="79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9473803-25B0-48E7-A720-3DC0D09F9EA0}"/>
              </a:ext>
            </a:extLst>
          </p:cNvPr>
          <p:cNvSpPr>
            <a:spLocks noGrp="1"/>
          </p:cNvSpPr>
          <p:nvPr>
            <p:ph sz="quarter" idx="26"/>
          </p:nvPr>
        </p:nvSpPr>
        <p:spPr>
          <a:xfrm>
            <a:off x="2289175" y="2858400"/>
            <a:ext cx="9574213" cy="79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70FEA12C-85FF-468F-97EE-32C99D8CFE06}"/>
              </a:ext>
            </a:extLst>
          </p:cNvPr>
          <p:cNvSpPr>
            <a:spLocks noGrp="1"/>
          </p:cNvSpPr>
          <p:nvPr>
            <p:ph sz="quarter" idx="27"/>
          </p:nvPr>
        </p:nvSpPr>
        <p:spPr>
          <a:xfrm>
            <a:off x="2289175" y="3787200"/>
            <a:ext cx="9574213" cy="79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8238CB58-E5B8-4AB2-95E4-2BACE430AD48}"/>
              </a:ext>
            </a:extLst>
          </p:cNvPr>
          <p:cNvSpPr>
            <a:spLocks noGrp="1"/>
          </p:cNvSpPr>
          <p:nvPr>
            <p:ph sz="quarter" idx="28"/>
          </p:nvPr>
        </p:nvSpPr>
        <p:spPr>
          <a:xfrm>
            <a:off x="2289175" y="4716000"/>
            <a:ext cx="9574213" cy="79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D4BF1D29-3435-4164-B890-745B9AB2B2BA}"/>
              </a:ext>
            </a:extLst>
          </p:cNvPr>
          <p:cNvSpPr>
            <a:spLocks noGrp="1"/>
          </p:cNvSpPr>
          <p:nvPr>
            <p:ph sz="quarter" idx="24"/>
          </p:nvPr>
        </p:nvSpPr>
        <p:spPr>
          <a:xfrm>
            <a:off x="331201" y="1929600"/>
            <a:ext cx="1743664" cy="792000"/>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6F29A2FA-2B0C-4A45-92DB-06D5B9DEBF74}"/>
              </a:ext>
            </a:extLst>
          </p:cNvPr>
          <p:cNvSpPr>
            <a:spLocks noGrp="1"/>
          </p:cNvSpPr>
          <p:nvPr>
            <p:ph sz="quarter" idx="29"/>
          </p:nvPr>
        </p:nvSpPr>
        <p:spPr>
          <a:xfrm>
            <a:off x="331201" y="2858400"/>
            <a:ext cx="1743664" cy="792000"/>
          </a:xfrm>
        </p:spPr>
        <p:txBody>
          <a:bodyPr lIns="0" tIns="0" rIns="0" bIns="0"/>
          <a:lstStyle>
            <a:lvl1pPr>
              <a:defRPr sz="1600" b="1">
                <a:solidFill>
                  <a:schemeClr val="bg2"/>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97709378-E74F-4797-905F-17F4A0599703}"/>
              </a:ext>
            </a:extLst>
          </p:cNvPr>
          <p:cNvSpPr>
            <a:spLocks noGrp="1"/>
          </p:cNvSpPr>
          <p:nvPr>
            <p:ph sz="quarter" idx="30"/>
          </p:nvPr>
        </p:nvSpPr>
        <p:spPr>
          <a:xfrm>
            <a:off x="331201" y="3787200"/>
            <a:ext cx="1743664" cy="792000"/>
          </a:xfrm>
        </p:spPr>
        <p:txBody>
          <a:bodyPr lIns="0" tIns="0" rIns="0" bIns="0"/>
          <a:lstStyle>
            <a:lvl1pPr>
              <a:defRPr sz="1600" b="1">
                <a:solidFill>
                  <a:schemeClr val="bg2"/>
                </a:solidFill>
              </a:defRPr>
            </a:lvl1pPr>
          </a:lstStyle>
          <a:p>
            <a:pPr lvl="0"/>
            <a:r>
              <a:rPr lang="en-US"/>
              <a:t>Click to edit Master text styles</a:t>
            </a:r>
          </a:p>
        </p:txBody>
      </p:sp>
      <p:sp>
        <p:nvSpPr>
          <p:cNvPr id="19" name="Content Placeholder 8">
            <a:extLst>
              <a:ext uri="{FF2B5EF4-FFF2-40B4-BE49-F238E27FC236}">
                <a16:creationId xmlns:a16="http://schemas.microsoft.com/office/drawing/2014/main" id="{F1E9E9DA-7BA5-4FCB-9176-B988B0CD8A78}"/>
              </a:ext>
            </a:extLst>
          </p:cNvPr>
          <p:cNvSpPr>
            <a:spLocks noGrp="1"/>
          </p:cNvSpPr>
          <p:nvPr>
            <p:ph sz="quarter" idx="31"/>
          </p:nvPr>
        </p:nvSpPr>
        <p:spPr>
          <a:xfrm>
            <a:off x="331201" y="4716000"/>
            <a:ext cx="1743664" cy="792000"/>
          </a:xfrm>
        </p:spPr>
        <p:txBody>
          <a:bodyPr lIns="0" tIns="0" rIns="0" bIns="0"/>
          <a:lstStyle>
            <a:lvl1pPr>
              <a:defRPr sz="1600" b="1">
                <a:solidFill>
                  <a:schemeClr val="bg2"/>
                </a:solidFill>
              </a:defRPr>
            </a:lvl1pPr>
          </a:lstStyle>
          <a:p>
            <a:pPr lvl="0"/>
            <a:r>
              <a:rPr lang="en-US"/>
              <a:t>Click to edit Master text styles</a:t>
            </a:r>
          </a:p>
        </p:txBody>
      </p:sp>
      <p:sp>
        <p:nvSpPr>
          <p:cNvPr id="20" name="Text Placeholder 9">
            <a:extLst>
              <a:ext uri="{FF2B5EF4-FFF2-40B4-BE49-F238E27FC236}">
                <a16:creationId xmlns:a16="http://schemas.microsoft.com/office/drawing/2014/main" id="{C1B99B3E-00B2-4B94-8810-1F4D37241013}"/>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6DA05FF4-61BB-449E-9F97-8071C0A59403}"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072277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amp; picture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6205538" y="1929600"/>
            <a:ext cx="5657850" cy="3582000"/>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AB71CB31-8784-427F-9939-4AB0493804E2}"/>
              </a:ext>
            </a:extLst>
          </p:cNvPr>
          <p:cNvSpPr>
            <a:spLocks noGrp="1"/>
          </p:cNvSpPr>
          <p:nvPr>
            <p:ph sz="quarter" idx="18"/>
          </p:nvPr>
        </p:nvSpPr>
        <p:spPr>
          <a:xfrm>
            <a:off x="331200" y="1929600"/>
            <a:ext cx="5658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CC8F4DB0-74AF-4ED8-B106-40697AB95BA6}"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321879CC-FD5F-4989-BE5B-B088F2C720C2}"/>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178261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amp; picture B">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6205538" y="0"/>
            <a:ext cx="5986462" cy="6858000"/>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4896438"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4895849"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F4AF48D9-D62A-43F2-B1B1-80F00328C2E1}"/>
              </a:ext>
            </a:extLst>
          </p:cNvPr>
          <p:cNvSpPr>
            <a:spLocks noGrp="1"/>
          </p:cNvSpPr>
          <p:nvPr>
            <p:ph sz="quarter" idx="18"/>
          </p:nvPr>
        </p:nvSpPr>
        <p:spPr>
          <a:xfrm>
            <a:off x="331200" y="1929600"/>
            <a:ext cx="4896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C8E9236-4674-48BE-8000-E1CDB179538F}"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814610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amp; picture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4246563" y="1929600"/>
            <a:ext cx="7616825" cy="3582000"/>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D15BD5A4-C0CB-4E6D-82DC-F95E085D10AD}"/>
              </a:ext>
            </a:extLst>
          </p:cNvPr>
          <p:cNvSpPr>
            <a:spLocks noGrp="1"/>
          </p:cNvSpPr>
          <p:nvPr>
            <p:ph sz="quarter" idx="18"/>
          </p:nvPr>
        </p:nvSpPr>
        <p:spPr>
          <a:xfrm>
            <a:off x="331200" y="1929600"/>
            <a:ext cx="37010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E3A2734F-6DC1-4BFA-88C9-7E34A3EF29E8}"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AD224E81-3B71-4BD4-8650-96F92DAA0DC6}"/>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623235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icture &amp; content 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5658438" cy="3582000"/>
          </a:xfrm>
        </p:spPr>
        <p:txBody>
          <a:bodyPr/>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701C5F00-64AD-4E5C-9A89-0FB66FF3455E}"/>
              </a:ext>
            </a:extLst>
          </p:cNvPr>
          <p:cNvSpPr>
            <a:spLocks noGrp="1"/>
          </p:cNvSpPr>
          <p:nvPr>
            <p:ph sz="quarter" idx="18"/>
          </p:nvPr>
        </p:nvSpPr>
        <p:spPr>
          <a:xfrm>
            <a:off x="6204151" y="1929600"/>
            <a:ext cx="5658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92D94533-C025-401D-A3B6-4EEF76D00298}"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DC53B099-959A-4FA4-8B87-C7BCAA0E2ADC}"/>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995953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icture &amp; content B">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3E6C96F-37A2-B699-9EC9-71E24C07826B}"/>
              </a:ext>
            </a:extLst>
          </p:cNvPr>
          <p:cNvSpPr/>
          <p:nvPr userDrawn="1"/>
        </p:nvSpPr>
        <p:spPr bwMode="gray">
          <a:xfrm>
            <a:off x="228600" y="355600"/>
            <a:ext cx="571500" cy="3356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0" y="0"/>
            <a:ext cx="6205538" cy="6858000"/>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6965362" y="691200"/>
            <a:ext cx="4896438"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6965951" y="1057498"/>
            <a:ext cx="4895849"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F4AF48D9-D62A-43F2-B1B1-80F00328C2E1}"/>
              </a:ext>
            </a:extLst>
          </p:cNvPr>
          <p:cNvSpPr>
            <a:spLocks noGrp="1"/>
          </p:cNvSpPr>
          <p:nvPr>
            <p:ph sz="quarter" idx="18"/>
          </p:nvPr>
        </p:nvSpPr>
        <p:spPr>
          <a:xfrm>
            <a:off x="6965362" y="1929600"/>
            <a:ext cx="4896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C8E9236-4674-48BE-8000-E1CDB179538F}"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pic>
        <p:nvPicPr>
          <p:cNvPr id="10" name="Logo">
            <a:extLst>
              <a:ext uri="{FF2B5EF4-FFF2-40B4-BE49-F238E27FC236}">
                <a16:creationId xmlns:a16="http://schemas.microsoft.com/office/drawing/2014/main" id="{083B2B64-DEC0-437B-8CF1-FF080677286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354200" y="6456066"/>
            <a:ext cx="507600" cy="192272"/>
          </a:xfrm>
          <a:prstGeom prst="rect">
            <a:avLst/>
          </a:prstGeom>
        </p:spPr>
      </p:pic>
      <p:sp>
        <p:nvSpPr>
          <p:cNvPr id="8" name="Text Placeholder 6">
            <a:extLst>
              <a:ext uri="{FF2B5EF4-FFF2-40B4-BE49-F238E27FC236}">
                <a16:creationId xmlns:a16="http://schemas.microsoft.com/office/drawing/2014/main" id="{4C03A032-FF9C-6325-F2AC-151AFE7FBA42}"/>
              </a:ext>
            </a:extLst>
          </p:cNvPr>
          <p:cNvSpPr txBox="1">
            <a:spLocks/>
          </p:cNvSpPr>
          <p:nvPr userDrawn="1"/>
        </p:nvSpPr>
        <p:spPr>
          <a:xfrm>
            <a:off x="6965362" y="514800"/>
            <a:ext cx="308080" cy="32400"/>
          </a:xfrm>
          <a:prstGeom prst="rect">
            <a:avLst/>
          </a:prstGeom>
        </p:spPr>
        <p:txBody>
          <a:bodyPr lIns="0" tIns="0" rIns="0" bIns="4032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a:t>—</a:t>
            </a:r>
          </a:p>
        </p:txBody>
      </p:sp>
    </p:spTree>
    <p:extLst>
      <p:ext uri="{BB962C8B-B14F-4D97-AF65-F5344CB8AC3E}">
        <p14:creationId xmlns:p14="http://schemas.microsoft.com/office/powerpoint/2010/main" val="436681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svg="http://schemas.microsoft.com/office/drawing/2016/SVG/main">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icture &amp; content C">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3E6C96F-37A2-B699-9EC9-71E24C07826B}"/>
              </a:ext>
            </a:extLst>
          </p:cNvPr>
          <p:cNvSpPr/>
          <p:nvPr userDrawn="1"/>
        </p:nvSpPr>
        <p:spPr bwMode="gray">
          <a:xfrm>
            <a:off x="228600" y="355600"/>
            <a:ext cx="571500" cy="3356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0" y="0"/>
            <a:ext cx="4246563" cy="6858000"/>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5010150" y="691200"/>
            <a:ext cx="685165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5010975" y="1057498"/>
            <a:ext cx="6850826"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F4AF48D9-D62A-43F2-B1B1-80F00328C2E1}"/>
              </a:ext>
            </a:extLst>
          </p:cNvPr>
          <p:cNvSpPr>
            <a:spLocks noGrp="1"/>
          </p:cNvSpPr>
          <p:nvPr>
            <p:ph sz="quarter" idx="18"/>
          </p:nvPr>
        </p:nvSpPr>
        <p:spPr>
          <a:xfrm>
            <a:off x="5010150" y="1929600"/>
            <a:ext cx="68516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C8E9236-4674-48BE-8000-E1CDB179538F}"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pic>
        <p:nvPicPr>
          <p:cNvPr id="10" name="Logo">
            <a:extLst>
              <a:ext uri="{FF2B5EF4-FFF2-40B4-BE49-F238E27FC236}">
                <a16:creationId xmlns:a16="http://schemas.microsoft.com/office/drawing/2014/main" id="{083B2B64-DEC0-437B-8CF1-FF080677286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354200" y="6456066"/>
            <a:ext cx="507600" cy="192272"/>
          </a:xfrm>
          <a:prstGeom prst="rect">
            <a:avLst/>
          </a:prstGeom>
        </p:spPr>
      </p:pic>
      <p:sp>
        <p:nvSpPr>
          <p:cNvPr id="8" name="Text Placeholder 6">
            <a:extLst>
              <a:ext uri="{FF2B5EF4-FFF2-40B4-BE49-F238E27FC236}">
                <a16:creationId xmlns:a16="http://schemas.microsoft.com/office/drawing/2014/main" id="{4C03A032-FF9C-6325-F2AC-151AFE7FBA42}"/>
              </a:ext>
            </a:extLst>
          </p:cNvPr>
          <p:cNvSpPr txBox="1">
            <a:spLocks/>
          </p:cNvSpPr>
          <p:nvPr userDrawn="1"/>
        </p:nvSpPr>
        <p:spPr>
          <a:xfrm>
            <a:off x="5010150" y="514800"/>
            <a:ext cx="308080" cy="32400"/>
          </a:xfrm>
          <a:prstGeom prst="rect">
            <a:avLst/>
          </a:prstGeom>
        </p:spPr>
        <p:txBody>
          <a:bodyPr lIns="0" tIns="0" rIns="0" bIns="4032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a:t>—</a:t>
            </a:r>
          </a:p>
        </p:txBody>
      </p:sp>
    </p:spTree>
    <p:extLst>
      <p:ext uri="{BB962C8B-B14F-4D97-AF65-F5344CB8AC3E}">
        <p14:creationId xmlns:p14="http://schemas.microsoft.com/office/powerpoint/2010/main" val="2721694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svg="http://schemas.microsoft.com/office/drawing/2016/SVG/main">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content &amp;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267075" y="1929600"/>
            <a:ext cx="5657850" cy="3582000"/>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37772B2F-A922-4FD0-B70C-DF06D70EDEFE}"/>
              </a:ext>
            </a:extLst>
          </p:cNvPr>
          <p:cNvSpPr>
            <a:spLocks noGrp="1"/>
          </p:cNvSpPr>
          <p:nvPr>
            <p:ph sz="quarter" idx="19"/>
          </p:nvPr>
        </p:nvSpPr>
        <p:spPr>
          <a:xfrm>
            <a:off x="331200"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D2821E5-D990-439A-A494-886D9CF08292}"/>
              </a:ext>
            </a:extLst>
          </p:cNvPr>
          <p:cNvSpPr>
            <a:spLocks noGrp="1"/>
          </p:cNvSpPr>
          <p:nvPr>
            <p:ph sz="quarter" idx="20"/>
          </p:nvPr>
        </p:nvSpPr>
        <p:spPr>
          <a:xfrm>
            <a:off x="9141026"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B775EAE7-683E-45F5-9A95-E6DD1094D885}"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6F139C90-52BB-4794-B21A-FE69E4C0F947}"/>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137033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 content &amp; four pictur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199" y="1929600"/>
            <a:ext cx="1743663" cy="1685138"/>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2" name="Picture Placeholder 10">
            <a:extLst>
              <a:ext uri="{FF2B5EF4-FFF2-40B4-BE49-F238E27FC236}">
                <a16:creationId xmlns:a16="http://schemas.microsoft.com/office/drawing/2014/main" id="{E57CBEA0-D649-41AB-96A9-0A1BAA2BBC69}"/>
              </a:ext>
            </a:extLst>
          </p:cNvPr>
          <p:cNvSpPr>
            <a:spLocks noGrp="1"/>
          </p:cNvSpPr>
          <p:nvPr>
            <p:ph type="pic" sz="quarter" idx="18"/>
          </p:nvPr>
        </p:nvSpPr>
        <p:spPr>
          <a:xfrm>
            <a:off x="6205538" y="1929600"/>
            <a:ext cx="1741487" cy="1683898"/>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4FC3BCC6-F11F-4786-B6A2-A61B71BFCA5B}"/>
              </a:ext>
            </a:extLst>
          </p:cNvPr>
          <p:cNvSpPr>
            <a:spLocks noGrp="1"/>
          </p:cNvSpPr>
          <p:nvPr>
            <p:ph type="pic" sz="quarter" idx="20"/>
          </p:nvPr>
        </p:nvSpPr>
        <p:spPr>
          <a:xfrm>
            <a:off x="331199" y="3827463"/>
            <a:ext cx="1743663" cy="1684137"/>
          </a:xfrm>
        </p:spPr>
        <p:txBody>
          <a:bodyPr lIns="0" tIns="0" rIns="0" bIns="0"/>
          <a:lstStyle/>
          <a:p>
            <a:r>
              <a:rPr lang="en-US" noProof="0"/>
              <a:t>Click icon to add picture</a:t>
            </a:r>
            <a:endParaRPr lang="en-US"/>
          </a:p>
        </p:txBody>
      </p:sp>
      <p:sp>
        <p:nvSpPr>
          <p:cNvPr id="25" name="Picture Placeholder 10">
            <a:extLst>
              <a:ext uri="{FF2B5EF4-FFF2-40B4-BE49-F238E27FC236}">
                <a16:creationId xmlns:a16="http://schemas.microsoft.com/office/drawing/2014/main" id="{76B3C7E3-593C-48D3-9C43-78D8CBB54BCB}"/>
              </a:ext>
            </a:extLst>
          </p:cNvPr>
          <p:cNvSpPr>
            <a:spLocks noGrp="1"/>
          </p:cNvSpPr>
          <p:nvPr>
            <p:ph type="pic" sz="quarter" idx="22"/>
          </p:nvPr>
        </p:nvSpPr>
        <p:spPr>
          <a:xfrm>
            <a:off x="6205538" y="3827463"/>
            <a:ext cx="1741487" cy="1684137"/>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24B60418-CD27-4B6A-B47B-4BDFA7CA6905}"/>
              </a:ext>
            </a:extLst>
          </p:cNvPr>
          <p:cNvSpPr>
            <a:spLocks noGrp="1"/>
          </p:cNvSpPr>
          <p:nvPr>
            <p:ph sz="quarter" idx="24"/>
          </p:nvPr>
        </p:nvSpPr>
        <p:spPr>
          <a:xfrm>
            <a:off x="2289175" y="1929600"/>
            <a:ext cx="3700463" cy="168389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0C9024FC-07E0-4B27-8F60-C634F0536A8E}"/>
              </a:ext>
            </a:extLst>
          </p:cNvPr>
          <p:cNvSpPr>
            <a:spLocks noGrp="1"/>
          </p:cNvSpPr>
          <p:nvPr>
            <p:ph sz="quarter" idx="25"/>
          </p:nvPr>
        </p:nvSpPr>
        <p:spPr>
          <a:xfrm>
            <a:off x="2289175" y="3827702"/>
            <a:ext cx="3700463" cy="168389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DD5ECF00-2F66-45D3-A4DD-E29E84C05CEF}"/>
              </a:ext>
            </a:extLst>
          </p:cNvPr>
          <p:cNvSpPr>
            <a:spLocks noGrp="1"/>
          </p:cNvSpPr>
          <p:nvPr>
            <p:ph sz="quarter" idx="26"/>
          </p:nvPr>
        </p:nvSpPr>
        <p:spPr>
          <a:xfrm>
            <a:off x="8162126" y="1929600"/>
            <a:ext cx="3700463" cy="168389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C7C9823B-43AB-4F63-9D6D-5A962847C33C}"/>
              </a:ext>
            </a:extLst>
          </p:cNvPr>
          <p:cNvSpPr>
            <a:spLocks noGrp="1"/>
          </p:cNvSpPr>
          <p:nvPr>
            <p:ph sz="quarter" idx="27"/>
          </p:nvPr>
        </p:nvSpPr>
        <p:spPr>
          <a:xfrm>
            <a:off x="8162126" y="3827702"/>
            <a:ext cx="3700463" cy="168389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F9683E2-8A1B-4901-92D6-41888719CCBB}"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7" name="Text Placeholder 9">
            <a:extLst>
              <a:ext uri="{FF2B5EF4-FFF2-40B4-BE49-F238E27FC236}">
                <a16:creationId xmlns:a16="http://schemas.microsoft.com/office/drawing/2014/main" id="{86F6A932-1446-4FE1-8B9F-00388D8CFC33}"/>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618091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ix pictur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3701050" cy="1685138"/>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6193F035-179C-488A-981A-C45C4ED70E79}"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Picture Placeholder 10">
            <a:extLst>
              <a:ext uri="{FF2B5EF4-FFF2-40B4-BE49-F238E27FC236}">
                <a16:creationId xmlns:a16="http://schemas.microsoft.com/office/drawing/2014/main" id="{A070848A-0A2B-4E42-BA39-7225BE9CE2BF}"/>
              </a:ext>
            </a:extLst>
          </p:cNvPr>
          <p:cNvSpPr>
            <a:spLocks noGrp="1"/>
          </p:cNvSpPr>
          <p:nvPr>
            <p:ph type="pic" sz="quarter" idx="18"/>
          </p:nvPr>
        </p:nvSpPr>
        <p:spPr>
          <a:xfrm>
            <a:off x="4246369" y="1929600"/>
            <a:ext cx="3701050" cy="1685138"/>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0AE3C9E3-E2A8-46ED-ABF1-7303E76CEF2D}"/>
              </a:ext>
            </a:extLst>
          </p:cNvPr>
          <p:cNvSpPr>
            <a:spLocks noGrp="1"/>
          </p:cNvSpPr>
          <p:nvPr>
            <p:ph type="pic" sz="quarter" idx="19"/>
          </p:nvPr>
        </p:nvSpPr>
        <p:spPr>
          <a:xfrm>
            <a:off x="8161539" y="1929600"/>
            <a:ext cx="3701050" cy="1685138"/>
          </a:xfrm>
        </p:spPr>
        <p:txBody>
          <a:bodyPr lIns="0" tIns="0" rIns="0" bIns="0"/>
          <a:lstStyle/>
          <a:p>
            <a:r>
              <a:rPr lang="en-US" noProof="0"/>
              <a:t>Click icon to add picture</a:t>
            </a:r>
            <a:endParaRPr lang="en-US"/>
          </a:p>
        </p:txBody>
      </p:sp>
      <p:sp>
        <p:nvSpPr>
          <p:cNvPr id="25" name="Picture Placeholder 10">
            <a:extLst>
              <a:ext uri="{FF2B5EF4-FFF2-40B4-BE49-F238E27FC236}">
                <a16:creationId xmlns:a16="http://schemas.microsoft.com/office/drawing/2014/main" id="{9832A96F-2BC5-43BC-99A2-C5EA0E0B92E8}"/>
              </a:ext>
            </a:extLst>
          </p:cNvPr>
          <p:cNvSpPr>
            <a:spLocks noGrp="1"/>
          </p:cNvSpPr>
          <p:nvPr>
            <p:ph type="pic" sz="quarter" idx="20"/>
          </p:nvPr>
        </p:nvSpPr>
        <p:spPr>
          <a:xfrm>
            <a:off x="331200" y="3828250"/>
            <a:ext cx="3701050" cy="1685138"/>
          </a:xfrm>
        </p:spPr>
        <p:txBody>
          <a:bodyPr lIns="0" tIns="0" rIns="0" bIns="0"/>
          <a:lstStyle/>
          <a:p>
            <a:r>
              <a:rPr lang="en-US" noProof="0"/>
              <a:t>Click icon to add picture</a:t>
            </a:r>
            <a:endParaRPr lang="en-US"/>
          </a:p>
        </p:txBody>
      </p:sp>
      <p:sp>
        <p:nvSpPr>
          <p:cNvPr id="26" name="Picture Placeholder 10">
            <a:extLst>
              <a:ext uri="{FF2B5EF4-FFF2-40B4-BE49-F238E27FC236}">
                <a16:creationId xmlns:a16="http://schemas.microsoft.com/office/drawing/2014/main" id="{9C12755E-FD35-421D-92FC-301A3E6C795C}"/>
              </a:ext>
            </a:extLst>
          </p:cNvPr>
          <p:cNvSpPr>
            <a:spLocks noGrp="1"/>
          </p:cNvSpPr>
          <p:nvPr>
            <p:ph type="pic" sz="quarter" idx="21"/>
          </p:nvPr>
        </p:nvSpPr>
        <p:spPr>
          <a:xfrm>
            <a:off x="4246370" y="3828250"/>
            <a:ext cx="3701050" cy="1685138"/>
          </a:xfrm>
        </p:spPr>
        <p:txBody>
          <a:bodyPr lIns="0" tIns="0" rIns="0" bIns="0"/>
          <a:lstStyle/>
          <a:p>
            <a:r>
              <a:rPr lang="en-US" noProof="0"/>
              <a:t>Click icon to add picture</a:t>
            </a:r>
            <a:endParaRPr lang="en-US"/>
          </a:p>
        </p:txBody>
      </p:sp>
      <p:sp>
        <p:nvSpPr>
          <p:cNvPr id="27" name="Picture Placeholder 10">
            <a:extLst>
              <a:ext uri="{FF2B5EF4-FFF2-40B4-BE49-F238E27FC236}">
                <a16:creationId xmlns:a16="http://schemas.microsoft.com/office/drawing/2014/main" id="{36658FB1-3615-4333-B392-A31BA2C7E1DD}"/>
              </a:ext>
            </a:extLst>
          </p:cNvPr>
          <p:cNvSpPr>
            <a:spLocks noGrp="1"/>
          </p:cNvSpPr>
          <p:nvPr>
            <p:ph type="pic" sz="quarter" idx="22"/>
          </p:nvPr>
        </p:nvSpPr>
        <p:spPr>
          <a:xfrm>
            <a:off x="8161539" y="3828250"/>
            <a:ext cx="3701050" cy="1685138"/>
          </a:xfrm>
        </p:spPr>
        <p:txBody>
          <a:bodyPr lIns="0" tIns="0" rIns="0" bIns="0"/>
          <a:lstStyle/>
          <a:p>
            <a:r>
              <a:rPr lang="en-US" noProof="0"/>
              <a:t>Click icon to add picture</a:t>
            </a:r>
            <a:endParaRPr lang="en-US"/>
          </a:p>
        </p:txBody>
      </p:sp>
      <p:sp>
        <p:nvSpPr>
          <p:cNvPr id="14" name="Text Placeholder 9">
            <a:extLst>
              <a:ext uri="{FF2B5EF4-FFF2-40B4-BE49-F238E27FC236}">
                <a16:creationId xmlns:a16="http://schemas.microsoft.com/office/drawing/2014/main" id="{7F3D969B-F1B8-417E-A3D4-EA1488C5BC9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222334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Eight pictur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3262" y="1929600"/>
            <a:ext cx="2721600" cy="1685138"/>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430468A-A583-475C-91B3-9EEC22E344FB}" type="datetime4">
              <a:rPr lang="en-US" noProof="0" smtClean="0"/>
              <a:t>October 20, 2026</a:t>
            </a:fld>
            <a:endParaRPr lang="en-US" noProof="0"/>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Picture Placeholder 10">
            <a:extLst>
              <a:ext uri="{FF2B5EF4-FFF2-40B4-BE49-F238E27FC236}">
                <a16:creationId xmlns:a16="http://schemas.microsoft.com/office/drawing/2014/main" id="{1E005323-AD61-4D2C-AED7-77715F765150}"/>
              </a:ext>
            </a:extLst>
          </p:cNvPr>
          <p:cNvSpPr>
            <a:spLocks noGrp="1"/>
          </p:cNvSpPr>
          <p:nvPr>
            <p:ph type="pic" sz="quarter" idx="18"/>
          </p:nvPr>
        </p:nvSpPr>
        <p:spPr>
          <a:xfrm>
            <a:off x="3269171" y="1929600"/>
            <a:ext cx="2721600" cy="1685138"/>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E265B3D8-2A9B-4D13-BF6C-564CE2C2C168}"/>
              </a:ext>
            </a:extLst>
          </p:cNvPr>
          <p:cNvSpPr>
            <a:spLocks noGrp="1"/>
          </p:cNvSpPr>
          <p:nvPr>
            <p:ph type="pic" sz="quarter" idx="19"/>
          </p:nvPr>
        </p:nvSpPr>
        <p:spPr>
          <a:xfrm>
            <a:off x="6205080" y="1929600"/>
            <a:ext cx="2721600" cy="1685138"/>
          </a:xfrm>
        </p:spPr>
        <p:txBody>
          <a:bodyPr lIns="0" tIns="0" rIns="0" bIns="0"/>
          <a:lstStyle/>
          <a:p>
            <a:r>
              <a:rPr lang="en-US" noProof="0"/>
              <a:t>Click icon to add picture</a:t>
            </a:r>
            <a:endParaRPr lang="en-US"/>
          </a:p>
        </p:txBody>
      </p:sp>
      <p:sp>
        <p:nvSpPr>
          <p:cNvPr id="25" name="Picture Placeholder 10">
            <a:extLst>
              <a:ext uri="{FF2B5EF4-FFF2-40B4-BE49-F238E27FC236}">
                <a16:creationId xmlns:a16="http://schemas.microsoft.com/office/drawing/2014/main" id="{42FC6897-A625-48C9-B09E-E8160A89BB9F}"/>
              </a:ext>
            </a:extLst>
          </p:cNvPr>
          <p:cNvSpPr>
            <a:spLocks noGrp="1"/>
          </p:cNvSpPr>
          <p:nvPr>
            <p:ph type="pic" sz="quarter" idx="20"/>
          </p:nvPr>
        </p:nvSpPr>
        <p:spPr>
          <a:xfrm>
            <a:off x="9140989" y="1929600"/>
            <a:ext cx="2721600" cy="1685138"/>
          </a:xfrm>
        </p:spPr>
        <p:txBody>
          <a:bodyPr lIns="0" tIns="0" rIns="0" bIns="0"/>
          <a:lstStyle/>
          <a:p>
            <a:r>
              <a:rPr lang="en-US" noProof="0"/>
              <a:t>Click icon to add picture</a:t>
            </a:r>
            <a:endParaRPr lang="en-US"/>
          </a:p>
        </p:txBody>
      </p:sp>
      <p:sp>
        <p:nvSpPr>
          <p:cNvPr id="26" name="Picture Placeholder 10">
            <a:extLst>
              <a:ext uri="{FF2B5EF4-FFF2-40B4-BE49-F238E27FC236}">
                <a16:creationId xmlns:a16="http://schemas.microsoft.com/office/drawing/2014/main" id="{ED948E42-FDE5-4236-912E-FAD45E412CE6}"/>
              </a:ext>
            </a:extLst>
          </p:cNvPr>
          <p:cNvSpPr>
            <a:spLocks noGrp="1"/>
          </p:cNvSpPr>
          <p:nvPr>
            <p:ph type="pic" sz="quarter" idx="21"/>
          </p:nvPr>
        </p:nvSpPr>
        <p:spPr>
          <a:xfrm>
            <a:off x="333262" y="3828250"/>
            <a:ext cx="2721600" cy="1685138"/>
          </a:xfrm>
        </p:spPr>
        <p:txBody>
          <a:bodyPr lIns="0" tIns="0" rIns="0" bIns="0"/>
          <a:lstStyle/>
          <a:p>
            <a:r>
              <a:rPr lang="en-US" noProof="0"/>
              <a:t>Click icon to add picture</a:t>
            </a:r>
            <a:endParaRPr lang="en-US"/>
          </a:p>
        </p:txBody>
      </p:sp>
      <p:sp>
        <p:nvSpPr>
          <p:cNvPr id="27" name="Picture Placeholder 10">
            <a:extLst>
              <a:ext uri="{FF2B5EF4-FFF2-40B4-BE49-F238E27FC236}">
                <a16:creationId xmlns:a16="http://schemas.microsoft.com/office/drawing/2014/main" id="{05F2CC5F-8E4F-4642-B2B0-2BE00A820765}"/>
              </a:ext>
            </a:extLst>
          </p:cNvPr>
          <p:cNvSpPr>
            <a:spLocks noGrp="1"/>
          </p:cNvSpPr>
          <p:nvPr>
            <p:ph type="pic" sz="quarter" idx="22"/>
          </p:nvPr>
        </p:nvSpPr>
        <p:spPr>
          <a:xfrm>
            <a:off x="3269171" y="3828250"/>
            <a:ext cx="2721600" cy="1685138"/>
          </a:xfrm>
        </p:spPr>
        <p:txBody>
          <a:bodyPr lIns="0" tIns="0" rIns="0" bIns="0"/>
          <a:lstStyle/>
          <a:p>
            <a:r>
              <a:rPr lang="en-US" noProof="0"/>
              <a:t>Click icon to add picture</a:t>
            </a:r>
            <a:endParaRPr lang="en-US"/>
          </a:p>
        </p:txBody>
      </p:sp>
      <p:sp>
        <p:nvSpPr>
          <p:cNvPr id="28" name="Picture Placeholder 10">
            <a:extLst>
              <a:ext uri="{FF2B5EF4-FFF2-40B4-BE49-F238E27FC236}">
                <a16:creationId xmlns:a16="http://schemas.microsoft.com/office/drawing/2014/main" id="{1D8BDEDA-0F19-4637-BBCF-46A127B54FFD}"/>
              </a:ext>
            </a:extLst>
          </p:cNvPr>
          <p:cNvSpPr>
            <a:spLocks noGrp="1"/>
          </p:cNvSpPr>
          <p:nvPr>
            <p:ph type="pic" sz="quarter" idx="23"/>
          </p:nvPr>
        </p:nvSpPr>
        <p:spPr>
          <a:xfrm>
            <a:off x="6205080" y="3828250"/>
            <a:ext cx="2721600" cy="1685138"/>
          </a:xfrm>
        </p:spPr>
        <p:txBody>
          <a:bodyPr lIns="0" tIns="0" rIns="0" bIns="0"/>
          <a:lstStyle/>
          <a:p>
            <a:r>
              <a:rPr lang="en-US" noProof="0"/>
              <a:t>Click icon to add picture</a:t>
            </a:r>
            <a:endParaRPr lang="en-US"/>
          </a:p>
        </p:txBody>
      </p:sp>
      <p:sp>
        <p:nvSpPr>
          <p:cNvPr id="29" name="Picture Placeholder 10">
            <a:extLst>
              <a:ext uri="{FF2B5EF4-FFF2-40B4-BE49-F238E27FC236}">
                <a16:creationId xmlns:a16="http://schemas.microsoft.com/office/drawing/2014/main" id="{432A8BA0-84B2-4316-8A93-63EFB05A0FF9}"/>
              </a:ext>
            </a:extLst>
          </p:cNvPr>
          <p:cNvSpPr>
            <a:spLocks noGrp="1"/>
          </p:cNvSpPr>
          <p:nvPr>
            <p:ph type="pic" sz="quarter" idx="24"/>
          </p:nvPr>
        </p:nvSpPr>
        <p:spPr>
          <a:xfrm>
            <a:off x="9140989" y="3828250"/>
            <a:ext cx="2721600" cy="1685138"/>
          </a:xfrm>
        </p:spPr>
        <p:txBody>
          <a:bodyPr lIns="0" tIns="0" rIns="0" bIns="0"/>
          <a:lstStyle/>
          <a:p>
            <a:r>
              <a:rPr lang="en-US" noProof="0"/>
              <a:t>Click icon to add picture</a:t>
            </a:r>
            <a:endParaRPr lang="en-US"/>
          </a:p>
        </p:txBody>
      </p:sp>
      <p:sp>
        <p:nvSpPr>
          <p:cNvPr id="16" name="Text Placeholder 9">
            <a:extLst>
              <a:ext uri="{FF2B5EF4-FFF2-40B4-BE49-F238E27FC236}">
                <a16:creationId xmlns:a16="http://schemas.microsoft.com/office/drawing/2014/main" id="{BB1ADEE7-69F7-4612-BA69-1E14BB9BCCD9}"/>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785910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199" y="4719600"/>
            <a:ext cx="5658437" cy="788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5658438" cy="26676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6205538" y="4719600"/>
            <a:ext cx="5657850" cy="788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D66B2ABB-D636-4A64-BA44-A7267F23329F}"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6205538" y="1929600"/>
            <a:ext cx="5657850" cy="2667600"/>
          </a:xfrm>
        </p:spPr>
        <p:txBody>
          <a:bodyPr lIns="0" tIns="0" rIns="0" bIns="0"/>
          <a:lstStyle/>
          <a:p>
            <a:r>
              <a:rPr lang="en-US" noProof="0"/>
              <a:t>Click icon to add picture</a:t>
            </a:r>
            <a:endParaRPr lang="en-US"/>
          </a:p>
        </p:txBody>
      </p:sp>
      <p:sp>
        <p:nvSpPr>
          <p:cNvPr id="13" name="Text Placeholder 9">
            <a:extLst>
              <a:ext uri="{FF2B5EF4-FFF2-40B4-BE49-F238E27FC236}">
                <a16:creationId xmlns:a16="http://schemas.microsoft.com/office/drawing/2014/main" id="{A00D889A-2322-4DDB-A5EF-532FA124D0A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034727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pictures &amp; text boxes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FAC61-1279-7B60-CECC-86A719FA5D86}"/>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612ECBC9-7903-0325-4714-B64BC595A9B4}"/>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E448B956-DC0E-0B78-5410-11E0E2F220F6}"/>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1B618CCB-2103-080F-B675-E4C472681C14}"/>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07F52BB6-D70A-2B2C-B861-43846E0384C2}"/>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622007A1-F280-15BD-766A-2A8B68C6C1AD}"/>
              </a:ext>
            </a:extLst>
          </p:cNvPr>
          <p:cNvSpPr>
            <a:spLocks noGrp="1"/>
          </p:cNvSpPr>
          <p:nvPr>
            <p:ph type="body" sz="quarter" idx="15"/>
          </p:nvPr>
        </p:nvSpPr>
        <p:spPr>
          <a:xfrm>
            <a:off x="331199"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CB15DC7C-95AF-DF77-404F-4AAA9568B803}"/>
              </a:ext>
            </a:extLst>
          </p:cNvPr>
          <p:cNvSpPr>
            <a:spLocks noGrp="1"/>
          </p:cNvSpPr>
          <p:nvPr>
            <p:ph type="pic" sz="quarter" idx="17"/>
          </p:nvPr>
        </p:nvSpPr>
        <p:spPr>
          <a:xfrm>
            <a:off x="0" y="3429000"/>
            <a:ext cx="4160520" cy="3429000"/>
          </a:xfrm>
        </p:spPr>
        <p:txBody>
          <a:bodyPr lIns="0" tIns="0" rIns="0" bIns="0"/>
          <a:lstStyle/>
          <a:p>
            <a:r>
              <a:rPr lang="en-US" noProof="0"/>
              <a:t>Click icon to add picture</a:t>
            </a:r>
            <a:endParaRPr lang="en-US"/>
          </a:p>
        </p:txBody>
      </p:sp>
      <p:sp>
        <p:nvSpPr>
          <p:cNvPr id="9" name="Text Placeholder 11">
            <a:extLst>
              <a:ext uri="{FF2B5EF4-FFF2-40B4-BE49-F238E27FC236}">
                <a16:creationId xmlns:a16="http://schemas.microsoft.com/office/drawing/2014/main" id="{D4679F60-C64F-3014-8490-313B90245B14}"/>
              </a:ext>
            </a:extLst>
          </p:cNvPr>
          <p:cNvSpPr>
            <a:spLocks noGrp="1"/>
          </p:cNvSpPr>
          <p:nvPr>
            <p:ph type="body" sz="quarter" idx="18"/>
          </p:nvPr>
        </p:nvSpPr>
        <p:spPr>
          <a:xfrm>
            <a:off x="4246563"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Picture Placeholder 10">
            <a:extLst>
              <a:ext uri="{FF2B5EF4-FFF2-40B4-BE49-F238E27FC236}">
                <a16:creationId xmlns:a16="http://schemas.microsoft.com/office/drawing/2014/main" id="{00E1C5C4-2E56-4FDF-430C-4D4CD25E1AC1}"/>
              </a:ext>
            </a:extLst>
          </p:cNvPr>
          <p:cNvSpPr>
            <a:spLocks noGrp="1"/>
          </p:cNvSpPr>
          <p:nvPr>
            <p:ph type="pic" sz="quarter" idx="19"/>
          </p:nvPr>
        </p:nvSpPr>
        <p:spPr>
          <a:xfrm>
            <a:off x="4161982" y="3429000"/>
            <a:ext cx="3867912" cy="34290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408996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pictures &amp; text boxes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93467-31B0-B26B-0A69-CEE1BBF92D7C}"/>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BC68DB0D-B0C8-A70B-9EA0-CF87F7D006CD}"/>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ADF54DE3-2E20-4DE8-B5E1-349CFC50CC70}"/>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B6C146C5-EFC9-3F84-BAA9-A0D23F6E67BE}"/>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992CDA1E-EA55-E4C2-CB79-AD61C1E3602B}"/>
              </a:ext>
            </a:extLst>
          </p:cNvPr>
          <p:cNvSpPr>
            <a:spLocks noGrp="1"/>
          </p:cNvSpPr>
          <p:nvPr>
            <p:ph type="body" sz="quarter" idx="14" hasCustomPrompt="1"/>
          </p:nvPr>
        </p:nvSpPr>
        <p:spPr>
          <a:xfrm>
            <a:off x="331789" y="1927224"/>
            <a:ext cx="2422044"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F169E811-1A99-80DE-40CA-0E49ABE0349B}"/>
              </a:ext>
            </a:extLst>
          </p:cNvPr>
          <p:cNvSpPr>
            <a:spLocks noGrp="1"/>
          </p:cNvSpPr>
          <p:nvPr>
            <p:ph type="body" sz="quarter" idx="15"/>
          </p:nvPr>
        </p:nvSpPr>
        <p:spPr>
          <a:xfrm>
            <a:off x="3157728" y="52002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216F5BAA-6C08-E976-9914-2635E3C044BF}"/>
              </a:ext>
            </a:extLst>
          </p:cNvPr>
          <p:cNvSpPr>
            <a:spLocks noGrp="1"/>
          </p:cNvSpPr>
          <p:nvPr>
            <p:ph type="pic" sz="quarter" idx="17"/>
          </p:nvPr>
        </p:nvSpPr>
        <p:spPr>
          <a:xfrm>
            <a:off x="3157728" y="1927224"/>
            <a:ext cx="4517136" cy="3136392"/>
          </a:xfrm>
        </p:spPr>
        <p:txBody>
          <a:bodyPr lIns="0" tIns="0" rIns="0" bIns="0"/>
          <a:lstStyle/>
          <a:p>
            <a:r>
              <a:rPr lang="en-US" noProof="0"/>
              <a:t>Click icon to add picture</a:t>
            </a:r>
            <a:endParaRPr lang="en-US"/>
          </a:p>
        </p:txBody>
      </p:sp>
      <p:sp>
        <p:nvSpPr>
          <p:cNvPr id="9" name="Text Placeholder 11">
            <a:extLst>
              <a:ext uri="{FF2B5EF4-FFF2-40B4-BE49-F238E27FC236}">
                <a16:creationId xmlns:a16="http://schemas.microsoft.com/office/drawing/2014/main" id="{DAA22A5E-5748-150B-DB95-169F64379EB5}"/>
              </a:ext>
            </a:extLst>
          </p:cNvPr>
          <p:cNvSpPr>
            <a:spLocks noGrp="1"/>
          </p:cNvSpPr>
          <p:nvPr>
            <p:ph type="body" sz="quarter" idx="18"/>
          </p:nvPr>
        </p:nvSpPr>
        <p:spPr>
          <a:xfrm>
            <a:off x="7674864" y="52002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Picture Placeholder 10">
            <a:extLst>
              <a:ext uri="{FF2B5EF4-FFF2-40B4-BE49-F238E27FC236}">
                <a16:creationId xmlns:a16="http://schemas.microsoft.com/office/drawing/2014/main" id="{35323466-C553-6238-DD1B-476EDA1F5D78}"/>
              </a:ext>
            </a:extLst>
          </p:cNvPr>
          <p:cNvSpPr>
            <a:spLocks noGrp="1"/>
          </p:cNvSpPr>
          <p:nvPr>
            <p:ph type="pic" sz="quarter" idx="19"/>
          </p:nvPr>
        </p:nvSpPr>
        <p:spPr>
          <a:xfrm>
            <a:off x="7674864" y="1927224"/>
            <a:ext cx="4517136" cy="3136392"/>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62392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pictures &amp; descri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AC835-87D6-25C6-1C0C-B16378EA1CA8}"/>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3E0FB9F6-057D-DEAE-3326-D871FC4C73B1}"/>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4B13111F-1867-8F94-C54C-C14750D90225}"/>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EF82FC2B-518F-F076-7481-C19EFDFB1205}"/>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077C1678-5BCA-4DC1-8A51-3AEFECC5B08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67A71E51-260F-C225-0141-1C78748CA3EE}"/>
              </a:ext>
            </a:extLst>
          </p:cNvPr>
          <p:cNvSpPr>
            <a:spLocks noGrp="1"/>
          </p:cNvSpPr>
          <p:nvPr>
            <p:ph type="body" sz="quarter" idx="15"/>
          </p:nvPr>
        </p:nvSpPr>
        <p:spPr>
          <a:xfrm>
            <a:off x="9142414" y="1929600"/>
            <a:ext cx="2719586" cy="4027498"/>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5B4FFFA6-62DB-C634-46E8-2BBE78F1FE91}"/>
              </a:ext>
            </a:extLst>
          </p:cNvPr>
          <p:cNvSpPr>
            <a:spLocks noGrp="1"/>
          </p:cNvSpPr>
          <p:nvPr>
            <p:ph type="pic" sz="quarter" idx="17"/>
          </p:nvPr>
        </p:nvSpPr>
        <p:spPr>
          <a:xfrm>
            <a:off x="0" y="1929600"/>
            <a:ext cx="4462272" cy="4928400"/>
          </a:xfrm>
        </p:spPr>
        <p:txBody>
          <a:bodyPr lIns="0" tIns="0" rIns="0" bIns="0"/>
          <a:lstStyle/>
          <a:p>
            <a:r>
              <a:rPr lang="en-US" noProof="0"/>
              <a:t>Click icon to add picture</a:t>
            </a:r>
            <a:endParaRPr lang="en-US"/>
          </a:p>
        </p:txBody>
      </p:sp>
      <p:sp>
        <p:nvSpPr>
          <p:cNvPr id="9" name="Picture Placeholder 10">
            <a:extLst>
              <a:ext uri="{FF2B5EF4-FFF2-40B4-BE49-F238E27FC236}">
                <a16:creationId xmlns:a16="http://schemas.microsoft.com/office/drawing/2014/main" id="{9B2024F1-6D5D-1D1C-1DDB-77BCBA748A23}"/>
              </a:ext>
            </a:extLst>
          </p:cNvPr>
          <p:cNvSpPr>
            <a:spLocks noGrp="1"/>
          </p:cNvSpPr>
          <p:nvPr>
            <p:ph type="pic" sz="quarter" idx="19"/>
          </p:nvPr>
        </p:nvSpPr>
        <p:spPr>
          <a:xfrm>
            <a:off x="4462653" y="1929600"/>
            <a:ext cx="4462272" cy="49284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3531025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4420800"/>
            <a:ext cx="3701050" cy="108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3699460" cy="23652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4246563" y="4420800"/>
            <a:ext cx="3700462" cy="108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4246561" y="1929600"/>
            <a:ext cx="3700463" cy="2365200"/>
          </a:xfrm>
        </p:spPr>
        <p:txBody>
          <a:bodyPr lIns="0" tIns="0" rIns="0" bIns="0"/>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8162925" y="4420800"/>
            <a:ext cx="3700463" cy="108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E60DA76D-A31E-4D1F-AF67-0C4DBC02A76D}"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8162925" y="1929600"/>
            <a:ext cx="3700463" cy="2365200"/>
          </a:xfrm>
        </p:spPr>
        <p:txBody>
          <a:bodyPr lIns="0" tIns="0" rIns="0" bIns="0"/>
          <a:lstStyle/>
          <a:p>
            <a:r>
              <a:rPr lang="en-US" noProof="0"/>
              <a:t>Click icon to add picture</a:t>
            </a:r>
            <a:endParaRPr lang="en-US"/>
          </a:p>
        </p:txBody>
      </p:sp>
      <p:sp>
        <p:nvSpPr>
          <p:cNvPr id="14" name="Text Placeholder 9">
            <a:extLst>
              <a:ext uri="{FF2B5EF4-FFF2-40B4-BE49-F238E27FC236}">
                <a16:creationId xmlns:a16="http://schemas.microsoft.com/office/drawing/2014/main" id="{3F6BC82E-5E7C-45F5-91CD-D280E38D1F4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880960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hree pictures &amp; text boxes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39901-3878-567C-6F7B-62F568F5EA81}"/>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52465E89-325E-25CE-C35D-AD7B0E2BA753}"/>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EE7C8C55-BF0B-AB3A-01C9-D37FA0AC0D8D}"/>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72C8C4A6-E706-08CD-E591-31C776881C2F}"/>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0C3656E4-F3AA-6EE7-E3C0-CE78B0D5C663}"/>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9E0BF222-DE36-6B8E-3ADD-DE5450E802BC}"/>
              </a:ext>
            </a:extLst>
          </p:cNvPr>
          <p:cNvSpPr>
            <a:spLocks noGrp="1"/>
          </p:cNvSpPr>
          <p:nvPr>
            <p:ph type="body" sz="quarter" idx="15"/>
          </p:nvPr>
        </p:nvSpPr>
        <p:spPr>
          <a:xfrm>
            <a:off x="331199"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6090B701-78C3-C044-E7EC-1B49E3C301E8}"/>
              </a:ext>
            </a:extLst>
          </p:cNvPr>
          <p:cNvSpPr>
            <a:spLocks noGrp="1"/>
          </p:cNvSpPr>
          <p:nvPr>
            <p:ph type="pic" sz="quarter" idx="17"/>
          </p:nvPr>
        </p:nvSpPr>
        <p:spPr>
          <a:xfrm>
            <a:off x="0" y="3429000"/>
            <a:ext cx="4160520" cy="3429000"/>
          </a:xfrm>
        </p:spPr>
        <p:txBody>
          <a:bodyPr lIns="0" tIns="0" rIns="0" bIns="0"/>
          <a:lstStyle/>
          <a:p>
            <a:r>
              <a:rPr lang="en-US" noProof="0"/>
              <a:t>Click icon to add picture</a:t>
            </a:r>
            <a:endParaRPr lang="en-US"/>
          </a:p>
        </p:txBody>
      </p:sp>
      <p:sp>
        <p:nvSpPr>
          <p:cNvPr id="9" name="Text Placeholder 11">
            <a:extLst>
              <a:ext uri="{FF2B5EF4-FFF2-40B4-BE49-F238E27FC236}">
                <a16:creationId xmlns:a16="http://schemas.microsoft.com/office/drawing/2014/main" id="{69BCFFDA-C3AF-2E7B-90ED-9900D4167C39}"/>
              </a:ext>
            </a:extLst>
          </p:cNvPr>
          <p:cNvSpPr>
            <a:spLocks noGrp="1"/>
          </p:cNvSpPr>
          <p:nvPr>
            <p:ph type="body" sz="quarter" idx="18"/>
          </p:nvPr>
        </p:nvSpPr>
        <p:spPr>
          <a:xfrm>
            <a:off x="4246563"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Picture Placeholder 10">
            <a:extLst>
              <a:ext uri="{FF2B5EF4-FFF2-40B4-BE49-F238E27FC236}">
                <a16:creationId xmlns:a16="http://schemas.microsoft.com/office/drawing/2014/main" id="{53B80110-9520-18FD-D36C-C9B976C745B5}"/>
              </a:ext>
            </a:extLst>
          </p:cNvPr>
          <p:cNvSpPr>
            <a:spLocks noGrp="1"/>
          </p:cNvSpPr>
          <p:nvPr>
            <p:ph type="pic" sz="quarter" idx="19"/>
          </p:nvPr>
        </p:nvSpPr>
        <p:spPr>
          <a:xfrm>
            <a:off x="4161982" y="3429000"/>
            <a:ext cx="3867912" cy="3429000"/>
          </a:xfrm>
        </p:spPr>
        <p:txBody>
          <a:bodyPr lIns="0" tIns="0" rIns="0" bIns="0"/>
          <a:lstStyle/>
          <a:p>
            <a:r>
              <a:rPr lang="en-US" noProof="0"/>
              <a:t>Click icon to add picture</a:t>
            </a:r>
            <a:endParaRPr lang="en-US"/>
          </a:p>
        </p:txBody>
      </p:sp>
      <p:sp>
        <p:nvSpPr>
          <p:cNvPr id="11" name="Text Placeholder 11">
            <a:extLst>
              <a:ext uri="{FF2B5EF4-FFF2-40B4-BE49-F238E27FC236}">
                <a16:creationId xmlns:a16="http://schemas.microsoft.com/office/drawing/2014/main" id="{8840A287-AA7C-1164-424E-57005EFA7C0F}"/>
              </a:ext>
            </a:extLst>
          </p:cNvPr>
          <p:cNvSpPr>
            <a:spLocks noGrp="1"/>
          </p:cNvSpPr>
          <p:nvPr>
            <p:ph type="body" sz="quarter" idx="20"/>
          </p:nvPr>
        </p:nvSpPr>
        <p:spPr>
          <a:xfrm>
            <a:off x="8161927"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535AC138-46EC-3DA3-0F28-7B8889071F03}"/>
              </a:ext>
            </a:extLst>
          </p:cNvPr>
          <p:cNvSpPr>
            <a:spLocks noGrp="1"/>
          </p:cNvSpPr>
          <p:nvPr>
            <p:ph type="pic" sz="quarter" idx="21"/>
          </p:nvPr>
        </p:nvSpPr>
        <p:spPr>
          <a:xfrm>
            <a:off x="8031480" y="3429000"/>
            <a:ext cx="4160520" cy="34290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480581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ree pictures &amp; text boxes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7E946-8B12-F6C2-90DD-0AEB05863D42}"/>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9F3F8FD4-F79F-BBCE-CDA8-C0C6B8FBE1CB}"/>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D806FA28-409D-CEEB-7D91-FE5023B00EAE}"/>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FABD96B3-34E7-65FF-456D-F32ACD9B16B9}"/>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B851678F-D8EB-2069-FF1C-22C7776FEEAE}"/>
              </a:ext>
            </a:extLst>
          </p:cNvPr>
          <p:cNvSpPr>
            <a:spLocks noGrp="1"/>
          </p:cNvSpPr>
          <p:nvPr>
            <p:ph type="body" sz="quarter" idx="14" hasCustomPrompt="1"/>
          </p:nvPr>
        </p:nvSpPr>
        <p:spPr>
          <a:xfrm>
            <a:off x="331789" y="1927224"/>
            <a:ext cx="2422044"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318DF5F0-616C-E1B2-F94F-A3892597809E}"/>
              </a:ext>
            </a:extLst>
          </p:cNvPr>
          <p:cNvSpPr>
            <a:spLocks noGrp="1"/>
          </p:cNvSpPr>
          <p:nvPr>
            <p:ph type="body" sz="quarter" idx="15"/>
          </p:nvPr>
        </p:nvSpPr>
        <p:spPr>
          <a:xfrm>
            <a:off x="3157728" y="5200200"/>
            <a:ext cx="2798064"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3E7CDFFF-4EB0-0A69-7997-7829DEA74BA3}"/>
              </a:ext>
            </a:extLst>
          </p:cNvPr>
          <p:cNvSpPr>
            <a:spLocks noGrp="1"/>
          </p:cNvSpPr>
          <p:nvPr>
            <p:ph type="pic" sz="quarter" idx="17"/>
          </p:nvPr>
        </p:nvSpPr>
        <p:spPr>
          <a:xfrm>
            <a:off x="3157728" y="1927224"/>
            <a:ext cx="2953512" cy="3136392"/>
          </a:xfrm>
        </p:spPr>
        <p:txBody>
          <a:bodyPr lIns="0" tIns="0" rIns="0" bIns="0"/>
          <a:lstStyle/>
          <a:p>
            <a:r>
              <a:rPr lang="en-US" noProof="0"/>
              <a:t>Click icon to add picture</a:t>
            </a:r>
            <a:endParaRPr lang="en-US"/>
          </a:p>
        </p:txBody>
      </p:sp>
      <p:sp>
        <p:nvSpPr>
          <p:cNvPr id="9" name="Text Placeholder 11">
            <a:extLst>
              <a:ext uri="{FF2B5EF4-FFF2-40B4-BE49-F238E27FC236}">
                <a16:creationId xmlns:a16="http://schemas.microsoft.com/office/drawing/2014/main" id="{7D38B606-5A94-1DF8-F564-D4E7BF675A24}"/>
              </a:ext>
            </a:extLst>
          </p:cNvPr>
          <p:cNvSpPr>
            <a:spLocks noGrp="1"/>
          </p:cNvSpPr>
          <p:nvPr>
            <p:ph type="body" sz="quarter" idx="18"/>
          </p:nvPr>
        </p:nvSpPr>
        <p:spPr>
          <a:xfrm>
            <a:off x="6111240" y="5200200"/>
            <a:ext cx="2798064"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Picture Placeholder 10">
            <a:extLst>
              <a:ext uri="{FF2B5EF4-FFF2-40B4-BE49-F238E27FC236}">
                <a16:creationId xmlns:a16="http://schemas.microsoft.com/office/drawing/2014/main" id="{92CFE117-420C-7B9E-ED0C-7CB8F248293D}"/>
              </a:ext>
            </a:extLst>
          </p:cNvPr>
          <p:cNvSpPr>
            <a:spLocks noGrp="1"/>
          </p:cNvSpPr>
          <p:nvPr>
            <p:ph type="pic" sz="quarter" idx="19"/>
          </p:nvPr>
        </p:nvSpPr>
        <p:spPr>
          <a:xfrm>
            <a:off x="6111240" y="1927224"/>
            <a:ext cx="2953512" cy="3136392"/>
          </a:xfrm>
        </p:spPr>
        <p:txBody>
          <a:bodyPr lIns="0" tIns="0" rIns="0" bIns="0"/>
          <a:lstStyle/>
          <a:p>
            <a:r>
              <a:rPr lang="en-US" noProof="0"/>
              <a:t>Click icon to add picture</a:t>
            </a:r>
            <a:endParaRPr lang="en-US"/>
          </a:p>
        </p:txBody>
      </p:sp>
      <p:sp>
        <p:nvSpPr>
          <p:cNvPr id="11" name="Text Placeholder 11">
            <a:extLst>
              <a:ext uri="{FF2B5EF4-FFF2-40B4-BE49-F238E27FC236}">
                <a16:creationId xmlns:a16="http://schemas.microsoft.com/office/drawing/2014/main" id="{C2C40EB7-4527-3CFA-2B47-3BD797257D9A}"/>
              </a:ext>
            </a:extLst>
          </p:cNvPr>
          <p:cNvSpPr>
            <a:spLocks noGrp="1"/>
          </p:cNvSpPr>
          <p:nvPr>
            <p:ph type="body" sz="quarter" idx="20"/>
          </p:nvPr>
        </p:nvSpPr>
        <p:spPr>
          <a:xfrm>
            <a:off x="9065324" y="5200200"/>
            <a:ext cx="2798064"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31BA7AFC-A49F-988B-82B3-3E768ED02F60}"/>
              </a:ext>
            </a:extLst>
          </p:cNvPr>
          <p:cNvSpPr>
            <a:spLocks noGrp="1"/>
          </p:cNvSpPr>
          <p:nvPr>
            <p:ph type="pic" sz="quarter" idx="21"/>
          </p:nvPr>
        </p:nvSpPr>
        <p:spPr>
          <a:xfrm>
            <a:off x="9065324" y="1927224"/>
            <a:ext cx="3127248" cy="3136392"/>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1949172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ree pictures &amp; descri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291C9-4F13-1C53-0D29-8B4F95EDF8D7}"/>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D30F5A4D-86A4-3B8B-569A-BCFEABBBD580}"/>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C234DC91-C253-039A-84E0-3DF91790262B}"/>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0E4ECE1D-AD44-4D18-1B8E-9B3643EE0AE8}"/>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61CBEA37-4E6C-886E-5284-5170A3A140AB}"/>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81BE5845-D81D-D5A2-A0EC-9224C116F9CD}"/>
              </a:ext>
            </a:extLst>
          </p:cNvPr>
          <p:cNvSpPr>
            <a:spLocks noGrp="1"/>
          </p:cNvSpPr>
          <p:nvPr>
            <p:ph type="body" sz="quarter" idx="15"/>
          </p:nvPr>
        </p:nvSpPr>
        <p:spPr>
          <a:xfrm>
            <a:off x="9142414" y="1929600"/>
            <a:ext cx="2719586" cy="4027498"/>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3C6E0DDC-217A-6FF3-673A-BC0CBA8574FD}"/>
              </a:ext>
            </a:extLst>
          </p:cNvPr>
          <p:cNvSpPr>
            <a:spLocks noGrp="1"/>
          </p:cNvSpPr>
          <p:nvPr>
            <p:ph type="pic" sz="quarter" idx="17"/>
          </p:nvPr>
        </p:nvSpPr>
        <p:spPr>
          <a:xfrm>
            <a:off x="0" y="1929600"/>
            <a:ext cx="2971800" cy="4928400"/>
          </a:xfrm>
        </p:spPr>
        <p:txBody>
          <a:bodyPr lIns="0" tIns="0" rIns="0" bIns="0"/>
          <a:lstStyle/>
          <a:p>
            <a:r>
              <a:rPr lang="en-US" noProof="0"/>
              <a:t>Click icon to add picture</a:t>
            </a:r>
            <a:endParaRPr lang="en-US"/>
          </a:p>
        </p:txBody>
      </p:sp>
      <p:sp>
        <p:nvSpPr>
          <p:cNvPr id="9" name="Picture Placeholder 10">
            <a:extLst>
              <a:ext uri="{FF2B5EF4-FFF2-40B4-BE49-F238E27FC236}">
                <a16:creationId xmlns:a16="http://schemas.microsoft.com/office/drawing/2014/main" id="{0E6E7E98-2D75-359B-6735-0541241142AD}"/>
              </a:ext>
            </a:extLst>
          </p:cNvPr>
          <p:cNvSpPr>
            <a:spLocks noGrp="1"/>
          </p:cNvSpPr>
          <p:nvPr>
            <p:ph type="pic" sz="quarter" idx="19"/>
          </p:nvPr>
        </p:nvSpPr>
        <p:spPr>
          <a:xfrm>
            <a:off x="2974974" y="1929600"/>
            <a:ext cx="2971800" cy="4928400"/>
          </a:xfrm>
        </p:spPr>
        <p:txBody>
          <a:bodyPr lIns="0" tIns="0" rIns="0" bIns="0"/>
          <a:lstStyle/>
          <a:p>
            <a:r>
              <a:rPr lang="en-US" noProof="0"/>
              <a:t>Click icon to add picture</a:t>
            </a:r>
            <a:endParaRPr lang="en-US"/>
          </a:p>
        </p:txBody>
      </p:sp>
      <p:sp>
        <p:nvSpPr>
          <p:cNvPr id="10" name="Picture Placeholder 10">
            <a:extLst>
              <a:ext uri="{FF2B5EF4-FFF2-40B4-BE49-F238E27FC236}">
                <a16:creationId xmlns:a16="http://schemas.microsoft.com/office/drawing/2014/main" id="{685FBAA7-7315-D4AF-B4A4-84A3EA1B568A}"/>
              </a:ext>
            </a:extLst>
          </p:cNvPr>
          <p:cNvSpPr>
            <a:spLocks noGrp="1"/>
          </p:cNvSpPr>
          <p:nvPr>
            <p:ph type="pic" sz="quarter" idx="20"/>
          </p:nvPr>
        </p:nvSpPr>
        <p:spPr>
          <a:xfrm>
            <a:off x="5946773" y="1929600"/>
            <a:ext cx="2974975" cy="49284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1192482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Four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199" y="4068000"/>
            <a:ext cx="2721563"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199" y="1929600"/>
            <a:ext cx="2721563" cy="20160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3267450" y="4068000"/>
            <a:ext cx="2722563"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3267783" y="1929600"/>
            <a:ext cx="2721563" cy="2016000"/>
          </a:xfrm>
        </p:spPr>
        <p:txBody>
          <a:bodyPr lIns="0" tIns="0" rIns="0" bIns="0"/>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6204701" y="4068000"/>
            <a:ext cx="2721600"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6204367" y="1929600"/>
            <a:ext cx="2721600" cy="2016000"/>
          </a:xfrm>
        </p:spPr>
        <p:txBody>
          <a:bodyPr lIns="0" tIns="0" rIns="0" bIns="0"/>
          <a:lstStyle/>
          <a:p>
            <a:r>
              <a:rPr lang="en-US" noProof="0"/>
              <a:t>Click icon to add picture</a:t>
            </a:r>
            <a:endParaRPr lang="en-US"/>
          </a:p>
        </p:txBody>
      </p:sp>
      <p:sp>
        <p:nvSpPr>
          <p:cNvPr id="33" name="Text Placeholder 11">
            <a:extLst>
              <a:ext uri="{FF2B5EF4-FFF2-40B4-BE49-F238E27FC236}">
                <a16:creationId xmlns:a16="http://schemas.microsoft.com/office/drawing/2014/main" id="{932C5289-B8D0-4FEF-9F54-0D65EFD89201}"/>
              </a:ext>
            </a:extLst>
          </p:cNvPr>
          <p:cNvSpPr>
            <a:spLocks noGrp="1"/>
          </p:cNvSpPr>
          <p:nvPr>
            <p:ph type="body" sz="quarter" idx="22"/>
          </p:nvPr>
        </p:nvSpPr>
        <p:spPr>
          <a:xfrm>
            <a:off x="9140989" y="4068000"/>
            <a:ext cx="2721600"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3859AA10-B672-4B0C-BC45-3E91ECF3EE17}"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5" name="Picture Placeholder 10">
            <a:extLst>
              <a:ext uri="{FF2B5EF4-FFF2-40B4-BE49-F238E27FC236}">
                <a16:creationId xmlns:a16="http://schemas.microsoft.com/office/drawing/2014/main" id="{CA4C3A35-E23E-4C15-8D67-07EFD5F941E0}"/>
              </a:ext>
            </a:extLst>
          </p:cNvPr>
          <p:cNvSpPr>
            <a:spLocks noGrp="1"/>
          </p:cNvSpPr>
          <p:nvPr>
            <p:ph type="pic" sz="quarter" idx="23"/>
          </p:nvPr>
        </p:nvSpPr>
        <p:spPr>
          <a:xfrm>
            <a:off x="9140989" y="1929600"/>
            <a:ext cx="2721600" cy="2016000"/>
          </a:xfrm>
        </p:spPr>
        <p:txBody>
          <a:bodyPr lIns="0" tIns="0" rIns="0" bIns="0"/>
          <a:lstStyle/>
          <a:p>
            <a:r>
              <a:rPr lang="en-US" noProof="0"/>
              <a:t>Click icon to add picture</a:t>
            </a:r>
            <a:endParaRPr lang="en-US"/>
          </a:p>
        </p:txBody>
      </p:sp>
      <p:sp>
        <p:nvSpPr>
          <p:cNvPr id="16" name="Text Placeholder 9">
            <a:extLst>
              <a:ext uri="{FF2B5EF4-FFF2-40B4-BE49-F238E27FC236}">
                <a16:creationId xmlns:a16="http://schemas.microsoft.com/office/drawing/2014/main" id="{CDAC575A-6618-4D58-8557-3418AC6A26F2}"/>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518068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Four pictures &amp; text boxes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6CA75-11C8-11F4-38F3-2C08D8F37BBC}"/>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DBCDB1A9-1F11-3834-3CC5-115B9C807FE7}"/>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C8FD58C4-DCD9-0E66-56A1-CE6ED3EA64C6}"/>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4DA99120-C446-1A6A-CBBD-494AB010395F}"/>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5108448B-C67F-F2DF-30B4-B614122A48C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71C9BBEE-C553-7B7B-8BCE-CE52618EAF08}"/>
              </a:ext>
            </a:extLst>
          </p:cNvPr>
          <p:cNvSpPr>
            <a:spLocks noGrp="1"/>
          </p:cNvSpPr>
          <p:nvPr>
            <p:ph type="body" sz="quarter" idx="15"/>
          </p:nvPr>
        </p:nvSpPr>
        <p:spPr>
          <a:xfrm>
            <a:off x="331199" y="1929600"/>
            <a:ext cx="269748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Text Placeholder 11">
            <a:extLst>
              <a:ext uri="{FF2B5EF4-FFF2-40B4-BE49-F238E27FC236}">
                <a16:creationId xmlns:a16="http://schemas.microsoft.com/office/drawing/2014/main" id="{A2C65CF7-B7D3-2FC8-2500-FC061D51272C}"/>
              </a:ext>
            </a:extLst>
          </p:cNvPr>
          <p:cNvSpPr>
            <a:spLocks noGrp="1"/>
          </p:cNvSpPr>
          <p:nvPr>
            <p:ph type="body" sz="quarter" idx="18"/>
          </p:nvPr>
        </p:nvSpPr>
        <p:spPr>
          <a:xfrm>
            <a:off x="3275639" y="1929600"/>
            <a:ext cx="269748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Text Placeholder 11">
            <a:extLst>
              <a:ext uri="{FF2B5EF4-FFF2-40B4-BE49-F238E27FC236}">
                <a16:creationId xmlns:a16="http://schemas.microsoft.com/office/drawing/2014/main" id="{32003C22-01A2-AB04-5FD8-C5EC97EE3572}"/>
              </a:ext>
            </a:extLst>
          </p:cNvPr>
          <p:cNvSpPr>
            <a:spLocks noGrp="1"/>
          </p:cNvSpPr>
          <p:nvPr>
            <p:ph type="body" sz="quarter" idx="20"/>
          </p:nvPr>
        </p:nvSpPr>
        <p:spPr>
          <a:xfrm>
            <a:off x="6220079" y="1929600"/>
            <a:ext cx="269748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Text Placeholder 11">
            <a:extLst>
              <a:ext uri="{FF2B5EF4-FFF2-40B4-BE49-F238E27FC236}">
                <a16:creationId xmlns:a16="http://schemas.microsoft.com/office/drawing/2014/main" id="{A5359350-17C7-BFC0-8597-500F5190AEE3}"/>
              </a:ext>
            </a:extLst>
          </p:cNvPr>
          <p:cNvSpPr>
            <a:spLocks noGrp="1"/>
          </p:cNvSpPr>
          <p:nvPr>
            <p:ph type="body" sz="quarter" idx="23"/>
          </p:nvPr>
        </p:nvSpPr>
        <p:spPr>
          <a:xfrm>
            <a:off x="9164520" y="1929600"/>
            <a:ext cx="269748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D5994943-1F91-799B-85DE-A327AF72E39E}"/>
              </a:ext>
            </a:extLst>
          </p:cNvPr>
          <p:cNvSpPr>
            <a:spLocks noGrp="1"/>
          </p:cNvSpPr>
          <p:nvPr>
            <p:ph type="pic" sz="quarter" idx="17"/>
          </p:nvPr>
        </p:nvSpPr>
        <p:spPr>
          <a:xfrm>
            <a:off x="0" y="3429000"/>
            <a:ext cx="3044952" cy="3429000"/>
          </a:xfrm>
        </p:spPr>
        <p:txBody>
          <a:bodyPr lIns="0" tIns="0" rIns="0" bIns="0"/>
          <a:lstStyle/>
          <a:p>
            <a:r>
              <a:rPr lang="en-US" noProof="0"/>
              <a:t>Click icon to add picture</a:t>
            </a:r>
            <a:endParaRPr lang="en-US"/>
          </a:p>
        </p:txBody>
      </p:sp>
      <p:sp>
        <p:nvSpPr>
          <p:cNvPr id="12" name="Picture Placeholder 10">
            <a:extLst>
              <a:ext uri="{FF2B5EF4-FFF2-40B4-BE49-F238E27FC236}">
                <a16:creationId xmlns:a16="http://schemas.microsoft.com/office/drawing/2014/main" id="{68FD9CCE-E850-F96A-DF0A-E3B3E6489BC8}"/>
              </a:ext>
            </a:extLst>
          </p:cNvPr>
          <p:cNvSpPr>
            <a:spLocks noGrp="1"/>
          </p:cNvSpPr>
          <p:nvPr>
            <p:ph type="pic" sz="quarter" idx="19"/>
          </p:nvPr>
        </p:nvSpPr>
        <p:spPr>
          <a:xfrm>
            <a:off x="3044952" y="3429000"/>
            <a:ext cx="3049016" cy="3429000"/>
          </a:xfrm>
        </p:spPr>
        <p:txBody>
          <a:bodyPr lIns="0" tIns="0" rIns="0" bIns="0"/>
          <a:lstStyle/>
          <a:p>
            <a:r>
              <a:rPr lang="en-US" noProof="0"/>
              <a:t>Click icon to add picture</a:t>
            </a:r>
            <a:endParaRPr lang="en-US"/>
          </a:p>
        </p:txBody>
      </p:sp>
      <p:sp>
        <p:nvSpPr>
          <p:cNvPr id="13" name="Picture Placeholder 10">
            <a:extLst>
              <a:ext uri="{FF2B5EF4-FFF2-40B4-BE49-F238E27FC236}">
                <a16:creationId xmlns:a16="http://schemas.microsoft.com/office/drawing/2014/main" id="{C433D109-B376-AD18-00A5-771EE1A4FE29}"/>
              </a:ext>
            </a:extLst>
          </p:cNvPr>
          <p:cNvSpPr>
            <a:spLocks noGrp="1"/>
          </p:cNvSpPr>
          <p:nvPr>
            <p:ph type="pic" sz="quarter" idx="21"/>
          </p:nvPr>
        </p:nvSpPr>
        <p:spPr>
          <a:xfrm>
            <a:off x="6089904" y="3429000"/>
            <a:ext cx="3053080" cy="3429000"/>
          </a:xfrm>
        </p:spPr>
        <p:txBody>
          <a:bodyPr lIns="0" tIns="0" rIns="0" bIns="0"/>
          <a:lstStyle/>
          <a:p>
            <a:r>
              <a:rPr lang="en-US" noProof="0"/>
              <a:t>Click icon to add picture</a:t>
            </a:r>
            <a:endParaRPr lang="en-US"/>
          </a:p>
        </p:txBody>
      </p:sp>
      <p:sp>
        <p:nvSpPr>
          <p:cNvPr id="14" name="Picture Placeholder 10">
            <a:extLst>
              <a:ext uri="{FF2B5EF4-FFF2-40B4-BE49-F238E27FC236}">
                <a16:creationId xmlns:a16="http://schemas.microsoft.com/office/drawing/2014/main" id="{DFAE2697-9921-CE23-3B66-375A974D4E68}"/>
              </a:ext>
            </a:extLst>
          </p:cNvPr>
          <p:cNvSpPr>
            <a:spLocks noGrp="1"/>
          </p:cNvSpPr>
          <p:nvPr>
            <p:ph type="pic" sz="quarter" idx="22"/>
          </p:nvPr>
        </p:nvSpPr>
        <p:spPr>
          <a:xfrm>
            <a:off x="9138920" y="3429000"/>
            <a:ext cx="3053080" cy="34290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3911636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Four pictures &amp; text boxes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6B2EA-4B3F-F123-A5EA-87BE556C1422}"/>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C6094FE1-D6F0-664C-1D81-7E6AE61562A7}"/>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1A4F52C3-F04E-0FA2-F081-B85C7B5FD6A5}"/>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6287B60B-6009-E3A0-F457-0952015A79DA}"/>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795F8BFE-B93A-7D96-5C59-32383350099F}"/>
              </a:ext>
            </a:extLst>
          </p:cNvPr>
          <p:cNvSpPr>
            <a:spLocks noGrp="1"/>
          </p:cNvSpPr>
          <p:nvPr>
            <p:ph type="body" sz="quarter" idx="14" hasCustomPrompt="1"/>
          </p:nvPr>
        </p:nvSpPr>
        <p:spPr>
          <a:xfrm>
            <a:off x="331789" y="1927224"/>
            <a:ext cx="2422044"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5AC289A9-61FF-919C-A713-D96BEEF20F9B}"/>
              </a:ext>
            </a:extLst>
          </p:cNvPr>
          <p:cNvSpPr>
            <a:spLocks noGrp="1"/>
          </p:cNvSpPr>
          <p:nvPr>
            <p:ph type="body" sz="quarter" idx="15"/>
          </p:nvPr>
        </p:nvSpPr>
        <p:spPr>
          <a:xfrm>
            <a:off x="3157728" y="5200200"/>
            <a:ext cx="2075688"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Text Placeholder 11">
            <a:extLst>
              <a:ext uri="{FF2B5EF4-FFF2-40B4-BE49-F238E27FC236}">
                <a16:creationId xmlns:a16="http://schemas.microsoft.com/office/drawing/2014/main" id="{8703759B-37D5-9836-B8D4-7FAF1C471801}"/>
              </a:ext>
            </a:extLst>
          </p:cNvPr>
          <p:cNvSpPr>
            <a:spLocks noGrp="1"/>
          </p:cNvSpPr>
          <p:nvPr>
            <p:ph type="body" sz="quarter" idx="18"/>
          </p:nvPr>
        </p:nvSpPr>
        <p:spPr>
          <a:xfrm>
            <a:off x="5416296" y="5200200"/>
            <a:ext cx="2075688"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Text Placeholder 11">
            <a:extLst>
              <a:ext uri="{FF2B5EF4-FFF2-40B4-BE49-F238E27FC236}">
                <a16:creationId xmlns:a16="http://schemas.microsoft.com/office/drawing/2014/main" id="{419DF3DA-499C-CD92-64F9-D0F143511B85}"/>
              </a:ext>
            </a:extLst>
          </p:cNvPr>
          <p:cNvSpPr>
            <a:spLocks noGrp="1"/>
          </p:cNvSpPr>
          <p:nvPr>
            <p:ph type="body" sz="quarter" idx="20"/>
          </p:nvPr>
        </p:nvSpPr>
        <p:spPr>
          <a:xfrm>
            <a:off x="7674864" y="5200200"/>
            <a:ext cx="2075688"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Text Placeholder 11">
            <a:extLst>
              <a:ext uri="{FF2B5EF4-FFF2-40B4-BE49-F238E27FC236}">
                <a16:creationId xmlns:a16="http://schemas.microsoft.com/office/drawing/2014/main" id="{3DA574A4-7D8E-8CD5-863A-D1DD360E2A25}"/>
              </a:ext>
            </a:extLst>
          </p:cNvPr>
          <p:cNvSpPr>
            <a:spLocks noGrp="1"/>
          </p:cNvSpPr>
          <p:nvPr>
            <p:ph type="body" sz="quarter" idx="23"/>
          </p:nvPr>
        </p:nvSpPr>
        <p:spPr>
          <a:xfrm>
            <a:off x="9933432" y="5200200"/>
            <a:ext cx="2075688"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D6D82625-D560-1802-3C1E-8DAFEA0ACC62}"/>
              </a:ext>
            </a:extLst>
          </p:cNvPr>
          <p:cNvSpPr>
            <a:spLocks noGrp="1"/>
          </p:cNvSpPr>
          <p:nvPr>
            <p:ph type="pic" sz="quarter" idx="17"/>
          </p:nvPr>
        </p:nvSpPr>
        <p:spPr>
          <a:xfrm>
            <a:off x="3157728" y="1927224"/>
            <a:ext cx="2258568" cy="3136392"/>
          </a:xfrm>
        </p:spPr>
        <p:txBody>
          <a:bodyPr lIns="0" tIns="0" rIns="0" bIns="0"/>
          <a:lstStyle/>
          <a:p>
            <a:r>
              <a:rPr lang="en-US" noProof="0"/>
              <a:t>Click icon to add picture</a:t>
            </a:r>
            <a:endParaRPr lang="en-US"/>
          </a:p>
        </p:txBody>
      </p:sp>
      <p:sp>
        <p:nvSpPr>
          <p:cNvPr id="12" name="Picture Placeholder 10">
            <a:extLst>
              <a:ext uri="{FF2B5EF4-FFF2-40B4-BE49-F238E27FC236}">
                <a16:creationId xmlns:a16="http://schemas.microsoft.com/office/drawing/2014/main" id="{364D5035-9BCE-CFCE-AD2E-00B8AA8ACAAF}"/>
              </a:ext>
            </a:extLst>
          </p:cNvPr>
          <p:cNvSpPr>
            <a:spLocks noGrp="1"/>
          </p:cNvSpPr>
          <p:nvPr>
            <p:ph type="pic" sz="quarter" idx="19"/>
          </p:nvPr>
        </p:nvSpPr>
        <p:spPr>
          <a:xfrm>
            <a:off x="5416296" y="1927224"/>
            <a:ext cx="2258568" cy="3136392"/>
          </a:xfrm>
        </p:spPr>
        <p:txBody>
          <a:bodyPr lIns="0" tIns="0" rIns="0" bIns="0"/>
          <a:lstStyle/>
          <a:p>
            <a:r>
              <a:rPr lang="en-US" noProof="0"/>
              <a:t>Click icon to add picture</a:t>
            </a:r>
            <a:endParaRPr lang="en-US"/>
          </a:p>
        </p:txBody>
      </p:sp>
      <p:sp>
        <p:nvSpPr>
          <p:cNvPr id="13" name="Picture Placeholder 10">
            <a:extLst>
              <a:ext uri="{FF2B5EF4-FFF2-40B4-BE49-F238E27FC236}">
                <a16:creationId xmlns:a16="http://schemas.microsoft.com/office/drawing/2014/main" id="{21761756-C013-C4EE-F768-37ECCBD621F4}"/>
              </a:ext>
            </a:extLst>
          </p:cNvPr>
          <p:cNvSpPr>
            <a:spLocks noGrp="1"/>
          </p:cNvSpPr>
          <p:nvPr>
            <p:ph type="pic" sz="quarter" idx="21"/>
          </p:nvPr>
        </p:nvSpPr>
        <p:spPr>
          <a:xfrm>
            <a:off x="7674864" y="1927224"/>
            <a:ext cx="2258568" cy="3136392"/>
          </a:xfrm>
        </p:spPr>
        <p:txBody>
          <a:bodyPr lIns="0" tIns="0" rIns="0" bIns="0"/>
          <a:lstStyle/>
          <a:p>
            <a:r>
              <a:rPr lang="en-US" noProof="0"/>
              <a:t>Click icon to add picture</a:t>
            </a:r>
            <a:endParaRPr lang="en-US"/>
          </a:p>
        </p:txBody>
      </p:sp>
      <p:sp>
        <p:nvSpPr>
          <p:cNvPr id="14" name="Picture Placeholder 10">
            <a:extLst>
              <a:ext uri="{FF2B5EF4-FFF2-40B4-BE49-F238E27FC236}">
                <a16:creationId xmlns:a16="http://schemas.microsoft.com/office/drawing/2014/main" id="{5BFCC3D5-8804-66D5-4DB5-132AD07EBE7E}"/>
              </a:ext>
            </a:extLst>
          </p:cNvPr>
          <p:cNvSpPr>
            <a:spLocks noGrp="1"/>
          </p:cNvSpPr>
          <p:nvPr>
            <p:ph type="pic" sz="quarter" idx="22"/>
          </p:nvPr>
        </p:nvSpPr>
        <p:spPr>
          <a:xfrm>
            <a:off x="9933432" y="1927224"/>
            <a:ext cx="2258568" cy="3136392"/>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3975104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our pictures &amp; descri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158D2-BF02-6D8B-2657-4F55E807A0B2}"/>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16BEC0D6-C6CD-BB72-C1C4-E1ADE6242C51}"/>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397CBE13-14D5-CB74-CC1E-C80A25B02F9C}"/>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7F74D404-DD89-52F0-D4F0-7F32CBF141AF}"/>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C8615787-F3A0-0D1E-1BE7-5F204902FB28}"/>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3E5107EE-359F-C30C-11D7-75EB465A9948}"/>
              </a:ext>
            </a:extLst>
          </p:cNvPr>
          <p:cNvSpPr>
            <a:spLocks noGrp="1"/>
          </p:cNvSpPr>
          <p:nvPr>
            <p:ph type="body" sz="quarter" idx="15"/>
          </p:nvPr>
        </p:nvSpPr>
        <p:spPr>
          <a:xfrm>
            <a:off x="9142414" y="1929600"/>
            <a:ext cx="2719586" cy="4027498"/>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F7498406-CA9D-4715-8256-91CC499394C4}"/>
              </a:ext>
            </a:extLst>
          </p:cNvPr>
          <p:cNvSpPr>
            <a:spLocks noGrp="1"/>
          </p:cNvSpPr>
          <p:nvPr>
            <p:ph type="pic" sz="quarter" idx="17"/>
          </p:nvPr>
        </p:nvSpPr>
        <p:spPr>
          <a:xfrm>
            <a:off x="0" y="1929600"/>
            <a:ext cx="2231136" cy="4928400"/>
          </a:xfrm>
        </p:spPr>
        <p:txBody>
          <a:bodyPr lIns="0" tIns="0" rIns="0" bIns="0"/>
          <a:lstStyle/>
          <a:p>
            <a:r>
              <a:rPr lang="en-US" noProof="0"/>
              <a:t>Click icon to add picture</a:t>
            </a:r>
            <a:endParaRPr lang="en-US"/>
          </a:p>
        </p:txBody>
      </p:sp>
      <p:sp>
        <p:nvSpPr>
          <p:cNvPr id="9" name="Picture Placeholder 10">
            <a:extLst>
              <a:ext uri="{FF2B5EF4-FFF2-40B4-BE49-F238E27FC236}">
                <a16:creationId xmlns:a16="http://schemas.microsoft.com/office/drawing/2014/main" id="{457DC084-6F55-89FB-825F-1C007616A43D}"/>
              </a:ext>
            </a:extLst>
          </p:cNvPr>
          <p:cNvSpPr>
            <a:spLocks noGrp="1"/>
          </p:cNvSpPr>
          <p:nvPr>
            <p:ph type="pic" sz="quarter" idx="19"/>
          </p:nvPr>
        </p:nvSpPr>
        <p:spPr>
          <a:xfrm>
            <a:off x="2224802" y="1929600"/>
            <a:ext cx="2231136" cy="4928400"/>
          </a:xfrm>
        </p:spPr>
        <p:txBody>
          <a:bodyPr lIns="0" tIns="0" rIns="0" bIns="0"/>
          <a:lstStyle/>
          <a:p>
            <a:r>
              <a:rPr lang="en-US" noProof="0"/>
              <a:t>Click icon to add picture</a:t>
            </a:r>
            <a:endParaRPr lang="en-US"/>
          </a:p>
        </p:txBody>
      </p:sp>
      <p:sp>
        <p:nvSpPr>
          <p:cNvPr id="10" name="Picture Placeholder 10">
            <a:extLst>
              <a:ext uri="{FF2B5EF4-FFF2-40B4-BE49-F238E27FC236}">
                <a16:creationId xmlns:a16="http://schemas.microsoft.com/office/drawing/2014/main" id="{A655AB4A-A301-3405-82C2-A760925DD14D}"/>
              </a:ext>
            </a:extLst>
          </p:cNvPr>
          <p:cNvSpPr>
            <a:spLocks noGrp="1"/>
          </p:cNvSpPr>
          <p:nvPr>
            <p:ph type="pic" sz="quarter" idx="20"/>
          </p:nvPr>
        </p:nvSpPr>
        <p:spPr>
          <a:xfrm>
            <a:off x="4449604" y="1929600"/>
            <a:ext cx="2231136" cy="4928400"/>
          </a:xfrm>
        </p:spPr>
        <p:txBody>
          <a:bodyPr lIns="0" tIns="0" rIns="0" bIns="0"/>
          <a:lstStyle/>
          <a:p>
            <a:r>
              <a:rPr lang="en-US" noProof="0"/>
              <a:t>Click icon to add picture</a:t>
            </a:r>
            <a:endParaRPr lang="en-US"/>
          </a:p>
        </p:txBody>
      </p:sp>
      <p:sp>
        <p:nvSpPr>
          <p:cNvPr id="11" name="Picture Placeholder 10">
            <a:extLst>
              <a:ext uri="{FF2B5EF4-FFF2-40B4-BE49-F238E27FC236}">
                <a16:creationId xmlns:a16="http://schemas.microsoft.com/office/drawing/2014/main" id="{50C040CA-2BE0-9525-9398-7E45552B40D5}"/>
              </a:ext>
            </a:extLst>
          </p:cNvPr>
          <p:cNvSpPr>
            <a:spLocks noGrp="1"/>
          </p:cNvSpPr>
          <p:nvPr>
            <p:ph type="pic" sz="quarter" idx="21"/>
          </p:nvPr>
        </p:nvSpPr>
        <p:spPr>
          <a:xfrm>
            <a:off x="6674406" y="1929600"/>
            <a:ext cx="2231136" cy="49284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2836010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Five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199" y="1929600"/>
            <a:ext cx="2134799" cy="15588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2680347"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2680346" y="1929600"/>
            <a:ext cx="2134800" cy="1558800"/>
          </a:xfrm>
        </p:spPr>
        <p:txBody>
          <a:bodyPr lIns="0" tIns="0" rIns="0" bIns="0"/>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5029494"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5029494" y="1929600"/>
            <a:ext cx="2134800" cy="1558800"/>
          </a:xfrm>
        </p:spPr>
        <p:txBody>
          <a:bodyPr lIns="0" tIns="0" rIns="0" bIns="0"/>
          <a:lstStyle/>
          <a:p>
            <a:r>
              <a:rPr lang="en-US" noProof="0"/>
              <a:t>Click icon to add picture</a:t>
            </a:r>
            <a:endParaRPr lang="en-US"/>
          </a:p>
        </p:txBody>
      </p:sp>
      <p:sp>
        <p:nvSpPr>
          <p:cNvPr id="33" name="Text Placeholder 11">
            <a:extLst>
              <a:ext uri="{FF2B5EF4-FFF2-40B4-BE49-F238E27FC236}">
                <a16:creationId xmlns:a16="http://schemas.microsoft.com/office/drawing/2014/main" id="{932C5289-B8D0-4FEF-9F54-0D65EFD89201}"/>
              </a:ext>
            </a:extLst>
          </p:cNvPr>
          <p:cNvSpPr>
            <a:spLocks noGrp="1"/>
          </p:cNvSpPr>
          <p:nvPr>
            <p:ph type="body" sz="quarter" idx="22"/>
          </p:nvPr>
        </p:nvSpPr>
        <p:spPr>
          <a:xfrm>
            <a:off x="7378641"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CA4C3A35-E23E-4C15-8D67-07EFD5F941E0}"/>
              </a:ext>
            </a:extLst>
          </p:cNvPr>
          <p:cNvSpPr>
            <a:spLocks noGrp="1"/>
          </p:cNvSpPr>
          <p:nvPr>
            <p:ph type="pic" sz="quarter" idx="23"/>
          </p:nvPr>
        </p:nvSpPr>
        <p:spPr>
          <a:xfrm>
            <a:off x="7378642" y="1929600"/>
            <a:ext cx="2134800" cy="1558800"/>
          </a:xfrm>
        </p:spPr>
        <p:txBody>
          <a:bodyPr lIns="0" tIns="0" rIns="0" bIns="0"/>
          <a:lstStyle/>
          <a:p>
            <a:r>
              <a:rPr lang="en-US" noProof="0"/>
              <a:t>Click icon to add picture</a:t>
            </a:r>
            <a:endParaRPr lang="en-US"/>
          </a:p>
        </p:txBody>
      </p:sp>
      <p:sp>
        <p:nvSpPr>
          <p:cNvPr id="34" name="Text Placeholder 11">
            <a:extLst>
              <a:ext uri="{FF2B5EF4-FFF2-40B4-BE49-F238E27FC236}">
                <a16:creationId xmlns:a16="http://schemas.microsoft.com/office/drawing/2014/main" id="{AF557D37-8C58-45BB-BCD2-B899758EECF1}"/>
              </a:ext>
            </a:extLst>
          </p:cNvPr>
          <p:cNvSpPr>
            <a:spLocks noGrp="1"/>
          </p:cNvSpPr>
          <p:nvPr>
            <p:ph type="body" sz="quarter" idx="24"/>
          </p:nvPr>
        </p:nvSpPr>
        <p:spPr>
          <a:xfrm>
            <a:off x="9727789"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F8CD4778-A113-4B3E-BE85-4C38827792B4}"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6" name="Picture Placeholder 10">
            <a:extLst>
              <a:ext uri="{FF2B5EF4-FFF2-40B4-BE49-F238E27FC236}">
                <a16:creationId xmlns:a16="http://schemas.microsoft.com/office/drawing/2014/main" id="{EF28028A-6874-45E0-BC8D-8A1F2FBBA251}"/>
              </a:ext>
            </a:extLst>
          </p:cNvPr>
          <p:cNvSpPr>
            <a:spLocks noGrp="1"/>
          </p:cNvSpPr>
          <p:nvPr>
            <p:ph type="pic" sz="quarter" idx="25"/>
          </p:nvPr>
        </p:nvSpPr>
        <p:spPr>
          <a:xfrm>
            <a:off x="9727789" y="1929600"/>
            <a:ext cx="2134800" cy="1558800"/>
          </a:xfrm>
        </p:spPr>
        <p:txBody>
          <a:bodyPr/>
          <a:lstStyle/>
          <a:p>
            <a:r>
              <a:rPr lang="en-US" noProof="0"/>
              <a:t>Click icon to add picture</a:t>
            </a:r>
            <a:endParaRPr lang="en-US"/>
          </a:p>
        </p:txBody>
      </p:sp>
      <p:sp>
        <p:nvSpPr>
          <p:cNvPr id="18" name="Text Placeholder 9">
            <a:extLst>
              <a:ext uri="{FF2B5EF4-FFF2-40B4-BE49-F238E27FC236}">
                <a16:creationId xmlns:a16="http://schemas.microsoft.com/office/drawing/2014/main" id="{731086D8-E45A-41ED-AC3B-AE44C8249062}"/>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82591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ix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1742400" cy="12240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2288998"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2288998" y="1929600"/>
            <a:ext cx="1742400" cy="1224000"/>
          </a:xfrm>
        </p:spPr>
        <p:txBody>
          <a:bodyPr/>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4246796"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4246796" y="1929600"/>
            <a:ext cx="1742400" cy="1224000"/>
          </a:xfrm>
        </p:spPr>
        <p:txBody>
          <a:bodyPr lIns="0" tIns="0" rIns="0" bIns="0"/>
          <a:lstStyle/>
          <a:p>
            <a:r>
              <a:rPr lang="en-US" noProof="0"/>
              <a:t>Click icon to add picture</a:t>
            </a:r>
            <a:endParaRPr lang="en-US"/>
          </a:p>
        </p:txBody>
      </p:sp>
      <p:sp>
        <p:nvSpPr>
          <p:cNvPr id="33" name="Text Placeholder 11">
            <a:extLst>
              <a:ext uri="{FF2B5EF4-FFF2-40B4-BE49-F238E27FC236}">
                <a16:creationId xmlns:a16="http://schemas.microsoft.com/office/drawing/2014/main" id="{932C5289-B8D0-4FEF-9F54-0D65EFD89201}"/>
              </a:ext>
            </a:extLst>
          </p:cNvPr>
          <p:cNvSpPr>
            <a:spLocks noGrp="1"/>
          </p:cNvSpPr>
          <p:nvPr>
            <p:ph type="body" sz="quarter" idx="22"/>
          </p:nvPr>
        </p:nvSpPr>
        <p:spPr>
          <a:xfrm>
            <a:off x="6204594"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CA4C3A35-E23E-4C15-8D67-07EFD5F941E0}"/>
              </a:ext>
            </a:extLst>
          </p:cNvPr>
          <p:cNvSpPr>
            <a:spLocks noGrp="1"/>
          </p:cNvSpPr>
          <p:nvPr>
            <p:ph type="pic" sz="quarter" idx="23"/>
          </p:nvPr>
        </p:nvSpPr>
        <p:spPr>
          <a:xfrm>
            <a:off x="6204594" y="1929600"/>
            <a:ext cx="1742400" cy="1224000"/>
          </a:xfrm>
        </p:spPr>
        <p:txBody>
          <a:bodyPr/>
          <a:lstStyle/>
          <a:p>
            <a:r>
              <a:rPr lang="en-US" noProof="0"/>
              <a:t>Click icon to add picture</a:t>
            </a:r>
            <a:endParaRPr lang="en-US"/>
          </a:p>
        </p:txBody>
      </p:sp>
      <p:sp>
        <p:nvSpPr>
          <p:cNvPr id="34" name="Text Placeholder 11">
            <a:extLst>
              <a:ext uri="{FF2B5EF4-FFF2-40B4-BE49-F238E27FC236}">
                <a16:creationId xmlns:a16="http://schemas.microsoft.com/office/drawing/2014/main" id="{AF557D37-8C58-45BB-BCD2-B899758EECF1}"/>
              </a:ext>
            </a:extLst>
          </p:cNvPr>
          <p:cNvSpPr>
            <a:spLocks noGrp="1"/>
          </p:cNvSpPr>
          <p:nvPr>
            <p:ph type="body" sz="quarter" idx="24"/>
          </p:nvPr>
        </p:nvSpPr>
        <p:spPr>
          <a:xfrm>
            <a:off x="8162392"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Picture Placeholder 10">
            <a:extLst>
              <a:ext uri="{FF2B5EF4-FFF2-40B4-BE49-F238E27FC236}">
                <a16:creationId xmlns:a16="http://schemas.microsoft.com/office/drawing/2014/main" id="{EF28028A-6874-45E0-BC8D-8A1F2FBBA251}"/>
              </a:ext>
            </a:extLst>
          </p:cNvPr>
          <p:cNvSpPr>
            <a:spLocks noGrp="1"/>
          </p:cNvSpPr>
          <p:nvPr>
            <p:ph type="pic" sz="quarter" idx="25"/>
          </p:nvPr>
        </p:nvSpPr>
        <p:spPr>
          <a:xfrm>
            <a:off x="8162392" y="1929600"/>
            <a:ext cx="1742400" cy="1224000"/>
          </a:xfrm>
        </p:spPr>
        <p:txBody>
          <a:bodyPr lIns="0" tIns="0" rIns="0" bIns="0"/>
          <a:lstStyle/>
          <a:p>
            <a:r>
              <a:rPr lang="en-US" noProof="0"/>
              <a:t>Click icon to add picture</a:t>
            </a:r>
            <a:endParaRPr lang="en-US"/>
          </a:p>
        </p:txBody>
      </p:sp>
      <p:sp>
        <p:nvSpPr>
          <p:cNvPr id="35" name="Text Placeholder 11">
            <a:extLst>
              <a:ext uri="{FF2B5EF4-FFF2-40B4-BE49-F238E27FC236}">
                <a16:creationId xmlns:a16="http://schemas.microsoft.com/office/drawing/2014/main" id="{620D32C3-A646-46A3-A89B-D8B54CCB2006}"/>
              </a:ext>
            </a:extLst>
          </p:cNvPr>
          <p:cNvSpPr>
            <a:spLocks noGrp="1"/>
          </p:cNvSpPr>
          <p:nvPr>
            <p:ph type="body" sz="quarter" idx="26"/>
          </p:nvPr>
        </p:nvSpPr>
        <p:spPr>
          <a:xfrm>
            <a:off x="10120189"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4E2AFF6-F61C-424F-AD48-E5E504B17376}"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7" name="Picture Placeholder 10">
            <a:extLst>
              <a:ext uri="{FF2B5EF4-FFF2-40B4-BE49-F238E27FC236}">
                <a16:creationId xmlns:a16="http://schemas.microsoft.com/office/drawing/2014/main" id="{AF50D2F7-148B-415F-9691-B8FFA28455D4}"/>
              </a:ext>
            </a:extLst>
          </p:cNvPr>
          <p:cNvSpPr>
            <a:spLocks noGrp="1"/>
          </p:cNvSpPr>
          <p:nvPr>
            <p:ph type="pic" sz="quarter" idx="27"/>
          </p:nvPr>
        </p:nvSpPr>
        <p:spPr>
          <a:xfrm>
            <a:off x="10120189" y="1929600"/>
            <a:ext cx="1742400" cy="1224000"/>
          </a:xfrm>
        </p:spPr>
        <p:txBody>
          <a:bodyPr lIns="0" tIns="0" rIns="0" bIns="0"/>
          <a:lstStyle/>
          <a:p>
            <a:r>
              <a:rPr lang="en-US" noProof="0"/>
              <a:t>Click icon to add picture</a:t>
            </a:r>
            <a:endParaRPr lang="en-US"/>
          </a:p>
        </p:txBody>
      </p:sp>
      <p:sp>
        <p:nvSpPr>
          <p:cNvPr id="20" name="Text Placeholder 9">
            <a:extLst>
              <a:ext uri="{FF2B5EF4-FFF2-40B4-BE49-F238E27FC236}">
                <a16:creationId xmlns:a16="http://schemas.microsoft.com/office/drawing/2014/main" id="{D760D6FD-6CAE-4F90-B86F-38E9400A0AC3}"/>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924775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amp; nine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4896438"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4895849"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6205538" y="279205"/>
            <a:ext cx="1834650" cy="1686395"/>
          </a:xfrm>
        </p:spPr>
        <p:txBody>
          <a:bodyPr lIns="0" tIns="0" rIns="0" bIns="0"/>
          <a:lstStyle/>
          <a:p>
            <a:r>
              <a:rPr lang="en-US" noProof="0"/>
              <a:t>Click icon to add picture</a:t>
            </a:r>
            <a:endParaRPr lang="en-US"/>
          </a:p>
        </p:txBody>
      </p:sp>
      <p:sp>
        <p:nvSpPr>
          <p:cNvPr id="12" name="Picture Placeholder 10">
            <a:extLst>
              <a:ext uri="{FF2B5EF4-FFF2-40B4-BE49-F238E27FC236}">
                <a16:creationId xmlns:a16="http://schemas.microsoft.com/office/drawing/2014/main" id="{59548B43-B5A0-4273-B56B-10B599F0056D}"/>
              </a:ext>
            </a:extLst>
          </p:cNvPr>
          <p:cNvSpPr>
            <a:spLocks noGrp="1"/>
          </p:cNvSpPr>
          <p:nvPr>
            <p:ph type="pic" sz="quarter" idx="18"/>
          </p:nvPr>
        </p:nvSpPr>
        <p:spPr>
          <a:xfrm>
            <a:off x="8117138" y="279205"/>
            <a:ext cx="1834650" cy="1686395"/>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35CD4B9C-945C-40FF-BD47-450E004E75F8}"/>
              </a:ext>
            </a:extLst>
          </p:cNvPr>
          <p:cNvSpPr>
            <a:spLocks noGrp="1"/>
          </p:cNvSpPr>
          <p:nvPr>
            <p:ph type="pic" sz="quarter" idx="19"/>
          </p:nvPr>
        </p:nvSpPr>
        <p:spPr>
          <a:xfrm>
            <a:off x="10028738" y="279205"/>
            <a:ext cx="1834650" cy="1686395"/>
          </a:xfrm>
        </p:spPr>
        <p:txBody>
          <a:bodyPr lIns="0" tIns="0" rIns="0" bIns="0"/>
          <a:lstStyle/>
          <a:p>
            <a:r>
              <a:rPr lang="en-US" noProof="0"/>
              <a:t>Click icon to add picture</a:t>
            </a:r>
            <a:endParaRPr lang="en-US"/>
          </a:p>
        </p:txBody>
      </p:sp>
      <p:sp>
        <p:nvSpPr>
          <p:cNvPr id="25" name="Picture Placeholder 10">
            <a:extLst>
              <a:ext uri="{FF2B5EF4-FFF2-40B4-BE49-F238E27FC236}">
                <a16:creationId xmlns:a16="http://schemas.microsoft.com/office/drawing/2014/main" id="{C37EE18F-5138-46F6-8F64-45A9C1B34E2B}"/>
              </a:ext>
            </a:extLst>
          </p:cNvPr>
          <p:cNvSpPr>
            <a:spLocks noGrp="1"/>
          </p:cNvSpPr>
          <p:nvPr>
            <p:ph type="pic" sz="quarter" idx="20"/>
          </p:nvPr>
        </p:nvSpPr>
        <p:spPr>
          <a:xfrm>
            <a:off x="6205538" y="2052205"/>
            <a:ext cx="1834650" cy="1686395"/>
          </a:xfrm>
        </p:spPr>
        <p:txBody>
          <a:bodyPr lIns="0" tIns="0" rIns="0" bIns="0"/>
          <a:lstStyle/>
          <a:p>
            <a:r>
              <a:rPr lang="en-US" noProof="0"/>
              <a:t>Click icon to add picture</a:t>
            </a:r>
            <a:endParaRPr lang="en-US"/>
          </a:p>
        </p:txBody>
      </p:sp>
      <p:sp>
        <p:nvSpPr>
          <p:cNvPr id="26" name="Picture Placeholder 10">
            <a:extLst>
              <a:ext uri="{FF2B5EF4-FFF2-40B4-BE49-F238E27FC236}">
                <a16:creationId xmlns:a16="http://schemas.microsoft.com/office/drawing/2014/main" id="{31F1B58F-EB8F-46BE-AEA0-7CD46F5312C3}"/>
              </a:ext>
            </a:extLst>
          </p:cNvPr>
          <p:cNvSpPr>
            <a:spLocks noGrp="1"/>
          </p:cNvSpPr>
          <p:nvPr>
            <p:ph type="pic" sz="quarter" idx="21"/>
          </p:nvPr>
        </p:nvSpPr>
        <p:spPr>
          <a:xfrm>
            <a:off x="8117138" y="2052205"/>
            <a:ext cx="1834650" cy="1686395"/>
          </a:xfrm>
        </p:spPr>
        <p:txBody>
          <a:bodyPr/>
          <a:lstStyle/>
          <a:p>
            <a:r>
              <a:rPr lang="en-US" noProof="0"/>
              <a:t>Click icon to add picture</a:t>
            </a:r>
            <a:endParaRPr lang="en-US"/>
          </a:p>
        </p:txBody>
      </p:sp>
      <p:sp>
        <p:nvSpPr>
          <p:cNvPr id="27" name="Picture Placeholder 10">
            <a:extLst>
              <a:ext uri="{FF2B5EF4-FFF2-40B4-BE49-F238E27FC236}">
                <a16:creationId xmlns:a16="http://schemas.microsoft.com/office/drawing/2014/main" id="{A0E14069-0987-4022-836B-AAB206CC5CA6}"/>
              </a:ext>
            </a:extLst>
          </p:cNvPr>
          <p:cNvSpPr>
            <a:spLocks noGrp="1"/>
          </p:cNvSpPr>
          <p:nvPr>
            <p:ph type="pic" sz="quarter" idx="22"/>
          </p:nvPr>
        </p:nvSpPr>
        <p:spPr>
          <a:xfrm>
            <a:off x="10028738" y="2052205"/>
            <a:ext cx="1834650" cy="1686395"/>
          </a:xfrm>
        </p:spPr>
        <p:txBody>
          <a:bodyPr lIns="0" tIns="0" rIns="0" bIns="0"/>
          <a:lstStyle/>
          <a:p>
            <a:r>
              <a:rPr lang="en-US" noProof="0"/>
              <a:t>Click icon to add picture</a:t>
            </a:r>
            <a:endParaRPr lang="en-US"/>
          </a:p>
        </p:txBody>
      </p:sp>
      <p:sp>
        <p:nvSpPr>
          <p:cNvPr id="28" name="Picture Placeholder 10">
            <a:extLst>
              <a:ext uri="{FF2B5EF4-FFF2-40B4-BE49-F238E27FC236}">
                <a16:creationId xmlns:a16="http://schemas.microsoft.com/office/drawing/2014/main" id="{742A9089-F92B-49A4-BABA-71AA8366E460}"/>
              </a:ext>
            </a:extLst>
          </p:cNvPr>
          <p:cNvSpPr>
            <a:spLocks noGrp="1"/>
          </p:cNvSpPr>
          <p:nvPr>
            <p:ph type="pic" sz="quarter" idx="23"/>
          </p:nvPr>
        </p:nvSpPr>
        <p:spPr>
          <a:xfrm>
            <a:off x="6205538" y="3825205"/>
            <a:ext cx="1834650" cy="1686395"/>
          </a:xfrm>
        </p:spPr>
        <p:txBody>
          <a:bodyPr lIns="0" tIns="0" rIns="0" bIns="0"/>
          <a:lstStyle/>
          <a:p>
            <a:r>
              <a:rPr lang="en-US" noProof="0"/>
              <a:t>Click icon to add picture</a:t>
            </a:r>
            <a:endParaRPr lang="en-US"/>
          </a:p>
        </p:txBody>
      </p:sp>
      <p:sp>
        <p:nvSpPr>
          <p:cNvPr id="29" name="Picture Placeholder 10">
            <a:extLst>
              <a:ext uri="{FF2B5EF4-FFF2-40B4-BE49-F238E27FC236}">
                <a16:creationId xmlns:a16="http://schemas.microsoft.com/office/drawing/2014/main" id="{C0EF4526-4C12-4244-8872-7B4E2C535F2F}"/>
              </a:ext>
            </a:extLst>
          </p:cNvPr>
          <p:cNvSpPr>
            <a:spLocks noGrp="1"/>
          </p:cNvSpPr>
          <p:nvPr>
            <p:ph type="pic" sz="quarter" idx="24"/>
          </p:nvPr>
        </p:nvSpPr>
        <p:spPr>
          <a:xfrm>
            <a:off x="8117138" y="3825205"/>
            <a:ext cx="1834650" cy="1686395"/>
          </a:xfrm>
        </p:spPr>
        <p:txBody>
          <a:bodyPr lIns="0" tIns="0" rIns="0" bIns="0"/>
          <a:lstStyle/>
          <a:p>
            <a:r>
              <a:rPr lang="en-US" noProof="0"/>
              <a:t>Click icon to add picture</a:t>
            </a:r>
            <a:endParaRPr lang="en-US"/>
          </a:p>
        </p:txBody>
      </p:sp>
      <p:sp>
        <p:nvSpPr>
          <p:cNvPr id="36" name="Picture Placeholder 10">
            <a:extLst>
              <a:ext uri="{FF2B5EF4-FFF2-40B4-BE49-F238E27FC236}">
                <a16:creationId xmlns:a16="http://schemas.microsoft.com/office/drawing/2014/main" id="{2437BD9E-8D26-498F-82EA-45C3AF5A77AD}"/>
              </a:ext>
            </a:extLst>
          </p:cNvPr>
          <p:cNvSpPr>
            <a:spLocks noGrp="1"/>
          </p:cNvSpPr>
          <p:nvPr>
            <p:ph type="pic" sz="quarter" idx="25"/>
          </p:nvPr>
        </p:nvSpPr>
        <p:spPr>
          <a:xfrm>
            <a:off x="10028738" y="3825205"/>
            <a:ext cx="1834650" cy="1686395"/>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AE84A20A-6C50-422B-A13D-BA125DC2739D}"/>
              </a:ext>
            </a:extLst>
          </p:cNvPr>
          <p:cNvSpPr>
            <a:spLocks noGrp="1"/>
          </p:cNvSpPr>
          <p:nvPr>
            <p:ph sz="quarter" idx="26"/>
          </p:nvPr>
        </p:nvSpPr>
        <p:spPr>
          <a:xfrm>
            <a:off x="331200" y="1929600"/>
            <a:ext cx="4896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A19BC4A7-5571-459D-9C43-D8AB65C6A600}"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AC4A9BBF-197B-4C9D-B440-391CB9BAAF06}"/>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457005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icture full scree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4E2AFF6-F61C-424F-AD48-E5E504B17376}"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6" name="Picture Placeholder 7">
            <a:extLst>
              <a:ext uri="{FF2B5EF4-FFF2-40B4-BE49-F238E27FC236}">
                <a16:creationId xmlns:a16="http://schemas.microsoft.com/office/drawing/2014/main" id="{004C4D90-813B-7EA2-63F0-A808049E0C05}"/>
              </a:ext>
            </a:extLst>
          </p:cNvPr>
          <p:cNvSpPr>
            <a:spLocks noGrp="1"/>
          </p:cNvSpPr>
          <p:nvPr>
            <p:ph type="pic" sz="quarter" idx="15"/>
          </p:nvPr>
        </p:nvSpPr>
        <p:spPr>
          <a:xfrm>
            <a:off x="0" y="0"/>
            <a:ext cx="12192000" cy="6858000"/>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8" name="Text Placeholder 8">
            <a:extLst>
              <a:ext uri="{FF2B5EF4-FFF2-40B4-BE49-F238E27FC236}">
                <a16:creationId xmlns:a16="http://schemas.microsoft.com/office/drawing/2014/main" id="{6FCFEBF6-8F43-D15A-C8AE-9705235623AE}"/>
              </a:ext>
            </a:extLst>
          </p:cNvPr>
          <p:cNvSpPr>
            <a:spLocks noGrp="1"/>
          </p:cNvSpPr>
          <p:nvPr>
            <p:ph type="body" sz="quarter" idx="16"/>
          </p:nvPr>
        </p:nvSpPr>
        <p:spPr bwMode="gray">
          <a:xfrm>
            <a:off x="331200" y="513212"/>
            <a:ext cx="304800" cy="37186"/>
          </a:xfrm>
          <a:custGeom>
            <a:avLst/>
            <a:gdLst>
              <a:gd name="connsiteX0" fmla="*/ 0 w 304800"/>
              <a:gd name="connsiteY0" fmla="*/ 0 h 37186"/>
              <a:gd name="connsiteX1" fmla="*/ 304800 w 304800"/>
              <a:gd name="connsiteY1" fmla="*/ 0 h 37186"/>
              <a:gd name="connsiteX2" fmla="*/ 304800 w 304800"/>
              <a:gd name="connsiteY2" fmla="*/ 37186 h 37186"/>
              <a:gd name="connsiteX3" fmla="*/ 0 w 304800"/>
              <a:gd name="connsiteY3" fmla="*/ 37186 h 37186"/>
            </a:gdLst>
            <a:ahLst/>
            <a:cxnLst>
              <a:cxn ang="0">
                <a:pos x="connsiteX0" y="connsiteY0"/>
              </a:cxn>
              <a:cxn ang="0">
                <a:pos x="connsiteX1" y="connsiteY1"/>
              </a:cxn>
              <a:cxn ang="0">
                <a:pos x="connsiteX2" y="connsiteY2"/>
              </a:cxn>
              <a:cxn ang="0">
                <a:pos x="connsiteX3" y="connsiteY3"/>
              </a:cxn>
            </a:cxnLst>
            <a:rect l="l" t="t" r="r" b="b"/>
            <a:pathLst>
              <a:path w="304800" h="37186">
                <a:moveTo>
                  <a:pt x="0" y="0"/>
                </a:moveTo>
                <a:lnTo>
                  <a:pt x="304800" y="0"/>
                </a:lnTo>
                <a:lnTo>
                  <a:pt x="304800" y="37186"/>
                </a:lnTo>
                <a:lnTo>
                  <a:pt x="0" y="37186"/>
                </a:lnTo>
                <a:close/>
              </a:path>
            </a:pathLst>
          </a:custGeom>
          <a:solidFill>
            <a:schemeClr val="bg2"/>
          </a:solidFill>
          <a:ln w="6350">
            <a:noFill/>
            <a:miter lim="800000"/>
          </a:ln>
        </p:spPr>
        <p:txBody>
          <a:bodyPr wrap="square" lIns="0" tIns="0" rIns="0" bIns="0">
            <a:noAutofit/>
          </a:bodyPr>
          <a:lstStyle>
            <a:lvl1pPr>
              <a:defRPr>
                <a:noFill/>
              </a:defRPr>
            </a:lvl1pPr>
          </a:lstStyle>
          <a:p>
            <a:pPr lvl="0"/>
            <a:r>
              <a:rPr lang="en-US" noProof="0"/>
              <a:t>Click to edit Master text styles</a:t>
            </a:r>
            <a:endParaRPr lang="en-US"/>
          </a:p>
        </p:txBody>
      </p:sp>
    </p:spTree>
    <p:extLst>
      <p:ext uri="{BB962C8B-B14F-4D97-AF65-F5344CB8AC3E}">
        <p14:creationId xmlns:p14="http://schemas.microsoft.com/office/powerpoint/2010/main" val="969141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Picture full screen (big caption)">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EAA09D2E-D7D5-FBB9-4B87-CC6CD2E49D6D}"/>
              </a:ext>
            </a:extLst>
          </p:cNvPr>
          <p:cNvSpPr>
            <a:spLocks noGrp="1"/>
          </p:cNvSpPr>
          <p:nvPr>
            <p:ph type="pic" sz="quarter" idx="15"/>
          </p:nvPr>
        </p:nvSpPr>
        <p:spPr>
          <a:xfrm>
            <a:off x="0" y="0"/>
            <a:ext cx="12192000" cy="6858000"/>
          </a:xfrm>
        </p:spPr>
        <p:txBody>
          <a:bodyPr lIns="0" tIns="0" rIns="0" bIns="0"/>
          <a:lstStyle/>
          <a:p>
            <a:r>
              <a:rPr lang="en-US" noProof="0"/>
              <a:t>Click icon to add picture</a:t>
            </a:r>
            <a:endParaRPr lang="en-US"/>
          </a:p>
        </p:txBody>
      </p:sp>
      <p:sp>
        <p:nvSpPr>
          <p:cNvPr id="7" name="Text Placeholder 9">
            <a:extLst>
              <a:ext uri="{FF2B5EF4-FFF2-40B4-BE49-F238E27FC236}">
                <a16:creationId xmlns:a16="http://schemas.microsoft.com/office/drawing/2014/main" id="{60E2C2D2-B7EB-2053-0B06-8BC75B8E4122}"/>
              </a:ext>
            </a:extLst>
          </p:cNvPr>
          <p:cNvSpPr>
            <a:spLocks noGrp="1"/>
          </p:cNvSpPr>
          <p:nvPr>
            <p:ph type="body" sz="quarter" idx="14" hasCustomPrompt="1"/>
          </p:nvPr>
        </p:nvSpPr>
        <p:spPr>
          <a:xfrm>
            <a:off x="331789" y="5293466"/>
            <a:ext cx="8594771" cy="486000"/>
          </a:xfrm>
        </p:spPr>
        <p:txBody>
          <a:bodyPr lIns="0" tIns="0" rIns="0" bIns="0"/>
          <a:lstStyle>
            <a:lvl1pPr>
              <a:defRPr sz="20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2" name="Title 1">
            <a:extLst>
              <a:ext uri="{FF2B5EF4-FFF2-40B4-BE49-F238E27FC236}">
                <a16:creationId xmlns:a16="http://schemas.microsoft.com/office/drawing/2014/main" id="{305F8B3F-EE2C-9020-E1E7-B0365650AB78}"/>
              </a:ext>
            </a:extLst>
          </p:cNvPr>
          <p:cNvSpPr>
            <a:spLocks noGrp="1"/>
          </p:cNvSpPr>
          <p:nvPr>
            <p:ph type="title" hasCustomPrompt="1"/>
          </p:nvPr>
        </p:nvSpPr>
        <p:spPr>
          <a:xfrm>
            <a:off x="331200" y="2946400"/>
            <a:ext cx="8594771" cy="2246999"/>
          </a:xfrm>
        </p:spPr>
        <p:txBody>
          <a:bodyPr anchor="b"/>
          <a:lstStyle>
            <a:lvl1pPr>
              <a:defRPr sz="6000" b="0" cap="all" baseline="0">
                <a:latin typeface="ABBvoice Display SemiBold" panose="020D0704020603060204" pitchFamily="34" charset="0"/>
                <a:cs typeface="ABBvoice Display Beta SemiBold" panose="020D0704020603060204" pitchFamily="34" charset="0"/>
              </a:defRPr>
            </a:lvl1pPr>
          </a:lstStyle>
          <a:p>
            <a:r>
              <a:rPr lang="en-US"/>
              <a:t>Big caption</a:t>
            </a:r>
          </a:p>
        </p:txBody>
      </p:sp>
      <p:sp>
        <p:nvSpPr>
          <p:cNvPr id="3" name="Footer Placeholder 2">
            <a:extLst>
              <a:ext uri="{FF2B5EF4-FFF2-40B4-BE49-F238E27FC236}">
                <a16:creationId xmlns:a16="http://schemas.microsoft.com/office/drawing/2014/main" id="{F4273CE9-8AEE-AD06-CBD8-70F010A7D6B7}"/>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88BC6633-994B-77A9-AC8E-3EB4747035EF}"/>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9F2888C2-6D99-9F06-53FC-4B7B33F4CFC7}"/>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Tree>
    <p:extLst>
      <p:ext uri="{BB962C8B-B14F-4D97-AF65-F5344CB8AC3E}">
        <p14:creationId xmlns:p14="http://schemas.microsoft.com/office/powerpoint/2010/main" val="4252051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Rounded picture &amp; text boxes">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2B44EC52-177B-4EE6-B503-BC62C90040B3}"/>
              </a:ext>
            </a:extLst>
          </p:cNvPr>
          <p:cNvSpPr>
            <a:spLocks noGrp="1"/>
          </p:cNvSpPr>
          <p:nvPr>
            <p:ph type="pic" sz="quarter" idx="17"/>
          </p:nvPr>
        </p:nvSpPr>
        <p:spPr bwMode="gray">
          <a:xfrm>
            <a:off x="331789" y="2304000"/>
            <a:ext cx="2935286" cy="2935286"/>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4032250" y="2304000"/>
            <a:ext cx="7818950" cy="2343600"/>
          </a:xfrm>
        </p:spPr>
        <p:txBody>
          <a:bodyPr lIns="0" tIns="0" rIns="0" bIns="0" anchor="b"/>
          <a:lstStyle>
            <a:lvl1pPr>
              <a:defRPr sz="3600" b="0" cap="all" baseline="0">
                <a:latin typeface="ABBvoice Display SemiBold" panose="020D0704020603060204" pitchFamily="34" charset="0"/>
                <a:ea typeface="ABBvoice Light" panose="020D0403020503020204" pitchFamily="34" charset="0"/>
                <a:cs typeface="ABBvoice Display Beta SemiBold" panose="020D0704020603060204" pitchFamily="34" charset="0"/>
              </a:defRPr>
            </a:lvl1pPr>
            <a:lvl2pPr indent="-284400">
              <a:defRPr sz="2400" b="0">
                <a:latin typeface="ABBvoice Light" panose="020D0403020503020204" pitchFamily="34" charset="0"/>
                <a:ea typeface="ABBvoice Light" panose="020D0403020503020204" pitchFamily="34" charset="0"/>
                <a:cs typeface="ABBvoice Light" panose="020D0403020503020204" pitchFamily="34" charset="0"/>
              </a:defRPr>
            </a:lvl2pPr>
            <a:lvl3pPr marL="568800" indent="-284400">
              <a:defRPr sz="2400" b="0">
                <a:latin typeface="ABBvoice Light" panose="020D0403020503020204" pitchFamily="34" charset="0"/>
                <a:ea typeface="ABBvoice Light" panose="020D0403020503020204" pitchFamily="34" charset="0"/>
                <a:cs typeface="ABBvoice Light" panose="020D0403020503020204" pitchFamily="34" charset="0"/>
              </a:defRPr>
            </a:lvl3pPr>
            <a:lvl4pPr marL="568800" indent="-284400">
              <a:defRPr sz="2400" b="0">
                <a:latin typeface="ABBvoice Light" panose="020D0403020503020204" pitchFamily="34" charset="0"/>
                <a:ea typeface="ABBvoice Light" panose="020D0403020503020204" pitchFamily="34" charset="0"/>
                <a:cs typeface="ABBvoice Light" panose="020D0403020503020204" pitchFamily="34" charset="0"/>
              </a:defRPr>
            </a:lvl4pPr>
            <a:lvl5pPr marL="568800" indent="-284400">
              <a:defRPr sz="2400" b="0">
                <a:latin typeface="ABBvoice Light" panose="020D0403020503020204" pitchFamily="34" charset="0"/>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1" name="Text Placeholder 11">
            <a:extLst>
              <a:ext uri="{FF2B5EF4-FFF2-40B4-BE49-F238E27FC236}">
                <a16:creationId xmlns:a16="http://schemas.microsoft.com/office/drawing/2014/main" id="{45EE9DB0-5B20-4895-89CC-4D1979114BE5}"/>
              </a:ext>
            </a:extLst>
          </p:cNvPr>
          <p:cNvSpPr>
            <a:spLocks noGrp="1"/>
          </p:cNvSpPr>
          <p:nvPr>
            <p:ph type="body" sz="quarter" idx="18"/>
          </p:nvPr>
        </p:nvSpPr>
        <p:spPr>
          <a:xfrm>
            <a:off x="4032250" y="4737600"/>
            <a:ext cx="7818950" cy="684000"/>
          </a:xfrm>
        </p:spPr>
        <p:txBody>
          <a:bodyPr lIns="0" tIns="0" rIns="0" bIns="0"/>
          <a:lstStyle>
            <a:lvl1pPr>
              <a:defRPr sz="1800" b="1">
                <a:solidFill>
                  <a:schemeClr val="tx2"/>
                </a:solidFill>
                <a:latin typeface="+mn-lt"/>
                <a:ea typeface="ABBvoice Light" panose="020D0403020503020204" pitchFamily="34" charset="0"/>
                <a:cs typeface="ABBvoice Light" panose="020D0403020503020204" pitchFamily="34" charset="0"/>
              </a:defRPr>
            </a:lvl1pPr>
            <a:lvl2pPr>
              <a:defRPr sz="1400" b="1">
                <a:latin typeface="+mn-lt"/>
                <a:ea typeface="ABBvoice Light" panose="020D0403020503020204" pitchFamily="34" charset="0"/>
                <a:cs typeface="ABBvoice Light" panose="020D0403020503020204" pitchFamily="34" charset="0"/>
              </a:defRPr>
            </a:lvl2pPr>
            <a:lvl3pPr>
              <a:defRPr sz="1400" b="1">
                <a:latin typeface="+mn-lt"/>
                <a:ea typeface="ABBvoice Light" panose="020D0403020503020204" pitchFamily="34" charset="0"/>
                <a:cs typeface="ABBvoice Light" panose="020D0403020503020204" pitchFamily="34" charset="0"/>
              </a:defRPr>
            </a:lvl3pPr>
            <a:lvl4pPr>
              <a:defRPr sz="1400" b="1">
                <a:latin typeface="+mn-lt"/>
                <a:ea typeface="ABBvoice Light" panose="020D0403020503020204" pitchFamily="34" charset="0"/>
                <a:cs typeface="ABBvoice Light" panose="020D0403020503020204" pitchFamily="34" charset="0"/>
              </a:defRPr>
            </a:lvl4pPr>
            <a:lvl5pPr>
              <a:defRPr sz="1400" b="1">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F576353-D5DB-4F2A-A22E-FA267E06FBC8}"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074576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Four rounded picture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2B44EC52-177B-4EE6-B503-BC62C90040B3}"/>
              </a:ext>
            </a:extLst>
          </p:cNvPr>
          <p:cNvSpPr>
            <a:spLocks noGrp="1"/>
          </p:cNvSpPr>
          <p:nvPr>
            <p:ph type="pic" sz="quarter" idx="17"/>
          </p:nvPr>
        </p:nvSpPr>
        <p:spPr bwMode="gray">
          <a:xfrm>
            <a:off x="338400"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198"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2767594A-9B1B-4FC9-A3EF-98EEA86AC62C}"/>
              </a:ext>
            </a:extLst>
          </p:cNvPr>
          <p:cNvSpPr>
            <a:spLocks noGrp="1"/>
          </p:cNvSpPr>
          <p:nvPr>
            <p:ph type="pic" sz="quarter" idx="18"/>
          </p:nvPr>
        </p:nvSpPr>
        <p:spPr bwMode="gray">
          <a:xfrm>
            <a:off x="3272596"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31" name="Text Placeholder 11">
            <a:extLst>
              <a:ext uri="{FF2B5EF4-FFF2-40B4-BE49-F238E27FC236}">
                <a16:creationId xmlns:a16="http://schemas.microsoft.com/office/drawing/2014/main" id="{5E9B6A50-8E7E-44DE-87B0-BBA84E8C9C4D}"/>
              </a:ext>
            </a:extLst>
          </p:cNvPr>
          <p:cNvSpPr>
            <a:spLocks noGrp="1"/>
          </p:cNvSpPr>
          <p:nvPr>
            <p:ph type="body" sz="quarter" idx="19"/>
          </p:nvPr>
        </p:nvSpPr>
        <p:spPr>
          <a:xfrm>
            <a:off x="3267795"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403055A0-7433-437E-92E6-21BA8C2F2EC9}"/>
              </a:ext>
            </a:extLst>
          </p:cNvPr>
          <p:cNvSpPr>
            <a:spLocks noGrp="1"/>
          </p:cNvSpPr>
          <p:nvPr>
            <p:ph type="pic" sz="quarter" idx="20"/>
          </p:nvPr>
        </p:nvSpPr>
        <p:spPr bwMode="gray">
          <a:xfrm>
            <a:off x="6206792"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32" name="Text Placeholder 11">
            <a:extLst>
              <a:ext uri="{FF2B5EF4-FFF2-40B4-BE49-F238E27FC236}">
                <a16:creationId xmlns:a16="http://schemas.microsoft.com/office/drawing/2014/main" id="{F4B5EE1A-3316-46F5-BB7B-CCCA30464A87}"/>
              </a:ext>
            </a:extLst>
          </p:cNvPr>
          <p:cNvSpPr>
            <a:spLocks noGrp="1"/>
          </p:cNvSpPr>
          <p:nvPr>
            <p:ph type="body" sz="quarter" idx="21"/>
          </p:nvPr>
        </p:nvSpPr>
        <p:spPr>
          <a:xfrm>
            <a:off x="6204392"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00FD68CA-5637-4712-BABD-05E96DCD3BCF}"/>
              </a:ext>
            </a:extLst>
          </p:cNvPr>
          <p:cNvSpPr>
            <a:spLocks noGrp="1"/>
          </p:cNvSpPr>
          <p:nvPr>
            <p:ph type="pic" sz="quarter" idx="22"/>
          </p:nvPr>
        </p:nvSpPr>
        <p:spPr bwMode="gray">
          <a:xfrm>
            <a:off x="9140989"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33" name="Text Placeholder 11">
            <a:extLst>
              <a:ext uri="{FF2B5EF4-FFF2-40B4-BE49-F238E27FC236}">
                <a16:creationId xmlns:a16="http://schemas.microsoft.com/office/drawing/2014/main" id="{B81787D8-AACD-4182-9B1C-706B7FA5B2FE}"/>
              </a:ext>
            </a:extLst>
          </p:cNvPr>
          <p:cNvSpPr>
            <a:spLocks noGrp="1"/>
          </p:cNvSpPr>
          <p:nvPr>
            <p:ph type="body" sz="quarter" idx="23"/>
          </p:nvPr>
        </p:nvSpPr>
        <p:spPr>
          <a:xfrm>
            <a:off x="9140989"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902337EE-EDB6-43FF-843D-172081B7296F}"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259819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Four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1200" y="2552400"/>
            <a:ext cx="914400" cy="914400"/>
          </a:xfrm>
        </p:spPr>
        <p:txBody>
          <a:bodyPr lIns="0" tIns="0" rIns="0" bIns="0"/>
          <a:lstStyle>
            <a:lvl1pPr algn="ctr">
              <a:defRPr sz="8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827463"/>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3267796" y="2552400"/>
            <a:ext cx="914400" cy="914400"/>
          </a:xfrm>
        </p:spPr>
        <p:txBody>
          <a:bodyPr lIns="0" tIns="0" rIns="0" bIns="0"/>
          <a:lstStyle>
            <a:lvl1pPr algn="ctr">
              <a:defRPr sz="8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3267796" y="3827463"/>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6204392" y="2552400"/>
            <a:ext cx="914400" cy="914400"/>
          </a:xfrm>
        </p:spPr>
        <p:txBody>
          <a:bodyPr lIns="0" tIns="0" rIns="0" bIns="0"/>
          <a:lstStyle>
            <a:lvl1pPr algn="ctr">
              <a:defRPr sz="8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6204392" y="3827463"/>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9140989" y="2552400"/>
            <a:ext cx="914400" cy="914400"/>
          </a:xfrm>
        </p:spPr>
        <p:txBody>
          <a:bodyPr lIns="0" tIns="0" rIns="0" bIns="0"/>
          <a:lstStyle>
            <a:lvl1pPr algn="ctr">
              <a:defRPr sz="8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9140989" y="3827463"/>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3A501F0-1B55-4808-B191-E00ECFEF3979}"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6" name="Text Placeholder 9">
            <a:extLst>
              <a:ext uri="{FF2B5EF4-FFF2-40B4-BE49-F238E27FC236}">
                <a16:creationId xmlns:a16="http://schemas.microsoft.com/office/drawing/2014/main" id="{C9A43077-8463-4968-88C4-11AE5FC21D22}"/>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323875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ive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1200" y="2552400"/>
            <a:ext cx="914400" cy="914400"/>
          </a:xfrm>
        </p:spPr>
        <p:txBody>
          <a:bodyPr lIns="0" tIns="0" rIns="0" bIns="0"/>
          <a:lstStyle>
            <a:lvl1pPr algn="ctr">
              <a:defRPr sz="8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2774847" y="2552400"/>
            <a:ext cx="914400" cy="914400"/>
          </a:xfrm>
        </p:spPr>
        <p:txBody>
          <a:bodyPr lIns="0" tIns="0" rIns="0" bIns="0"/>
          <a:lstStyle>
            <a:lvl1pPr algn="ctr">
              <a:defRPr sz="8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2774847"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5218494" y="2552400"/>
            <a:ext cx="914400" cy="914400"/>
          </a:xfrm>
        </p:spPr>
        <p:txBody>
          <a:bodyPr lIns="0" tIns="0" rIns="0" bIns="0"/>
          <a:lstStyle>
            <a:lvl1pPr algn="ctr">
              <a:defRPr sz="8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5218494"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7662141" y="2552400"/>
            <a:ext cx="914400" cy="914400"/>
          </a:xfrm>
        </p:spPr>
        <p:txBody>
          <a:bodyPr lIns="0" tIns="0" rIns="0" bIns="0"/>
          <a:lstStyle>
            <a:lvl1pPr algn="ctr">
              <a:defRPr sz="8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7662141"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10105789" y="2552400"/>
            <a:ext cx="914400" cy="914400"/>
          </a:xfrm>
        </p:spPr>
        <p:txBody>
          <a:bodyPr lIns="0" tIns="0" rIns="0" bIns="0"/>
          <a:lstStyle>
            <a:lvl1pPr algn="ctr">
              <a:defRPr sz="800" b="1"/>
            </a:lvl1pPr>
          </a:lstStyle>
          <a:p>
            <a:r>
              <a:rPr lang="en-US" noProof="0"/>
              <a:t>Please add icon</a:t>
            </a:r>
            <a:endParaRPr lang="en-US"/>
          </a:p>
        </p:txBody>
      </p:sp>
      <p:sp>
        <p:nvSpPr>
          <p:cNvPr id="34"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10105789"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F6B12C3D-BC2E-4B7A-B360-CE0523781F6B}"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E3342590-42A3-4E78-9950-B9D9986172B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083094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ix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4800" y="19296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932400" y="1929600"/>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4396763" y="1929600"/>
            <a:ext cx="457200" cy="457200"/>
          </a:xfrm>
        </p:spPr>
        <p:txBody>
          <a:bodyPr lIns="0" tIns="0" rIns="0" bIns="0"/>
          <a:lstStyle>
            <a:lvl1pPr algn="ctr">
              <a:defRPr sz="7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4994363" y="1929600"/>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8458725" y="1929600"/>
            <a:ext cx="457200" cy="457200"/>
          </a:xfrm>
        </p:spPr>
        <p:txBody>
          <a:bodyPr lIns="0" tIns="0" rIns="0" bIns="0"/>
          <a:lstStyle>
            <a:lvl1pPr algn="ctr">
              <a:defRPr sz="7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9056325" y="1929600"/>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334800" y="3829844"/>
            <a:ext cx="457200" cy="457200"/>
          </a:xfrm>
        </p:spPr>
        <p:txBody>
          <a:bodyPr lIns="0" tIns="0" rIns="0" bIns="0"/>
          <a:lstStyle>
            <a:lvl1pPr algn="ctr">
              <a:defRPr sz="7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932400" y="3829844"/>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4396763" y="3829844"/>
            <a:ext cx="457200" cy="457200"/>
          </a:xfrm>
        </p:spPr>
        <p:txBody>
          <a:bodyPr lIns="0" tIns="0" rIns="0" bIns="0"/>
          <a:lstStyle>
            <a:lvl1pPr algn="ctr">
              <a:defRPr sz="700" b="1"/>
            </a:lvl1pPr>
          </a:lstStyle>
          <a:p>
            <a:r>
              <a:rPr lang="en-US" noProof="0"/>
              <a:t>Please add icon</a:t>
            </a:r>
            <a:endParaRPr lang="en-US"/>
          </a:p>
        </p:txBody>
      </p:sp>
      <p:sp>
        <p:nvSpPr>
          <p:cNvPr id="34"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4994363" y="3829844"/>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7" name="Picture Placeholder 10">
            <a:extLst>
              <a:ext uri="{FF2B5EF4-FFF2-40B4-BE49-F238E27FC236}">
                <a16:creationId xmlns:a16="http://schemas.microsoft.com/office/drawing/2014/main" id="{D5F0F628-8A10-418E-9B30-5C02EB627E1C}"/>
              </a:ext>
            </a:extLst>
          </p:cNvPr>
          <p:cNvSpPr>
            <a:spLocks noGrp="1"/>
          </p:cNvSpPr>
          <p:nvPr>
            <p:ph type="pic" sz="quarter" idx="26" hasCustomPrompt="1"/>
          </p:nvPr>
        </p:nvSpPr>
        <p:spPr>
          <a:xfrm>
            <a:off x="8458725" y="3829844"/>
            <a:ext cx="457200" cy="457200"/>
          </a:xfrm>
        </p:spPr>
        <p:txBody>
          <a:bodyPr lIns="0" tIns="0" rIns="0" bIns="0"/>
          <a:lstStyle>
            <a:lvl1pPr algn="ctr">
              <a:defRPr sz="700" b="1"/>
            </a:lvl1pPr>
          </a:lstStyle>
          <a:p>
            <a:r>
              <a:rPr lang="en-US" noProof="0"/>
              <a:t>Please add icon</a:t>
            </a:r>
            <a:endParaRPr lang="en-US"/>
          </a:p>
        </p:txBody>
      </p:sp>
      <p:sp>
        <p:nvSpPr>
          <p:cNvPr id="35" name="Text Placeholder 11">
            <a:extLst>
              <a:ext uri="{FF2B5EF4-FFF2-40B4-BE49-F238E27FC236}">
                <a16:creationId xmlns:a16="http://schemas.microsoft.com/office/drawing/2014/main" id="{677AB433-7578-4A04-94CE-256E9DF81444}"/>
              </a:ext>
            </a:extLst>
          </p:cNvPr>
          <p:cNvSpPr>
            <a:spLocks noGrp="1"/>
          </p:cNvSpPr>
          <p:nvPr>
            <p:ph type="body" sz="quarter" idx="27"/>
          </p:nvPr>
        </p:nvSpPr>
        <p:spPr>
          <a:xfrm>
            <a:off x="9056325" y="3829844"/>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E7C1509-102B-44DC-8AA2-A8A1DB0A6DCC}"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0" name="Text Placeholder 9">
            <a:extLst>
              <a:ext uri="{FF2B5EF4-FFF2-40B4-BE49-F238E27FC236}">
                <a16:creationId xmlns:a16="http://schemas.microsoft.com/office/drawing/2014/main" id="{664C5B26-A749-427A-8626-9ECBE088C9D8}"/>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370226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Nine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4800" y="19296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932400" y="19296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4396294" y="1929600"/>
            <a:ext cx="457200" cy="457200"/>
          </a:xfrm>
        </p:spPr>
        <p:txBody>
          <a:bodyPr lIns="0" tIns="0" rIns="0" bIns="0"/>
          <a:lstStyle>
            <a:lvl1pPr algn="ctr">
              <a:defRPr sz="7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4993894" y="19296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8457788" y="1929600"/>
            <a:ext cx="457200" cy="457200"/>
          </a:xfrm>
        </p:spPr>
        <p:txBody>
          <a:bodyPr lIns="0" tIns="0" rIns="0" bIns="0"/>
          <a:lstStyle>
            <a:lvl1pPr algn="ctr">
              <a:defRPr sz="7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9055388" y="19296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334800" y="3272400"/>
            <a:ext cx="457200" cy="457200"/>
          </a:xfrm>
        </p:spPr>
        <p:txBody>
          <a:bodyPr lIns="0" tIns="0" rIns="0" bIns="0"/>
          <a:lstStyle>
            <a:lvl1pPr algn="ctr">
              <a:defRPr sz="7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932400" y="32724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4396294" y="3272400"/>
            <a:ext cx="457200" cy="457200"/>
          </a:xfrm>
        </p:spPr>
        <p:txBody>
          <a:bodyPr lIns="0" tIns="0" rIns="0" bIns="0"/>
          <a:lstStyle>
            <a:lvl1pPr algn="ctr">
              <a:defRPr sz="700" b="1"/>
            </a:lvl1pPr>
          </a:lstStyle>
          <a:p>
            <a:r>
              <a:rPr lang="en-US" noProof="0"/>
              <a:t>Please add icon</a:t>
            </a:r>
            <a:endParaRPr lang="en-US"/>
          </a:p>
        </p:txBody>
      </p:sp>
      <p:sp>
        <p:nvSpPr>
          <p:cNvPr id="34"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4993894" y="32724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7" name="Picture Placeholder 10">
            <a:extLst>
              <a:ext uri="{FF2B5EF4-FFF2-40B4-BE49-F238E27FC236}">
                <a16:creationId xmlns:a16="http://schemas.microsoft.com/office/drawing/2014/main" id="{D5F0F628-8A10-418E-9B30-5C02EB627E1C}"/>
              </a:ext>
            </a:extLst>
          </p:cNvPr>
          <p:cNvSpPr>
            <a:spLocks noGrp="1"/>
          </p:cNvSpPr>
          <p:nvPr>
            <p:ph type="pic" sz="quarter" idx="26" hasCustomPrompt="1"/>
          </p:nvPr>
        </p:nvSpPr>
        <p:spPr>
          <a:xfrm>
            <a:off x="8457788" y="3272400"/>
            <a:ext cx="457200" cy="457200"/>
          </a:xfrm>
        </p:spPr>
        <p:txBody>
          <a:bodyPr lIns="0" tIns="0" rIns="0" bIns="0"/>
          <a:lstStyle>
            <a:lvl1pPr algn="ctr">
              <a:defRPr sz="700" b="1"/>
            </a:lvl1pPr>
          </a:lstStyle>
          <a:p>
            <a:r>
              <a:rPr lang="en-US" noProof="0"/>
              <a:t>Please add icon</a:t>
            </a:r>
            <a:endParaRPr lang="en-US"/>
          </a:p>
        </p:txBody>
      </p:sp>
      <p:sp>
        <p:nvSpPr>
          <p:cNvPr id="35" name="Text Placeholder 11">
            <a:extLst>
              <a:ext uri="{FF2B5EF4-FFF2-40B4-BE49-F238E27FC236}">
                <a16:creationId xmlns:a16="http://schemas.microsoft.com/office/drawing/2014/main" id="{677AB433-7578-4A04-94CE-256E9DF81444}"/>
              </a:ext>
            </a:extLst>
          </p:cNvPr>
          <p:cNvSpPr>
            <a:spLocks noGrp="1"/>
          </p:cNvSpPr>
          <p:nvPr>
            <p:ph type="body" sz="quarter" idx="27"/>
          </p:nvPr>
        </p:nvSpPr>
        <p:spPr>
          <a:xfrm>
            <a:off x="9055388" y="32724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8" name="Picture Placeholder 10">
            <a:extLst>
              <a:ext uri="{FF2B5EF4-FFF2-40B4-BE49-F238E27FC236}">
                <a16:creationId xmlns:a16="http://schemas.microsoft.com/office/drawing/2014/main" id="{4C864FEE-0A1C-4897-8B82-F45359452B14}"/>
              </a:ext>
            </a:extLst>
          </p:cNvPr>
          <p:cNvSpPr>
            <a:spLocks noGrp="1"/>
          </p:cNvSpPr>
          <p:nvPr>
            <p:ph type="pic" sz="quarter" idx="28" hasCustomPrompt="1"/>
          </p:nvPr>
        </p:nvSpPr>
        <p:spPr>
          <a:xfrm>
            <a:off x="334800" y="4615200"/>
            <a:ext cx="457200" cy="457200"/>
          </a:xfrm>
        </p:spPr>
        <p:txBody>
          <a:bodyPr lIns="0" tIns="0" rIns="0" bIns="0"/>
          <a:lstStyle>
            <a:lvl1pPr algn="ctr">
              <a:defRPr sz="700" b="1"/>
            </a:lvl1pPr>
          </a:lstStyle>
          <a:p>
            <a:r>
              <a:rPr lang="en-US" noProof="0"/>
              <a:t>Please add icon</a:t>
            </a:r>
            <a:endParaRPr lang="en-US"/>
          </a:p>
        </p:txBody>
      </p:sp>
      <p:sp>
        <p:nvSpPr>
          <p:cNvPr id="38" name="Text Placeholder 11">
            <a:extLst>
              <a:ext uri="{FF2B5EF4-FFF2-40B4-BE49-F238E27FC236}">
                <a16:creationId xmlns:a16="http://schemas.microsoft.com/office/drawing/2014/main" id="{FBC895BB-D162-4E65-9A05-7277A36BC032}"/>
              </a:ext>
            </a:extLst>
          </p:cNvPr>
          <p:cNvSpPr>
            <a:spLocks noGrp="1"/>
          </p:cNvSpPr>
          <p:nvPr>
            <p:ph type="body" sz="quarter" idx="29"/>
          </p:nvPr>
        </p:nvSpPr>
        <p:spPr>
          <a:xfrm>
            <a:off x="932400" y="46152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9" name="Picture Placeholder 10">
            <a:extLst>
              <a:ext uri="{FF2B5EF4-FFF2-40B4-BE49-F238E27FC236}">
                <a16:creationId xmlns:a16="http://schemas.microsoft.com/office/drawing/2014/main" id="{1F21B681-AA7C-40DE-8FD3-7B067F1B9F82}"/>
              </a:ext>
            </a:extLst>
          </p:cNvPr>
          <p:cNvSpPr>
            <a:spLocks noGrp="1"/>
          </p:cNvSpPr>
          <p:nvPr>
            <p:ph type="pic" sz="quarter" idx="30" hasCustomPrompt="1"/>
          </p:nvPr>
        </p:nvSpPr>
        <p:spPr>
          <a:xfrm>
            <a:off x="4396294" y="4615200"/>
            <a:ext cx="457200" cy="457200"/>
          </a:xfrm>
        </p:spPr>
        <p:txBody>
          <a:bodyPr lIns="0" tIns="0" rIns="0" bIns="0"/>
          <a:lstStyle>
            <a:lvl1pPr algn="ctr">
              <a:defRPr sz="700" b="1"/>
            </a:lvl1pPr>
          </a:lstStyle>
          <a:p>
            <a:r>
              <a:rPr lang="en-US" noProof="0"/>
              <a:t>Please add icon</a:t>
            </a:r>
            <a:endParaRPr lang="en-US"/>
          </a:p>
        </p:txBody>
      </p:sp>
      <p:sp>
        <p:nvSpPr>
          <p:cNvPr id="39" name="Text Placeholder 11">
            <a:extLst>
              <a:ext uri="{FF2B5EF4-FFF2-40B4-BE49-F238E27FC236}">
                <a16:creationId xmlns:a16="http://schemas.microsoft.com/office/drawing/2014/main" id="{D6CD389E-53C9-4827-B43F-AE5D96E283DD}"/>
              </a:ext>
            </a:extLst>
          </p:cNvPr>
          <p:cNvSpPr>
            <a:spLocks noGrp="1"/>
          </p:cNvSpPr>
          <p:nvPr>
            <p:ph type="body" sz="quarter" idx="31"/>
          </p:nvPr>
        </p:nvSpPr>
        <p:spPr>
          <a:xfrm>
            <a:off x="4993894" y="46152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6" name="Picture Placeholder 10">
            <a:extLst>
              <a:ext uri="{FF2B5EF4-FFF2-40B4-BE49-F238E27FC236}">
                <a16:creationId xmlns:a16="http://schemas.microsoft.com/office/drawing/2014/main" id="{1E8F4191-056B-4619-9288-972A95E4D9D1}"/>
              </a:ext>
            </a:extLst>
          </p:cNvPr>
          <p:cNvSpPr>
            <a:spLocks noGrp="1"/>
          </p:cNvSpPr>
          <p:nvPr>
            <p:ph type="pic" sz="quarter" idx="32" hasCustomPrompt="1"/>
          </p:nvPr>
        </p:nvSpPr>
        <p:spPr>
          <a:xfrm>
            <a:off x="8457788" y="4615200"/>
            <a:ext cx="457200" cy="457200"/>
          </a:xfrm>
        </p:spPr>
        <p:txBody>
          <a:bodyPr lIns="0" tIns="0" rIns="0" bIns="0"/>
          <a:lstStyle>
            <a:lvl1pPr algn="ctr">
              <a:defRPr sz="700" b="1"/>
            </a:lvl1pPr>
          </a:lstStyle>
          <a:p>
            <a:r>
              <a:rPr lang="en-US" noProof="0"/>
              <a:t>Please add icon</a:t>
            </a:r>
            <a:endParaRPr lang="en-US"/>
          </a:p>
        </p:txBody>
      </p:sp>
      <p:sp>
        <p:nvSpPr>
          <p:cNvPr id="40" name="Text Placeholder 11">
            <a:extLst>
              <a:ext uri="{FF2B5EF4-FFF2-40B4-BE49-F238E27FC236}">
                <a16:creationId xmlns:a16="http://schemas.microsoft.com/office/drawing/2014/main" id="{C6A43FA3-4FF5-4557-967D-6FB6ECC33571}"/>
              </a:ext>
            </a:extLst>
          </p:cNvPr>
          <p:cNvSpPr>
            <a:spLocks noGrp="1"/>
          </p:cNvSpPr>
          <p:nvPr>
            <p:ph type="body" sz="quarter" idx="33"/>
          </p:nvPr>
        </p:nvSpPr>
        <p:spPr>
          <a:xfrm>
            <a:off x="9055388" y="46152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CA8D5F6D-18D1-4E80-97E0-F8A3F4836D54}"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37" name="Text Placeholder 9">
            <a:extLst>
              <a:ext uri="{FF2B5EF4-FFF2-40B4-BE49-F238E27FC236}">
                <a16:creationId xmlns:a16="http://schemas.microsoft.com/office/drawing/2014/main" id="{EAB8C8AA-5479-4E03-B260-4B35C2BB4F38}"/>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709098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ocess: 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3" name="Content Placeholder 8">
            <a:extLst>
              <a:ext uri="{FF2B5EF4-FFF2-40B4-BE49-F238E27FC236}">
                <a16:creationId xmlns:a16="http://schemas.microsoft.com/office/drawing/2014/main" id="{17F53BD8-37C5-48ED-B4A6-D7482E31399E}"/>
              </a:ext>
            </a:extLst>
          </p:cNvPr>
          <p:cNvSpPr>
            <a:spLocks noGrp="1"/>
          </p:cNvSpPr>
          <p:nvPr>
            <p:ph sz="quarter" idx="23"/>
          </p:nvPr>
        </p:nvSpPr>
        <p:spPr>
          <a:xfrm>
            <a:off x="331199" y="1929600"/>
            <a:ext cx="3701051" cy="360000"/>
          </a:xfrm>
          <a:prstGeom prst="homePlate">
            <a:avLst/>
          </a:prstGeom>
          <a:solidFill>
            <a:schemeClr val="bg2"/>
          </a:solidFill>
        </p:spPr>
        <p:txBody>
          <a:bodyPr lIns="0" tIns="0" rIns="0" bIns="0" anchor="ctr"/>
          <a:lstStyle>
            <a:lvl1pPr algn="ctr">
              <a:defRPr sz="1400" b="1">
                <a:solidFill>
                  <a:schemeClr val="bg1"/>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41D5ECEA-2E5E-4D71-841F-95A2A0D97798}"/>
              </a:ext>
            </a:extLst>
          </p:cNvPr>
          <p:cNvSpPr>
            <a:spLocks noGrp="1"/>
          </p:cNvSpPr>
          <p:nvPr>
            <p:ph sz="quarter" idx="24"/>
          </p:nvPr>
        </p:nvSpPr>
        <p:spPr>
          <a:xfrm>
            <a:off x="4245975" y="1929600"/>
            <a:ext cx="3701051" cy="360000"/>
          </a:xfrm>
          <a:prstGeom prst="chevron">
            <a:avLst/>
          </a:prstGeom>
          <a:solidFill>
            <a:schemeClr val="bg2"/>
          </a:solidFill>
        </p:spPr>
        <p:txBody>
          <a:bodyPr lIns="0" tIns="0" rIns="0" bIns="0" anchor="ctr"/>
          <a:lstStyle>
            <a:lvl1pPr algn="ctr">
              <a:defRPr sz="1400" b="1">
                <a:solidFill>
                  <a:schemeClr val="bg1"/>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041C7270-2AD5-4174-9BB6-40887670ECE3}"/>
              </a:ext>
            </a:extLst>
          </p:cNvPr>
          <p:cNvSpPr>
            <a:spLocks noGrp="1"/>
          </p:cNvSpPr>
          <p:nvPr>
            <p:ph sz="quarter" idx="25"/>
          </p:nvPr>
        </p:nvSpPr>
        <p:spPr>
          <a:xfrm>
            <a:off x="8160749" y="1929600"/>
            <a:ext cx="3701051" cy="360000"/>
          </a:xfrm>
          <a:prstGeom prst="chevron">
            <a:avLst/>
          </a:prstGeom>
          <a:solidFill>
            <a:schemeClr val="bg2"/>
          </a:solidFill>
        </p:spPr>
        <p:txBody>
          <a:bodyPr lIns="0" tIns="0" rIns="0" bIns="0" anchor="ctr"/>
          <a:lstStyle>
            <a:lvl1pPr algn="ctr">
              <a:defRPr sz="1400" b="1">
                <a:solidFill>
                  <a:schemeClr val="bg1"/>
                </a:solidFill>
              </a:defRPr>
            </a:lvl1pPr>
          </a:lstStyle>
          <a:p>
            <a:pPr lvl="0"/>
            <a:r>
              <a:rPr lang="en-US"/>
              <a:t>Click to edit Master text styles</a:t>
            </a:r>
          </a:p>
        </p:txBody>
      </p:sp>
      <p:sp>
        <p:nvSpPr>
          <p:cNvPr id="22" name="Content Placeholder 8">
            <a:extLst>
              <a:ext uri="{FF2B5EF4-FFF2-40B4-BE49-F238E27FC236}">
                <a16:creationId xmlns:a16="http://schemas.microsoft.com/office/drawing/2014/main" id="{E6F51FA5-7813-4436-9E2D-0AA10EED3502}"/>
              </a:ext>
            </a:extLst>
          </p:cNvPr>
          <p:cNvSpPr>
            <a:spLocks noGrp="1"/>
          </p:cNvSpPr>
          <p:nvPr>
            <p:ph sz="quarter" idx="17"/>
          </p:nvPr>
        </p:nvSpPr>
        <p:spPr>
          <a:xfrm>
            <a:off x="331200" y="2401200"/>
            <a:ext cx="3701050" cy="31104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8">
            <a:extLst>
              <a:ext uri="{FF2B5EF4-FFF2-40B4-BE49-F238E27FC236}">
                <a16:creationId xmlns:a16="http://schemas.microsoft.com/office/drawing/2014/main" id="{E6214208-AE04-4F1F-B879-DC21F5861A5B}"/>
              </a:ext>
            </a:extLst>
          </p:cNvPr>
          <p:cNvSpPr>
            <a:spLocks noGrp="1"/>
          </p:cNvSpPr>
          <p:nvPr>
            <p:ph sz="quarter" idx="18"/>
          </p:nvPr>
        </p:nvSpPr>
        <p:spPr>
          <a:xfrm>
            <a:off x="4245975" y="2401200"/>
            <a:ext cx="3701050" cy="31104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8">
            <a:extLst>
              <a:ext uri="{FF2B5EF4-FFF2-40B4-BE49-F238E27FC236}">
                <a16:creationId xmlns:a16="http://schemas.microsoft.com/office/drawing/2014/main" id="{C5BC1243-5335-403B-A737-9CF168164EF1}"/>
              </a:ext>
            </a:extLst>
          </p:cNvPr>
          <p:cNvSpPr>
            <a:spLocks noGrp="1"/>
          </p:cNvSpPr>
          <p:nvPr>
            <p:ph sz="quarter" idx="19"/>
          </p:nvPr>
        </p:nvSpPr>
        <p:spPr>
          <a:xfrm>
            <a:off x="8160749" y="2401200"/>
            <a:ext cx="3701050" cy="31104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119626B5-1F46-41F6-BEF7-1D8C4DEA0344}"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C01AE2CA-8A5F-4992-AB7D-3C309899A56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678648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meline: five text boxes &amp;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20" name="Text Placeholder 11">
            <a:extLst>
              <a:ext uri="{FF2B5EF4-FFF2-40B4-BE49-F238E27FC236}">
                <a16:creationId xmlns:a16="http://schemas.microsoft.com/office/drawing/2014/main" id="{907891A7-3AF7-4352-8C25-93B984B9D5F8}"/>
              </a:ext>
            </a:extLst>
          </p:cNvPr>
          <p:cNvSpPr>
            <a:spLocks noGrp="1"/>
          </p:cNvSpPr>
          <p:nvPr>
            <p:ph type="body" sz="quarter" idx="26"/>
          </p:nvPr>
        </p:nvSpPr>
        <p:spPr bwMode="gray">
          <a:xfrm>
            <a:off x="338400" y="5227200"/>
            <a:ext cx="11520000" cy="0"/>
          </a:xfrm>
          <a:custGeom>
            <a:avLst/>
            <a:gdLst>
              <a:gd name="connsiteX0" fmla="*/ 0 w 2066400"/>
              <a:gd name="connsiteY0" fmla="*/ 0 h 118800"/>
              <a:gd name="connsiteX1" fmla="*/ 2066400 w 2066400"/>
              <a:gd name="connsiteY1" fmla="*/ 0 h 118800"/>
              <a:gd name="connsiteX2" fmla="*/ 2066400 w 2066400"/>
              <a:gd name="connsiteY2" fmla="*/ 118800 h 118800"/>
              <a:gd name="connsiteX3" fmla="*/ 0 w 2066400"/>
              <a:gd name="connsiteY3" fmla="*/ 118800 h 118800"/>
              <a:gd name="connsiteX4" fmla="*/ 0 w 2066400"/>
              <a:gd name="connsiteY4" fmla="*/ 0 h 118800"/>
              <a:gd name="connsiteX0" fmla="*/ 2066400 w 2157840"/>
              <a:gd name="connsiteY0" fmla="*/ 118800 h 210240"/>
              <a:gd name="connsiteX1" fmla="*/ 0 w 2157840"/>
              <a:gd name="connsiteY1" fmla="*/ 118800 h 210240"/>
              <a:gd name="connsiteX2" fmla="*/ 0 w 2157840"/>
              <a:gd name="connsiteY2" fmla="*/ 0 h 210240"/>
              <a:gd name="connsiteX3" fmla="*/ 2066400 w 2157840"/>
              <a:gd name="connsiteY3" fmla="*/ 0 h 210240"/>
              <a:gd name="connsiteX4" fmla="*/ 2157840 w 2157840"/>
              <a:gd name="connsiteY4" fmla="*/ 210240 h 210240"/>
              <a:gd name="connsiteX0" fmla="*/ 2066400 w 2066400"/>
              <a:gd name="connsiteY0" fmla="*/ 118800 h 118800"/>
              <a:gd name="connsiteX1" fmla="*/ 0 w 2066400"/>
              <a:gd name="connsiteY1" fmla="*/ 118800 h 118800"/>
              <a:gd name="connsiteX2" fmla="*/ 0 w 2066400"/>
              <a:gd name="connsiteY2" fmla="*/ 0 h 118800"/>
              <a:gd name="connsiteX3" fmla="*/ 2066400 w 2066400"/>
              <a:gd name="connsiteY3" fmla="*/ 0 h 118800"/>
              <a:gd name="connsiteX0" fmla="*/ 0 w 2066400"/>
              <a:gd name="connsiteY0" fmla="*/ 118800 h 118800"/>
              <a:gd name="connsiteX1" fmla="*/ 0 w 2066400"/>
              <a:gd name="connsiteY1" fmla="*/ 0 h 118800"/>
              <a:gd name="connsiteX2" fmla="*/ 2066400 w 2066400"/>
              <a:gd name="connsiteY2" fmla="*/ 0 h 118800"/>
              <a:gd name="connsiteX0" fmla="*/ 0 w 2066400"/>
              <a:gd name="connsiteY0" fmla="*/ 0 h 0"/>
              <a:gd name="connsiteX1" fmla="*/ 2066400 w 2066400"/>
              <a:gd name="connsiteY1" fmla="*/ 0 h 0"/>
            </a:gdLst>
            <a:ahLst/>
            <a:cxnLst>
              <a:cxn ang="0">
                <a:pos x="connsiteX0" y="connsiteY0"/>
              </a:cxn>
              <a:cxn ang="0">
                <a:pos x="connsiteX1" y="connsiteY1"/>
              </a:cxn>
            </a:cxnLst>
            <a:rect l="l" t="t" r="r" b="b"/>
            <a:pathLst>
              <a:path w="2066400">
                <a:moveTo>
                  <a:pt x="0" y="0"/>
                </a:moveTo>
                <a:lnTo>
                  <a:pt x="2066400" y="0"/>
                </a:lnTo>
              </a:path>
            </a:pathLst>
          </a:custGeom>
          <a:ln w="15875">
            <a:solidFill>
              <a:schemeClr val="accent4"/>
            </a:solidFill>
            <a:tailEnd type="arrow" w="med" len="sm"/>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1" name="Text Placeholder 11">
            <a:extLst>
              <a:ext uri="{FF2B5EF4-FFF2-40B4-BE49-F238E27FC236}">
                <a16:creationId xmlns:a16="http://schemas.microsoft.com/office/drawing/2014/main" id="{116A6796-F195-444B-8CAF-9408872890E2}"/>
              </a:ext>
            </a:extLst>
          </p:cNvPr>
          <p:cNvSpPr>
            <a:spLocks noGrp="1"/>
          </p:cNvSpPr>
          <p:nvPr>
            <p:ph type="body" sz="quarter" idx="27" hasCustomPrompt="1"/>
          </p:nvPr>
        </p:nvSpPr>
        <p:spPr>
          <a:xfrm>
            <a:off x="331200"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2" name="Text Placeholder 11">
            <a:extLst>
              <a:ext uri="{FF2B5EF4-FFF2-40B4-BE49-F238E27FC236}">
                <a16:creationId xmlns:a16="http://schemas.microsoft.com/office/drawing/2014/main" id="{6A84518F-EB08-4F36-8400-95AB01D38109}"/>
              </a:ext>
            </a:extLst>
          </p:cNvPr>
          <p:cNvSpPr>
            <a:spLocks noGrp="1"/>
          </p:cNvSpPr>
          <p:nvPr>
            <p:ph type="body" sz="quarter" idx="28" hasCustomPrompt="1"/>
          </p:nvPr>
        </p:nvSpPr>
        <p:spPr>
          <a:xfrm>
            <a:off x="2724447"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3" name="Text Placeholder 11">
            <a:extLst>
              <a:ext uri="{FF2B5EF4-FFF2-40B4-BE49-F238E27FC236}">
                <a16:creationId xmlns:a16="http://schemas.microsoft.com/office/drawing/2014/main" id="{C503EA10-D1F3-4AA4-8CED-AEE30E121F6D}"/>
              </a:ext>
            </a:extLst>
          </p:cNvPr>
          <p:cNvSpPr>
            <a:spLocks noGrp="1"/>
          </p:cNvSpPr>
          <p:nvPr>
            <p:ph type="body" sz="quarter" idx="29" hasCustomPrompt="1"/>
          </p:nvPr>
        </p:nvSpPr>
        <p:spPr>
          <a:xfrm>
            <a:off x="5117694"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4" name="Text Placeholder 11">
            <a:extLst>
              <a:ext uri="{FF2B5EF4-FFF2-40B4-BE49-F238E27FC236}">
                <a16:creationId xmlns:a16="http://schemas.microsoft.com/office/drawing/2014/main" id="{DF438A3D-D3E1-4D5D-BA34-887EAEB9949A}"/>
              </a:ext>
            </a:extLst>
          </p:cNvPr>
          <p:cNvSpPr>
            <a:spLocks noGrp="1"/>
          </p:cNvSpPr>
          <p:nvPr>
            <p:ph type="body" sz="quarter" idx="30" hasCustomPrompt="1"/>
          </p:nvPr>
        </p:nvSpPr>
        <p:spPr>
          <a:xfrm>
            <a:off x="7510941"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5" name="Text Placeholder 11">
            <a:extLst>
              <a:ext uri="{FF2B5EF4-FFF2-40B4-BE49-F238E27FC236}">
                <a16:creationId xmlns:a16="http://schemas.microsoft.com/office/drawing/2014/main" id="{3EDD5930-9373-4D21-B203-C97F69292A19}"/>
              </a:ext>
            </a:extLst>
          </p:cNvPr>
          <p:cNvSpPr>
            <a:spLocks noGrp="1"/>
          </p:cNvSpPr>
          <p:nvPr>
            <p:ph type="body" sz="quarter" idx="31" hasCustomPrompt="1"/>
          </p:nvPr>
        </p:nvSpPr>
        <p:spPr>
          <a:xfrm>
            <a:off x="9904189"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1929600"/>
            <a:ext cx="1957975"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Text Placeholder 11">
            <a:extLst>
              <a:ext uri="{FF2B5EF4-FFF2-40B4-BE49-F238E27FC236}">
                <a16:creationId xmlns:a16="http://schemas.microsoft.com/office/drawing/2014/main" id="{5AE7A1D2-DAC3-46BE-AA9A-E1EB0825207A}"/>
              </a:ext>
            </a:extLst>
          </p:cNvPr>
          <p:cNvSpPr>
            <a:spLocks noGrp="1"/>
          </p:cNvSpPr>
          <p:nvPr>
            <p:ph type="body" sz="quarter" idx="17"/>
          </p:nvPr>
        </p:nvSpPr>
        <p:spPr>
          <a:xfrm>
            <a:off x="2724129"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Text Placeholder 11">
            <a:extLst>
              <a:ext uri="{FF2B5EF4-FFF2-40B4-BE49-F238E27FC236}">
                <a16:creationId xmlns:a16="http://schemas.microsoft.com/office/drawing/2014/main" id="{3CF0CC0E-6E4F-4BBB-AC3B-74E8C1262776}"/>
              </a:ext>
            </a:extLst>
          </p:cNvPr>
          <p:cNvSpPr>
            <a:spLocks noGrp="1"/>
          </p:cNvSpPr>
          <p:nvPr>
            <p:ph type="body" sz="quarter" idx="18"/>
          </p:nvPr>
        </p:nvSpPr>
        <p:spPr>
          <a:xfrm>
            <a:off x="5117483"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3" name="Text Placeholder 11">
            <a:extLst>
              <a:ext uri="{FF2B5EF4-FFF2-40B4-BE49-F238E27FC236}">
                <a16:creationId xmlns:a16="http://schemas.microsoft.com/office/drawing/2014/main" id="{F46DB502-496B-4374-80BE-F2A5D51992FE}"/>
              </a:ext>
            </a:extLst>
          </p:cNvPr>
          <p:cNvSpPr>
            <a:spLocks noGrp="1"/>
          </p:cNvSpPr>
          <p:nvPr>
            <p:ph type="body" sz="quarter" idx="19"/>
          </p:nvPr>
        </p:nvSpPr>
        <p:spPr>
          <a:xfrm>
            <a:off x="7510837"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Text Placeholder 11">
            <a:extLst>
              <a:ext uri="{FF2B5EF4-FFF2-40B4-BE49-F238E27FC236}">
                <a16:creationId xmlns:a16="http://schemas.microsoft.com/office/drawing/2014/main" id="{4B72E113-B74F-4C8D-B9C6-1799A1DAE158}"/>
              </a:ext>
            </a:extLst>
          </p:cNvPr>
          <p:cNvSpPr>
            <a:spLocks noGrp="1"/>
          </p:cNvSpPr>
          <p:nvPr>
            <p:ph type="body" sz="quarter" idx="20"/>
          </p:nvPr>
        </p:nvSpPr>
        <p:spPr>
          <a:xfrm>
            <a:off x="9904189"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5" name="Text Placeholder 11">
            <a:extLst>
              <a:ext uri="{FF2B5EF4-FFF2-40B4-BE49-F238E27FC236}">
                <a16:creationId xmlns:a16="http://schemas.microsoft.com/office/drawing/2014/main" id="{9AE4540D-5837-4887-82D2-ADB1E470A04C}"/>
              </a:ext>
            </a:extLst>
          </p:cNvPr>
          <p:cNvSpPr>
            <a:spLocks noGrp="1"/>
          </p:cNvSpPr>
          <p:nvPr>
            <p:ph type="body" sz="quarter" idx="21"/>
          </p:nvPr>
        </p:nvSpPr>
        <p:spPr>
          <a:xfrm>
            <a:off x="331200"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6" name="Text Placeholder 11">
            <a:extLst>
              <a:ext uri="{FF2B5EF4-FFF2-40B4-BE49-F238E27FC236}">
                <a16:creationId xmlns:a16="http://schemas.microsoft.com/office/drawing/2014/main" id="{441512B5-B055-451B-A63A-61AC3D27A779}"/>
              </a:ext>
            </a:extLst>
          </p:cNvPr>
          <p:cNvSpPr>
            <a:spLocks noGrp="1"/>
          </p:cNvSpPr>
          <p:nvPr>
            <p:ph type="body" sz="quarter" idx="22"/>
          </p:nvPr>
        </p:nvSpPr>
        <p:spPr>
          <a:xfrm>
            <a:off x="2724447"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7" name="Text Placeholder 11">
            <a:extLst>
              <a:ext uri="{FF2B5EF4-FFF2-40B4-BE49-F238E27FC236}">
                <a16:creationId xmlns:a16="http://schemas.microsoft.com/office/drawing/2014/main" id="{1272552C-9A92-45B5-9658-E0A7758AE5F7}"/>
              </a:ext>
            </a:extLst>
          </p:cNvPr>
          <p:cNvSpPr>
            <a:spLocks noGrp="1"/>
          </p:cNvSpPr>
          <p:nvPr>
            <p:ph type="body" sz="quarter" idx="23"/>
          </p:nvPr>
        </p:nvSpPr>
        <p:spPr>
          <a:xfrm>
            <a:off x="5117694"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8" name="Text Placeholder 11">
            <a:extLst>
              <a:ext uri="{FF2B5EF4-FFF2-40B4-BE49-F238E27FC236}">
                <a16:creationId xmlns:a16="http://schemas.microsoft.com/office/drawing/2014/main" id="{B93E5512-D171-4A0F-A84D-1429CB1B2404}"/>
              </a:ext>
            </a:extLst>
          </p:cNvPr>
          <p:cNvSpPr>
            <a:spLocks noGrp="1"/>
          </p:cNvSpPr>
          <p:nvPr>
            <p:ph type="body" sz="quarter" idx="24"/>
          </p:nvPr>
        </p:nvSpPr>
        <p:spPr>
          <a:xfrm>
            <a:off x="7510941"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9" name="Text Placeholder 11">
            <a:extLst>
              <a:ext uri="{FF2B5EF4-FFF2-40B4-BE49-F238E27FC236}">
                <a16:creationId xmlns:a16="http://schemas.microsoft.com/office/drawing/2014/main" id="{A19BB1C7-BB18-4D53-B7FD-0B43DE543E7B}"/>
              </a:ext>
            </a:extLst>
          </p:cNvPr>
          <p:cNvSpPr>
            <a:spLocks noGrp="1"/>
          </p:cNvSpPr>
          <p:nvPr>
            <p:ph type="body" sz="quarter" idx="25"/>
          </p:nvPr>
        </p:nvSpPr>
        <p:spPr>
          <a:xfrm>
            <a:off x="9904189"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34B7327F-B9B9-4FCD-9D42-CEC50A1073FB}"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4175311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meline: seven text boxes &amp;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5" name="Text Placeholder 11">
            <a:extLst>
              <a:ext uri="{FF2B5EF4-FFF2-40B4-BE49-F238E27FC236}">
                <a16:creationId xmlns:a16="http://schemas.microsoft.com/office/drawing/2014/main" id="{9AE4540D-5837-4887-82D2-ADB1E470A04C}"/>
              </a:ext>
            </a:extLst>
          </p:cNvPr>
          <p:cNvSpPr>
            <a:spLocks noGrp="1"/>
          </p:cNvSpPr>
          <p:nvPr>
            <p:ph type="body" sz="quarter" idx="21"/>
          </p:nvPr>
        </p:nvSpPr>
        <p:spPr>
          <a:xfrm>
            <a:off x="3312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6" name="Text Placeholder 11">
            <a:extLst>
              <a:ext uri="{FF2B5EF4-FFF2-40B4-BE49-F238E27FC236}">
                <a16:creationId xmlns:a16="http://schemas.microsoft.com/office/drawing/2014/main" id="{441512B5-B055-451B-A63A-61AC3D27A779}"/>
              </a:ext>
            </a:extLst>
          </p:cNvPr>
          <p:cNvSpPr>
            <a:spLocks noGrp="1"/>
          </p:cNvSpPr>
          <p:nvPr>
            <p:ph type="body" sz="quarter" idx="22"/>
          </p:nvPr>
        </p:nvSpPr>
        <p:spPr>
          <a:xfrm>
            <a:off x="19806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7" name="Text Placeholder 11">
            <a:extLst>
              <a:ext uri="{FF2B5EF4-FFF2-40B4-BE49-F238E27FC236}">
                <a16:creationId xmlns:a16="http://schemas.microsoft.com/office/drawing/2014/main" id="{1272552C-9A92-45B5-9658-E0A7758AE5F7}"/>
              </a:ext>
            </a:extLst>
          </p:cNvPr>
          <p:cNvSpPr>
            <a:spLocks noGrp="1"/>
          </p:cNvSpPr>
          <p:nvPr>
            <p:ph type="body" sz="quarter" idx="23"/>
          </p:nvPr>
        </p:nvSpPr>
        <p:spPr>
          <a:xfrm>
            <a:off x="36300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8" name="Text Placeholder 11">
            <a:extLst>
              <a:ext uri="{FF2B5EF4-FFF2-40B4-BE49-F238E27FC236}">
                <a16:creationId xmlns:a16="http://schemas.microsoft.com/office/drawing/2014/main" id="{B93E5512-D171-4A0F-A84D-1429CB1B2404}"/>
              </a:ext>
            </a:extLst>
          </p:cNvPr>
          <p:cNvSpPr>
            <a:spLocks noGrp="1"/>
          </p:cNvSpPr>
          <p:nvPr>
            <p:ph type="body" sz="quarter" idx="24"/>
          </p:nvPr>
        </p:nvSpPr>
        <p:spPr>
          <a:xfrm>
            <a:off x="52794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9" name="Text Placeholder 11">
            <a:extLst>
              <a:ext uri="{FF2B5EF4-FFF2-40B4-BE49-F238E27FC236}">
                <a16:creationId xmlns:a16="http://schemas.microsoft.com/office/drawing/2014/main" id="{A19BB1C7-BB18-4D53-B7FD-0B43DE543E7B}"/>
              </a:ext>
            </a:extLst>
          </p:cNvPr>
          <p:cNvSpPr>
            <a:spLocks noGrp="1"/>
          </p:cNvSpPr>
          <p:nvPr>
            <p:ph type="body" sz="quarter" idx="25"/>
          </p:nvPr>
        </p:nvSpPr>
        <p:spPr>
          <a:xfrm>
            <a:off x="69288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7" name="Text Placeholder 11">
            <a:extLst>
              <a:ext uri="{FF2B5EF4-FFF2-40B4-BE49-F238E27FC236}">
                <a16:creationId xmlns:a16="http://schemas.microsoft.com/office/drawing/2014/main" id="{6189B57F-C66A-4C80-8E4E-09199BDEEA46}"/>
              </a:ext>
            </a:extLst>
          </p:cNvPr>
          <p:cNvSpPr>
            <a:spLocks noGrp="1"/>
          </p:cNvSpPr>
          <p:nvPr>
            <p:ph type="body" sz="quarter" idx="27"/>
          </p:nvPr>
        </p:nvSpPr>
        <p:spPr>
          <a:xfrm>
            <a:off x="85782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9" name="Text Placeholder 11">
            <a:extLst>
              <a:ext uri="{FF2B5EF4-FFF2-40B4-BE49-F238E27FC236}">
                <a16:creationId xmlns:a16="http://schemas.microsoft.com/office/drawing/2014/main" id="{6FC8D2EC-39D1-4154-8306-67F231081AD5}"/>
              </a:ext>
            </a:extLst>
          </p:cNvPr>
          <p:cNvSpPr>
            <a:spLocks noGrp="1"/>
          </p:cNvSpPr>
          <p:nvPr>
            <p:ph type="body" sz="quarter" idx="29"/>
          </p:nvPr>
        </p:nvSpPr>
        <p:spPr>
          <a:xfrm>
            <a:off x="102276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0" name="Text Placeholder 11">
            <a:extLst>
              <a:ext uri="{FF2B5EF4-FFF2-40B4-BE49-F238E27FC236}">
                <a16:creationId xmlns:a16="http://schemas.microsoft.com/office/drawing/2014/main" id="{A4C85EBA-3628-4B96-A145-783BC7DB5012}"/>
              </a:ext>
            </a:extLst>
          </p:cNvPr>
          <p:cNvSpPr>
            <a:spLocks noGrp="1"/>
          </p:cNvSpPr>
          <p:nvPr>
            <p:ph type="body" sz="quarter" idx="30" hasCustomPrompt="1"/>
          </p:nvPr>
        </p:nvSpPr>
        <p:spPr bwMode="gray">
          <a:xfrm>
            <a:off x="338400" y="5227200"/>
            <a:ext cx="11520000" cy="0"/>
          </a:xfrm>
          <a:custGeom>
            <a:avLst/>
            <a:gdLst>
              <a:gd name="connsiteX0" fmla="*/ 0 w 11520000"/>
              <a:gd name="connsiteY0" fmla="*/ 0 h 392400"/>
              <a:gd name="connsiteX1" fmla="*/ 11520000 w 11520000"/>
              <a:gd name="connsiteY1" fmla="*/ 0 h 392400"/>
              <a:gd name="connsiteX2" fmla="*/ 11520000 w 11520000"/>
              <a:gd name="connsiteY2" fmla="*/ 392400 h 392400"/>
              <a:gd name="connsiteX3" fmla="*/ 0 w 11520000"/>
              <a:gd name="connsiteY3" fmla="*/ 392400 h 392400"/>
              <a:gd name="connsiteX4" fmla="*/ 0 w 11520000"/>
              <a:gd name="connsiteY4" fmla="*/ 0 h 392400"/>
              <a:gd name="connsiteX0" fmla="*/ 11520000 w 11611440"/>
              <a:gd name="connsiteY0" fmla="*/ 392400 h 483840"/>
              <a:gd name="connsiteX1" fmla="*/ 0 w 11611440"/>
              <a:gd name="connsiteY1" fmla="*/ 392400 h 483840"/>
              <a:gd name="connsiteX2" fmla="*/ 0 w 11611440"/>
              <a:gd name="connsiteY2" fmla="*/ 0 h 483840"/>
              <a:gd name="connsiteX3" fmla="*/ 11520000 w 11611440"/>
              <a:gd name="connsiteY3" fmla="*/ 0 h 483840"/>
              <a:gd name="connsiteX4" fmla="*/ 11611440 w 11611440"/>
              <a:gd name="connsiteY4" fmla="*/ 483840 h 483840"/>
              <a:gd name="connsiteX0" fmla="*/ 11520000 w 11520000"/>
              <a:gd name="connsiteY0" fmla="*/ 392400 h 392400"/>
              <a:gd name="connsiteX1" fmla="*/ 0 w 11520000"/>
              <a:gd name="connsiteY1" fmla="*/ 392400 h 392400"/>
              <a:gd name="connsiteX2" fmla="*/ 0 w 11520000"/>
              <a:gd name="connsiteY2" fmla="*/ 0 h 392400"/>
              <a:gd name="connsiteX3" fmla="*/ 11520000 w 11520000"/>
              <a:gd name="connsiteY3" fmla="*/ 0 h 392400"/>
              <a:gd name="connsiteX0" fmla="*/ 0 w 11520000"/>
              <a:gd name="connsiteY0" fmla="*/ 392400 h 392400"/>
              <a:gd name="connsiteX1" fmla="*/ 0 w 11520000"/>
              <a:gd name="connsiteY1" fmla="*/ 0 h 392400"/>
              <a:gd name="connsiteX2" fmla="*/ 11520000 w 11520000"/>
              <a:gd name="connsiteY2" fmla="*/ 0 h 392400"/>
              <a:gd name="connsiteX0" fmla="*/ 0 w 11520000"/>
              <a:gd name="connsiteY0" fmla="*/ 0 h 0"/>
              <a:gd name="connsiteX1" fmla="*/ 11520000 w 11520000"/>
              <a:gd name="connsiteY1" fmla="*/ 0 h 0"/>
            </a:gdLst>
            <a:ahLst/>
            <a:cxnLst>
              <a:cxn ang="0">
                <a:pos x="connsiteX0" y="connsiteY0"/>
              </a:cxn>
              <a:cxn ang="0">
                <a:pos x="connsiteX1" y="connsiteY1"/>
              </a:cxn>
            </a:cxnLst>
            <a:rect l="l" t="t" r="r" b="b"/>
            <a:pathLst>
              <a:path w="11520000">
                <a:moveTo>
                  <a:pt x="0" y="0"/>
                </a:moveTo>
                <a:lnTo>
                  <a:pt x="11520000" y="0"/>
                </a:lnTo>
              </a:path>
            </a:pathLst>
          </a:custGeom>
          <a:ln w="15875">
            <a:solidFill>
              <a:schemeClr val="accent4"/>
            </a:solidFill>
            <a:tailEnd type="arrow" w="med" len="sm"/>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1" name="Text Placeholder 11">
            <a:extLst>
              <a:ext uri="{FF2B5EF4-FFF2-40B4-BE49-F238E27FC236}">
                <a16:creationId xmlns:a16="http://schemas.microsoft.com/office/drawing/2014/main" id="{24B2DA46-341A-4D4F-9970-F7FCB405515D}"/>
              </a:ext>
            </a:extLst>
          </p:cNvPr>
          <p:cNvSpPr>
            <a:spLocks noGrp="1"/>
          </p:cNvSpPr>
          <p:nvPr>
            <p:ph type="body" sz="quarter" idx="31" hasCustomPrompt="1"/>
          </p:nvPr>
        </p:nvSpPr>
        <p:spPr>
          <a:xfrm>
            <a:off x="3348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2" name="Text Placeholder 11">
            <a:extLst>
              <a:ext uri="{FF2B5EF4-FFF2-40B4-BE49-F238E27FC236}">
                <a16:creationId xmlns:a16="http://schemas.microsoft.com/office/drawing/2014/main" id="{EED18986-BEAB-4E6C-81DE-64316E13BD03}"/>
              </a:ext>
            </a:extLst>
          </p:cNvPr>
          <p:cNvSpPr>
            <a:spLocks noGrp="1"/>
          </p:cNvSpPr>
          <p:nvPr>
            <p:ph type="body" sz="quarter" idx="32" hasCustomPrompt="1"/>
          </p:nvPr>
        </p:nvSpPr>
        <p:spPr>
          <a:xfrm>
            <a:off x="19836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3" name="Text Placeholder 11">
            <a:extLst>
              <a:ext uri="{FF2B5EF4-FFF2-40B4-BE49-F238E27FC236}">
                <a16:creationId xmlns:a16="http://schemas.microsoft.com/office/drawing/2014/main" id="{DAF1745E-D93E-4B2F-BF38-5CD3330E0402}"/>
              </a:ext>
            </a:extLst>
          </p:cNvPr>
          <p:cNvSpPr>
            <a:spLocks noGrp="1"/>
          </p:cNvSpPr>
          <p:nvPr>
            <p:ph type="body" sz="quarter" idx="33" hasCustomPrompt="1"/>
          </p:nvPr>
        </p:nvSpPr>
        <p:spPr>
          <a:xfrm>
            <a:off x="36324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4" name="Text Placeholder 11">
            <a:extLst>
              <a:ext uri="{FF2B5EF4-FFF2-40B4-BE49-F238E27FC236}">
                <a16:creationId xmlns:a16="http://schemas.microsoft.com/office/drawing/2014/main" id="{429D6633-25A8-4FC0-B518-3616DF6C6530}"/>
              </a:ext>
            </a:extLst>
          </p:cNvPr>
          <p:cNvSpPr>
            <a:spLocks noGrp="1"/>
          </p:cNvSpPr>
          <p:nvPr>
            <p:ph type="body" sz="quarter" idx="34" hasCustomPrompt="1"/>
          </p:nvPr>
        </p:nvSpPr>
        <p:spPr>
          <a:xfrm>
            <a:off x="52812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5" name="Text Placeholder 11">
            <a:extLst>
              <a:ext uri="{FF2B5EF4-FFF2-40B4-BE49-F238E27FC236}">
                <a16:creationId xmlns:a16="http://schemas.microsoft.com/office/drawing/2014/main" id="{ACF9310C-4C08-4791-82FA-D88032731F32}"/>
              </a:ext>
            </a:extLst>
          </p:cNvPr>
          <p:cNvSpPr>
            <a:spLocks noGrp="1"/>
          </p:cNvSpPr>
          <p:nvPr>
            <p:ph type="body" sz="quarter" idx="35" hasCustomPrompt="1"/>
          </p:nvPr>
        </p:nvSpPr>
        <p:spPr>
          <a:xfrm>
            <a:off x="69300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6" name="Text Placeholder 11">
            <a:extLst>
              <a:ext uri="{FF2B5EF4-FFF2-40B4-BE49-F238E27FC236}">
                <a16:creationId xmlns:a16="http://schemas.microsoft.com/office/drawing/2014/main" id="{190FAD99-82FB-4521-87C2-193E1163DE9E}"/>
              </a:ext>
            </a:extLst>
          </p:cNvPr>
          <p:cNvSpPr>
            <a:spLocks noGrp="1"/>
          </p:cNvSpPr>
          <p:nvPr>
            <p:ph type="body" sz="quarter" idx="36" hasCustomPrompt="1"/>
          </p:nvPr>
        </p:nvSpPr>
        <p:spPr>
          <a:xfrm>
            <a:off x="85788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7" name="Text Placeholder 11">
            <a:extLst>
              <a:ext uri="{FF2B5EF4-FFF2-40B4-BE49-F238E27FC236}">
                <a16:creationId xmlns:a16="http://schemas.microsoft.com/office/drawing/2014/main" id="{70230B34-0C99-4086-AE59-3593C6921A24}"/>
              </a:ext>
            </a:extLst>
          </p:cNvPr>
          <p:cNvSpPr>
            <a:spLocks noGrp="1"/>
          </p:cNvSpPr>
          <p:nvPr>
            <p:ph type="body" sz="quarter" idx="37" hasCustomPrompt="1"/>
          </p:nvPr>
        </p:nvSpPr>
        <p:spPr>
          <a:xfrm>
            <a:off x="102276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1916102"/>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Text Placeholder 11">
            <a:extLst>
              <a:ext uri="{FF2B5EF4-FFF2-40B4-BE49-F238E27FC236}">
                <a16:creationId xmlns:a16="http://schemas.microsoft.com/office/drawing/2014/main" id="{5AE7A1D2-DAC3-46BE-AA9A-E1EB0825207A}"/>
              </a:ext>
            </a:extLst>
          </p:cNvPr>
          <p:cNvSpPr>
            <a:spLocks noGrp="1"/>
          </p:cNvSpPr>
          <p:nvPr>
            <p:ph type="body" sz="quarter" idx="17"/>
          </p:nvPr>
        </p:nvSpPr>
        <p:spPr>
          <a:xfrm>
            <a:off x="1980600" y="1916102"/>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Text Placeholder 11">
            <a:extLst>
              <a:ext uri="{FF2B5EF4-FFF2-40B4-BE49-F238E27FC236}">
                <a16:creationId xmlns:a16="http://schemas.microsoft.com/office/drawing/2014/main" id="{3CF0CC0E-6E4F-4BBB-AC3B-74E8C1262776}"/>
              </a:ext>
            </a:extLst>
          </p:cNvPr>
          <p:cNvSpPr>
            <a:spLocks noGrp="1"/>
          </p:cNvSpPr>
          <p:nvPr>
            <p:ph type="body" sz="quarter" idx="18"/>
          </p:nvPr>
        </p:nvSpPr>
        <p:spPr>
          <a:xfrm>
            <a:off x="36300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3" name="Text Placeholder 11">
            <a:extLst>
              <a:ext uri="{FF2B5EF4-FFF2-40B4-BE49-F238E27FC236}">
                <a16:creationId xmlns:a16="http://schemas.microsoft.com/office/drawing/2014/main" id="{F46DB502-496B-4374-80BE-F2A5D51992FE}"/>
              </a:ext>
            </a:extLst>
          </p:cNvPr>
          <p:cNvSpPr>
            <a:spLocks noGrp="1"/>
          </p:cNvSpPr>
          <p:nvPr>
            <p:ph type="body" sz="quarter" idx="19"/>
          </p:nvPr>
        </p:nvSpPr>
        <p:spPr>
          <a:xfrm>
            <a:off x="52794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Text Placeholder 11">
            <a:extLst>
              <a:ext uri="{FF2B5EF4-FFF2-40B4-BE49-F238E27FC236}">
                <a16:creationId xmlns:a16="http://schemas.microsoft.com/office/drawing/2014/main" id="{4B72E113-B74F-4C8D-B9C6-1799A1DAE158}"/>
              </a:ext>
            </a:extLst>
          </p:cNvPr>
          <p:cNvSpPr>
            <a:spLocks noGrp="1"/>
          </p:cNvSpPr>
          <p:nvPr>
            <p:ph type="body" sz="quarter" idx="20"/>
          </p:nvPr>
        </p:nvSpPr>
        <p:spPr>
          <a:xfrm>
            <a:off x="69288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Text Placeholder 11">
            <a:extLst>
              <a:ext uri="{FF2B5EF4-FFF2-40B4-BE49-F238E27FC236}">
                <a16:creationId xmlns:a16="http://schemas.microsoft.com/office/drawing/2014/main" id="{FE86579E-E5FB-4B48-A02E-380334B3B7D7}"/>
              </a:ext>
            </a:extLst>
          </p:cNvPr>
          <p:cNvSpPr>
            <a:spLocks noGrp="1"/>
          </p:cNvSpPr>
          <p:nvPr>
            <p:ph type="body" sz="quarter" idx="26"/>
          </p:nvPr>
        </p:nvSpPr>
        <p:spPr>
          <a:xfrm>
            <a:off x="85782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8" name="Text Placeholder 11">
            <a:extLst>
              <a:ext uri="{FF2B5EF4-FFF2-40B4-BE49-F238E27FC236}">
                <a16:creationId xmlns:a16="http://schemas.microsoft.com/office/drawing/2014/main" id="{4FB5AF6E-663D-4AEE-B328-405A089F5CCF}"/>
              </a:ext>
            </a:extLst>
          </p:cNvPr>
          <p:cNvSpPr>
            <a:spLocks noGrp="1"/>
          </p:cNvSpPr>
          <p:nvPr>
            <p:ph type="body" sz="quarter" idx="28"/>
          </p:nvPr>
        </p:nvSpPr>
        <p:spPr>
          <a:xfrm>
            <a:off x="102276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CB798486-D620-4807-AC6D-3BD811E629F8}"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535713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meline: five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67200" y="26280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2707200" y="2628000"/>
            <a:ext cx="457200" cy="457200"/>
          </a:xfrm>
        </p:spPr>
        <p:txBody>
          <a:bodyPr lIns="0" tIns="0" rIns="0" bIns="0"/>
          <a:lstStyle>
            <a:lvl1pPr algn="ctr">
              <a:defRPr sz="700" b="1"/>
            </a:lvl1pPr>
          </a:lstStyle>
          <a:p>
            <a:r>
              <a:rPr lang="en-US" noProof="0"/>
              <a:t>Please add icon</a:t>
            </a:r>
            <a:endParaRPr lang="en-US"/>
          </a:p>
        </p:txBody>
      </p:sp>
      <p:sp>
        <p:nvSpPr>
          <p:cNvPr id="1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5047200" y="2628000"/>
            <a:ext cx="457200" cy="457200"/>
          </a:xfrm>
        </p:spPr>
        <p:txBody>
          <a:bodyPr lIns="0" tIns="0" rIns="0" bIns="0"/>
          <a:lstStyle>
            <a:lvl1pPr algn="ctr">
              <a:defRPr sz="700" b="1"/>
            </a:lvl1pPr>
          </a:lstStyle>
          <a:p>
            <a:r>
              <a:rPr lang="en-US" noProof="0"/>
              <a:t>Please add icon</a:t>
            </a:r>
            <a:endParaRPr lang="en-US"/>
          </a:p>
        </p:txBody>
      </p:sp>
      <p:sp>
        <p:nvSpPr>
          <p:cNvPr id="16"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7387200" y="2628000"/>
            <a:ext cx="457200" cy="457200"/>
          </a:xfrm>
        </p:spPr>
        <p:txBody>
          <a:bodyPr lIns="0" tIns="0" rIns="0" bIns="0"/>
          <a:lstStyle>
            <a:lvl1pPr algn="ctr">
              <a:defRPr sz="700" b="1"/>
            </a:lvl1pPr>
          </a:lstStyle>
          <a:p>
            <a:r>
              <a:rPr lang="en-US" noProof="0"/>
              <a:t>Please add icon</a:t>
            </a:r>
            <a:endParaRPr lang="en-US"/>
          </a:p>
        </p:txBody>
      </p:sp>
      <p:sp>
        <p:nvSpPr>
          <p:cNvPr id="18"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9727200" y="2628000"/>
            <a:ext cx="457200" cy="457200"/>
          </a:xfrm>
        </p:spPr>
        <p:txBody>
          <a:bodyPr lIns="0" tIns="0" rIns="0" bIns="0"/>
          <a:lstStyle>
            <a:lvl1pPr algn="ctr">
              <a:defRPr sz="700" b="1"/>
            </a:lvl1pPr>
          </a:lstStyle>
          <a:p>
            <a:r>
              <a:rPr lang="en-US" noProof="0"/>
              <a:t>Please add icon</a:t>
            </a:r>
            <a:endParaRPr lang="en-US"/>
          </a:p>
        </p:txBody>
      </p:sp>
      <p:sp>
        <p:nvSpPr>
          <p:cNvPr id="22" name="Text Placeholder 11">
            <a:extLst>
              <a:ext uri="{FF2B5EF4-FFF2-40B4-BE49-F238E27FC236}">
                <a16:creationId xmlns:a16="http://schemas.microsoft.com/office/drawing/2014/main" id="{5CE67186-CCF3-4DDD-89EF-CB4B536BBBF0}"/>
              </a:ext>
            </a:extLst>
          </p:cNvPr>
          <p:cNvSpPr>
            <a:spLocks noGrp="1"/>
          </p:cNvSpPr>
          <p:nvPr>
            <p:ph type="body" sz="quarter" idx="26"/>
          </p:nvPr>
        </p:nvSpPr>
        <p:spPr bwMode="gray">
          <a:xfrm>
            <a:off x="594000" y="3258000"/>
            <a:ext cx="11264400" cy="0"/>
          </a:xfrm>
          <a:custGeom>
            <a:avLst/>
            <a:gdLst>
              <a:gd name="connsiteX0" fmla="*/ 0 w 7652632"/>
              <a:gd name="connsiteY0" fmla="*/ 0 h 174512"/>
              <a:gd name="connsiteX1" fmla="*/ 7652632 w 7652632"/>
              <a:gd name="connsiteY1" fmla="*/ 0 h 174512"/>
              <a:gd name="connsiteX2" fmla="*/ 7652632 w 7652632"/>
              <a:gd name="connsiteY2" fmla="*/ 174512 h 174512"/>
              <a:gd name="connsiteX3" fmla="*/ 0 w 7652632"/>
              <a:gd name="connsiteY3" fmla="*/ 174512 h 174512"/>
              <a:gd name="connsiteX4" fmla="*/ 0 w 7652632"/>
              <a:gd name="connsiteY4" fmla="*/ 0 h 174512"/>
              <a:gd name="connsiteX0" fmla="*/ 0 w 7652632"/>
              <a:gd name="connsiteY0" fmla="*/ 174512 h 265952"/>
              <a:gd name="connsiteX1" fmla="*/ 0 w 7652632"/>
              <a:gd name="connsiteY1" fmla="*/ 0 h 265952"/>
              <a:gd name="connsiteX2" fmla="*/ 7652632 w 7652632"/>
              <a:gd name="connsiteY2" fmla="*/ 0 h 265952"/>
              <a:gd name="connsiteX3" fmla="*/ 7652632 w 7652632"/>
              <a:gd name="connsiteY3" fmla="*/ 174512 h 265952"/>
              <a:gd name="connsiteX4" fmla="*/ 91440 w 7652632"/>
              <a:gd name="connsiteY4" fmla="*/ 265952 h 265952"/>
              <a:gd name="connsiteX0" fmla="*/ 0 w 7652632"/>
              <a:gd name="connsiteY0" fmla="*/ 174512 h 174512"/>
              <a:gd name="connsiteX1" fmla="*/ 0 w 7652632"/>
              <a:gd name="connsiteY1" fmla="*/ 0 h 174512"/>
              <a:gd name="connsiteX2" fmla="*/ 7652632 w 7652632"/>
              <a:gd name="connsiteY2" fmla="*/ 0 h 174512"/>
              <a:gd name="connsiteX3" fmla="*/ 7652632 w 7652632"/>
              <a:gd name="connsiteY3" fmla="*/ 174512 h 174512"/>
              <a:gd name="connsiteX0" fmla="*/ 0 w 7652632"/>
              <a:gd name="connsiteY0" fmla="*/ 0 h 174512"/>
              <a:gd name="connsiteX1" fmla="*/ 7652632 w 7652632"/>
              <a:gd name="connsiteY1" fmla="*/ 0 h 174512"/>
              <a:gd name="connsiteX2" fmla="*/ 7652632 w 7652632"/>
              <a:gd name="connsiteY2" fmla="*/ 174512 h 174512"/>
              <a:gd name="connsiteX0" fmla="*/ 0 w 7652632"/>
              <a:gd name="connsiteY0" fmla="*/ 0 h 0"/>
              <a:gd name="connsiteX1" fmla="*/ 7652632 w 7652632"/>
              <a:gd name="connsiteY1" fmla="*/ 0 h 0"/>
            </a:gdLst>
            <a:ahLst/>
            <a:cxnLst>
              <a:cxn ang="0">
                <a:pos x="connsiteX0" y="connsiteY0"/>
              </a:cxn>
              <a:cxn ang="0">
                <a:pos x="connsiteX1" y="connsiteY1"/>
              </a:cxn>
            </a:cxnLst>
            <a:rect l="l" t="t" r="r" b="b"/>
            <a:pathLst>
              <a:path w="7652632">
                <a:moveTo>
                  <a:pt x="0" y="0"/>
                </a:moveTo>
                <a:lnTo>
                  <a:pt x="7652632" y="0"/>
                </a:lnTo>
              </a:path>
            </a:pathLst>
          </a:custGeom>
          <a:ln w="15875">
            <a:solidFill>
              <a:schemeClr val="accent4"/>
            </a:solidFill>
            <a:tailEnd type="arrow" w="med" len="sm"/>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3" name="Text Placeholder 11">
            <a:extLst>
              <a:ext uri="{FF2B5EF4-FFF2-40B4-BE49-F238E27FC236}">
                <a16:creationId xmlns:a16="http://schemas.microsoft.com/office/drawing/2014/main" id="{976CC6DF-7551-4B6C-A618-D58E9805CE92}"/>
              </a:ext>
            </a:extLst>
          </p:cNvPr>
          <p:cNvSpPr>
            <a:spLocks noGrp="1"/>
          </p:cNvSpPr>
          <p:nvPr>
            <p:ph type="body" sz="quarter" idx="27"/>
          </p:nvPr>
        </p:nvSpPr>
        <p:spPr>
          <a:xfrm>
            <a:off x="54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Text Placeholder 11">
            <a:extLst>
              <a:ext uri="{FF2B5EF4-FFF2-40B4-BE49-F238E27FC236}">
                <a16:creationId xmlns:a16="http://schemas.microsoft.com/office/drawing/2014/main" id="{55E7D41C-3046-4F7E-8B69-F4C83361509F}"/>
              </a:ext>
            </a:extLst>
          </p:cNvPr>
          <p:cNvSpPr>
            <a:spLocks noGrp="1"/>
          </p:cNvSpPr>
          <p:nvPr>
            <p:ph type="body" sz="quarter" idx="28"/>
          </p:nvPr>
        </p:nvSpPr>
        <p:spPr>
          <a:xfrm>
            <a:off x="288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Text Placeholder 11">
            <a:extLst>
              <a:ext uri="{FF2B5EF4-FFF2-40B4-BE49-F238E27FC236}">
                <a16:creationId xmlns:a16="http://schemas.microsoft.com/office/drawing/2014/main" id="{DAC75856-6BC0-4D21-AF0C-407CC2A03047}"/>
              </a:ext>
            </a:extLst>
          </p:cNvPr>
          <p:cNvSpPr>
            <a:spLocks noGrp="1"/>
          </p:cNvSpPr>
          <p:nvPr>
            <p:ph type="body" sz="quarter" idx="29"/>
          </p:nvPr>
        </p:nvSpPr>
        <p:spPr>
          <a:xfrm>
            <a:off x="522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Text Placeholder 11">
            <a:extLst>
              <a:ext uri="{FF2B5EF4-FFF2-40B4-BE49-F238E27FC236}">
                <a16:creationId xmlns:a16="http://schemas.microsoft.com/office/drawing/2014/main" id="{ECF624F4-7D6E-415F-B67F-32ED309EB60C}"/>
              </a:ext>
            </a:extLst>
          </p:cNvPr>
          <p:cNvSpPr>
            <a:spLocks noGrp="1"/>
          </p:cNvSpPr>
          <p:nvPr>
            <p:ph type="body" sz="quarter" idx="30"/>
          </p:nvPr>
        </p:nvSpPr>
        <p:spPr>
          <a:xfrm>
            <a:off x="756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7" name="Text Placeholder 11">
            <a:extLst>
              <a:ext uri="{FF2B5EF4-FFF2-40B4-BE49-F238E27FC236}">
                <a16:creationId xmlns:a16="http://schemas.microsoft.com/office/drawing/2014/main" id="{EB82237B-1203-4191-BF1A-5B4068747CF6}"/>
              </a:ext>
            </a:extLst>
          </p:cNvPr>
          <p:cNvSpPr>
            <a:spLocks noGrp="1"/>
          </p:cNvSpPr>
          <p:nvPr>
            <p:ph type="body" sz="quarter" idx="31"/>
          </p:nvPr>
        </p:nvSpPr>
        <p:spPr>
          <a:xfrm>
            <a:off x="990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54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3"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288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5"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522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7"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756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9"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990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58D6B7A-9754-4804-8F5A-2118F4CADF5E}"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108923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meline: eight icons &amp; text boxes">
    <p:spTree>
      <p:nvGrpSpPr>
        <p:cNvPr id="1" name=""/>
        <p:cNvGrpSpPr/>
        <p:nvPr/>
      </p:nvGrpSpPr>
      <p:grpSpPr>
        <a:xfrm>
          <a:off x="0" y="0"/>
          <a:ext cx="0" cy="0"/>
          <a:chOff x="0" y="0"/>
          <a:chExt cx="0" cy="0"/>
        </a:xfrm>
      </p:grpSpPr>
      <p:sp>
        <p:nvSpPr>
          <p:cNvPr id="34" name="Text Placeholder 11">
            <a:extLst>
              <a:ext uri="{FF2B5EF4-FFF2-40B4-BE49-F238E27FC236}">
                <a16:creationId xmlns:a16="http://schemas.microsoft.com/office/drawing/2014/main" id="{9F115F95-ABE8-402C-A02F-266D5B211E49}"/>
              </a:ext>
            </a:extLst>
          </p:cNvPr>
          <p:cNvSpPr>
            <a:spLocks noGrp="1"/>
          </p:cNvSpPr>
          <p:nvPr>
            <p:ph type="body" sz="quarter" idx="32"/>
          </p:nvPr>
        </p:nvSpPr>
        <p:spPr bwMode="gray">
          <a:xfrm>
            <a:off x="558000" y="3258000"/>
            <a:ext cx="11296800" cy="0"/>
          </a:xfrm>
          <a:custGeom>
            <a:avLst/>
            <a:gdLst>
              <a:gd name="connsiteX0" fmla="*/ 0 w 1152000"/>
              <a:gd name="connsiteY0" fmla="*/ 0 h 93031"/>
              <a:gd name="connsiteX1" fmla="*/ 1152000 w 1152000"/>
              <a:gd name="connsiteY1" fmla="*/ 0 h 93031"/>
              <a:gd name="connsiteX2" fmla="*/ 1152000 w 1152000"/>
              <a:gd name="connsiteY2" fmla="*/ 93031 h 93031"/>
              <a:gd name="connsiteX3" fmla="*/ 0 w 1152000"/>
              <a:gd name="connsiteY3" fmla="*/ 93031 h 93031"/>
              <a:gd name="connsiteX4" fmla="*/ 0 w 1152000"/>
              <a:gd name="connsiteY4" fmla="*/ 0 h 93031"/>
              <a:gd name="connsiteX0" fmla="*/ 1152000 w 1243440"/>
              <a:gd name="connsiteY0" fmla="*/ 93031 h 184471"/>
              <a:gd name="connsiteX1" fmla="*/ 0 w 1243440"/>
              <a:gd name="connsiteY1" fmla="*/ 93031 h 184471"/>
              <a:gd name="connsiteX2" fmla="*/ 0 w 1243440"/>
              <a:gd name="connsiteY2" fmla="*/ 0 h 184471"/>
              <a:gd name="connsiteX3" fmla="*/ 1152000 w 1243440"/>
              <a:gd name="connsiteY3" fmla="*/ 0 h 184471"/>
              <a:gd name="connsiteX4" fmla="*/ 1243440 w 1243440"/>
              <a:gd name="connsiteY4" fmla="*/ 184471 h 184471"/>
              <a:gd name="connsiteX0" fmla="*/ 1152000 w 1152000"/>
              <a:gd name="connsiteY0" fmla="*/ 93031 h 93031"/>
              <a:gd name="connsiteX1" fmla="*/ 0 w 1152000"/>
              <a:gd name="connsiteY1" fmla="*/ 93031 h 93031"/>
              <a:gd name="connsiteX2" fmla="*/ 0 w 1152000"/>
              <a:gd name="connsiteY2" fmla="*/ 0 h 93031"/>
              <a:gd name="connsiteX3" fmla="*/ 1152000 w 1152000"/>
              <a:gd name="connsiteY3" fmla="*/ 0 h 93031"/>
              <a:gd name="connsiteX0" fmla="*/ 0 w 1152000"/>
              <a:gd name="connsiteY0" fmla="*/ 93031 h 93031"/>
              <a:gd name="connsiteX1" fmla="*/ 0 w 1152000"/>
              <a:gd name="connsiteY1" fmla="*/ 0 h 93031"/>
              <a:gd name="connsiteX2" fmla="*/ 1152000 w 1152000"/>
              <a:gd name="connsiteY2" fmla="*/ 0 h 93031"/>
              <a:gd name="connsiteX0" fmla="*/ 0 w 1152000"/>
              <a:gd name="connsiteY0" fmla="*/ 0 h 0"/>
              <a:gd name="connsiteX1" fmla="*/ 1152000 w 1152000"/>
              <a:gd name="connsiteY1" fmla="*/ 0 h 0"/>
            </a:gdLst>
            <a:ahLst/>
            <a:cxnLst>
              <a:cxn ang="0">
                <a:pos x="connsiteX0" y="connsiteY0"/>
              </a:cxn>
              <a:cxn ang="0">
                <a:pos x="connsiteX1" y="connsiteY1"/>
              </a:cxn>
            </a:cxnLst>
            <a:rect l="l" t="t" r="r" b="b"/>
            <a:pathLst>
              <a:path w="1152000">
                <a:moveTo>
                  <a:pt x="0" y="0"/>
                </a:moveTo>
                <a:lnTo>
                  <a:pt x="1152000" y="0"/>
                </a:lnTo>
              </a:path>
            </a:pathLst>
          </a:custGeom>
          <a:ln w="15875">
            <a:solidFill>
              <a:schemeClr val="accent4"/>
            </a:solidFill>
            <a:tailEnd type="arrow" w="med" len="sm"/>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67200" y="26280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1789714" y="2628000"/>
            <a:ext cx="457200" cy="457200"/>
          </a:xfrm>
        </p:spPr>
        <p:txBody>
          <a:bodyPr lIns="0" tIns="0" rIns="0" bIns="0"/>
          <a:lstStyle>
            <a:lvl1pPr algn="ctr">
              <a:defRPr sz="700" b="1"/>
            </a:lvl1pPr>
          </a:lstStyle>
          <a:p>
            <a:r>
              <a:rPr lang="en-US" noProof="0"/>
              <a:t>Please add icon</a:t>
            </a:r>
            <a:endParaRPr lang="en-US"/>
          </a:p>
        </p:txBody>
      </p:sp>
      <p:sp>
        <p:nvSpPr>
          <p:cNvPr id="1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3212228" y="2628000"/>
            <a:ext cx="457200" cy="457200"/>
          </a:xfrm>
        </p:spPr>
        <p:txBody>
          <a:bodyPr lIns="0" tIns="0" rIns="0" bIns="0"/>
          <a:lstStyle>
            <a:lvl1pPr algn="ctr">
              <a:defRPr sz="700" b="1"/>
            </a:lvl1pPr>
          </a:lstStyle>
          <a:p>
            <a:r>
              <a:rPr lang="en-US" noProof="0"/>
              <a:t>Please add icon</a:t>
            </a:r>
            <a:endParaRPr lang="en-US"/>
          </a:p>
        </p:txBody>
      </p:sp>
      <p:sp>
        <p:nvSpPr>
          <p:cNvPr id="16"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4634742" y="2628000"/>
            <a:ext cx="457200" cy="457200"/>
          </a:xfrm>
        </p:spPr>
        <p:txBody>
          <a:bodyPr lIns="0" tIns="0" rIns="0" bIns="0"/>
          <a:lstStyle>
            <a:lvl1pPr algn="ctr">
              <a:defRPr sz="700" b="1"/>
            </a:lvl1pPr>
          </a:lstStyle>
          <a:p>
            <a:r>
              <a:rPr lang="en-US" noProof="0"/>
              <a:t>Please add icon</a:t>
            </a:r>
            <a:endParaRPr lang="en-US"/>
          </a:p>
        </p:txBody>
      </p:sp>
      <p:sp>
        <p:nvSpPr>
          <p:cNvPr id="18"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6057256" y="2628000"/>
            <a:ext cx="457200" cy="457200"/>
          </a:xfrm>
        </p:spPr>
        <p:txBody>
          <a:bodyPr lIns="0" tIns="0" rIns="0" bIns="0"/>
          <a:lstStyle>
            <a:lvl1pPr algn="ctr">
              <a:defRPr sz="700" b="1"/>
            </a:lvl1pPr>
          </a:lstStyle>
          <a:p>
            <a:r>
              <a:rPr lang="en-US" noProof="0"/>
              <a:t>Please add icon</a:t>
            </a:r>
            <a:endParaRPr lang="en-US"/>
          </a:p>
        </p:txBody>
      </p:sp>
      <p:sp>
        <p:nvSpPr>
          <p:cNvPr id="28" name="Picture Placeholder 10">
            <a:extLst>
              <a:ext uri="{FF2B5EF4-FFF2-40B4-BE49-F238E27FC236}">
                <a16:creationId xmlns:a16="http://schemas.microsoft.com/office/drawing/2014/main" id="{BE766B07-3708-4890-9255-CC2A2A5CECBF}"/>
              </a:ext>
            </a:extLst>
          </p:cNvPr>
          <p:cNvSpPr>
            <a:spLocks noGrp="1"/>
          </p:cNvSpPr>
          <p:nvPr>
            <p:ph type="pic" sz="quarter" idx="26" hasCustomPrompt="1"/>
          </p:nvPr>
        </p:nvSpPr>
        <p:spPr>
          <a:xfrm>
            <a:off x="7479770" y="2628000"/>
            <a:ext cx="457200" cy="457200"/>
          </a:xfrm>
        </p:spPr>
        <p:txBody>
          <a:bodyPr lIns="0" tIns="0" rIns="0" bIns="0"/>
          <a:lstStyle>
            <a:lvl1pPr algn="ctr">
              <a:defRPr sz="700" b="1"/>
            </a:lvl1pPr>
          </a:lstStyle>
          <a:p>
            <a:r>
              <a:rPr lang="en-US" noProof="0"/>
              <a:t>Please add icon</a:t>
            </a:r>
            <a:endParaRPr lang="en-US"/>
          </a:p>
        </p:txBody>
      </p:sp>
      <p:sp>
        <p:nvSpPr>
          <p:cNvPr id="30" name="Picture Placeholder 10">
            <a:extLst>
              <a:ext uri="{FF2B5EF4-FFF2-40B4-BE49-F238E27FC236}">
                <a16:creationId xmlns:a16="http://schemas.microsoft.com/office/drawing/2014/main" id="{65E2D852-BE36-42A3-A2B8-94EA0CA4EE6D}"/>
              </a:ext>
            </a:extLst>
          </p:cNvPr>
          <p:cNvSpPr>
            <a:spLocks noGrp="1"/>
          </p:cNvSpPr>
          <p:nvPr>
            <p:ph type="pic" sz="quarter" idx="28" hasCustomPrompt="1"/>
          </p:nvPr>
        </p:nvSpPr>
        <p:spPr>
          <a:xfrm>
            <a:off x="8902284" y="2628000"/>
            <a:ext cx="457200" cy="457200"/>
          </a:xfrm>
        </p:spPr>
        <p:txBody>
          <a:bodyPr lIns="0" tIns="0" rIns="0" bIns="0"/>
          <a:lstStyle>
            <a:lvl1pPr algn="ctr">
              <a:defRPr sz="700" b="1"/>
            </a:lvl1pPr>
          </a:lstStyle>
          <a:p>
            <a:r>
              <a:rPr lang="en-US" noProof="0"/>
              <a:t>Please add icon</a:t>
            </a:r>
            <a:endParaRPr lang="en-US"/>
          </a:p>
        </p:txBody>
      </p:sp>
      <p:sp>
        <p:nvSpPr>
          <p:cNvPr id="32" name="Picture Placeholder 10">
            <a:extLst>
              <a:ext uri="{FF2B5EF4-FFF2-40B4-BE49-F238E27FC236}">
                <a16:creationId xmlns:a16="http://schemas.microsoft.com/office/drawing/2014/main" id="{47866753-9238-4EF3-9507-1A1A08058E9C}"/>
              </a:ext>
            </a:extLst>
          </p:cNvPr>
          <p:cNvSpPr>
            <a:spLocks noGrp="1"/>
          </p:cNvSpPr>
          <p:nvPr>
            <p:ph type="pic" sz="quarter" idx="30" hasCustomPrompt="1"/>
          </p:nvPr>
        </p:nvSpPr>
        <p:spPr>
          <a:xfrm>
            <a:off x="10324800" y="2628000"/>
            <a:ext cx="457200" cy="457200"/>
          </a:xfrm>
        </p:spPr>
        <p:txBody>
          <a:bodyPr lIns="0" tIns="0" rIns="0" bIns="0"/>
          <a:lstStyle>
            <a:lvl1pPr algn="ctr">
              <a:defRPr sz="700" b="1"/>
            </a:lvl1pPr>
          </a:lstStyle>
          <a:p>
            <a:r>
              <a:rPr lang="en-US" noProof="0"/>
              <a:t>Please add icon</a:t>
            </a:r>
            <a:endParaRPr lang="en-US"/>
          </a:p>
        </p:txBody>
      </p:sp>
      <p:sp>
        <p:nvSpPr>
          <p:cNvPr id="35" name="Text Placeholder 11">
            <a:extLst>
              <a:ext uri="{FF2B5EF4-FFF2-40B4-BE49-F238E27FC236}">
                <a16:creationId xmlns:a16="http://schemas.microsoft.com/office/drawing/2014/main" id="{C6B1807F-9211-4322-A9DE-43E7460326F6}"/>
              </a:ext>
            </a:extLst>
          </p:cNvPr>
          <p:cNvSpPr>
            <a:spLocks noGrp="1"/>
          </p:cNvSpPr>
          <p:nvPr>
            <p:ph type="body" sz="quarter" idx="33"/>
          </p:nvPr>
        </p:nvSpPr>
        <p:spPr>
          <a:xfrm>
            <a:off x="543600"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6" name="Text Placeholder 11">
            <a:extLst>
              <a:ext uri="{FF2B5EF4-FFF2-40B4-BE49-F238E27FC236}">
                <a16:creationId xmlns:a16="http://schemas.microsoft.com/office/drawing/2014/main" id="{713703C9-52F7-41B2-8F89-4F2E87FC5B78}"/>
              </a:ext>
            </a:extLst>
          </p:cNvPr>
          <p:cNvSpPr>
            <a:spLocks noGrp="1"/>
          </p:cNvSpPr>
          <p:nvPr>
            <p:ph type="body" sz="quarter" idx="34"/>
          </p:nvPr>
        </p:nvSpPr>
        <p:spPr>
          <a:xfrm>
            <a:off x="1966114"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7" name="Text Placeholder 11">
            <a:extLst>
              <a:ext uri="{FF2B5EF4-FFF2-40B4-BE49-F238E27FC236}">
                <a16:creationId xmlns:a16="http://schemas.microsoft.com/office/drawing/2014/main" id="{CD7859A9-DEAC-44BA-90B2-C59341DD7AA5}"/>
              </a:ext>
            </a:extLst>
          </p:cNvPr>
          <p:cNvSpPr>
            <a:spLocks noGrp="1"/>
          </p:cNvSpPr>
          <p:nvPr>
            <p:ph type="body" sz="quarter" idx="35"/>
          </p:nvPr>
        </p:nvSpPr>
        <p:spPr>
          <a:xfrm>
            <a:off x="3388628"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8" name="Text Placeholder 11">
            <a:extLst>
              <a:ext uri="{FF2B5EF4-FFF2-40B4-BE49-F238E27FC236}">
                <a16:creationId xmlns:a16="http://schemas.microsoft.com/office/drawing/2014/main" id="{F2B89E32-E735-4545-BDE1-3CA3BEDF7DE6}"/>
              </a:ext>
            </a:extLst>
          </p:cNvPr>
          <p:cNvSpPr>
            <a:spLocks noGrp="1"/>
          </p:cNvSpPr>
          <p:nvPr>
            <p:ph type="body" sz="quarter" idx="36"/>
          </p:nvPr>
        </p:nvSpPr>
        <p:spPr>
          <a:xfrm>
            <a:off x="4811142"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9" name="Text Placeholder 11">
            <a:extLst>
              <a:ext uri="{FF2B5EF4-FFF2-40B4-BE49-F238E27FC236}">
                <a16:creationId xmlns:a16="http://schemas.microsoft.com/office/drawing/2014/main" id="{79DB9110-B5F8-423A-A697-8591E76C9EE4}"/>
              </a:ext>
            </a:extLst>
          </p:cNvPr>
          <p:cNvSpPr>
            <a:spLocks noGrp="1"/>
          </p:cNvSpPr>
          <p:nvPr>
            <p:ph type="body" sz="quarter" idx="37"/>
          </p:nvPr>
        </p:nvSpPr>
        <p:spPr>
          <a:xfrm>
            <a:off x="6233656"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40" name="Text Placeholder 11">
            <a:extLst>
              <a:ext uri="{FF2B5EF4-FFF2-40B4-BE49-F238E27FC236}">
                <a16:creationId xmlns:a16="http://schemas.microsoft.com/office/drawing/2014/main" id="{4A113945-5C37-4C98-9F22-2E8E222896F0}"/>
              </a:ext>
            </a:extLst>
          </p:cNvPr>
          <p:cNvSpPr>
            <a:spLocks noGrp="1"/>
          </p:cNvSpPr>
          <p:nvPr>
            <p:ph type="body" sz="quarter" idx="38"/>
          </p:nvPr>
        </p:nvSpPr>
        <p:spPr>
          <a:xfrm>
            <a:off x="7656170"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41" name="Text Placeholder 11">
            <a:extLst>
              <a:ext uri="{FF2B5EF4-FFF2-40B4-BE49-F238E27FC236}">
                <a16:creationId xmlns:a16="http://schemas.microsoft.com/office/drawing/2014/main" id="{6CFB8023-5E64-4185-A3F2-D0F8FCB194A8}"/>
              </a:ext>
            </a:extLst>
          </p:cNvPr>
          <p:cNvSpPr>
            <a:spLocks noGrp="1"/>
          </p:cNvSpPr>
          <p:nvPr>
            <p:ph type="body" sz="quarter" idx="39"/>
          </p:nvPr>
        </p:nvSpPr>
        <p:spPr>
          <a:xfrm>
            <a:off x="9078684"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42" name="Text Placeholder 11">
            <a:extLst>
              <a:ext uri="{FF2B5EF4-FFF2-40B4-BE49-F238E27FC236}">
                <a16:creationId xmlns:a16="http://schemas.microsoft.com/office/drawing/2014/main" id="{E41837A5-5A9E-4304-9788-7F565C602441}"/>
              </a:ext>
            </a:extLst>
          </p:cNvPr>
          <p:cNvSpPr>
            <a:spLocks noGrp="1"/>
          </p:cNvSpPr>
          <p:nvPr>
            <p:ph type="body" sz="quarter" idx="40"/>
          </p:nvPr>
        </p:nvSpPr>
        <p:spPr>
          <a:xfrm>
            <a:off x="10501200"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543600"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51" name="Text Placeholder 11">
            <a:extLst>
              <a:ext uri="{FF2B5EF4-FFF2-40B4-BE49-F238E27FC236}">
                <a16:creationId xmlns:a16="http://schemas.microsoft.com/office/drawing/2014/main" id="{4D6AB49F-5CDC-4EA4-8AD2-A427B0E0BBA5}"/>
              </a:ext>
            </a:extLst>
          </p:cNvPr>
          <p:cNvSpPr>
            <a:spLocks noGrp="1"/>
          </p:cNvSpPr>
          <p:nvPr>
            <p:ph type="body" sz="quarter" idx="41"/>
          </p:nvPr>
        </p:nvSpPr>
        <p:spPr>
          <a:xfrm>
            <a:off x="1966114"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52" name="Text Placeholder 11">
            <a:extLst>
              <a:ext uri="{FF2B5EF4-FFF2-40B4-BE49-F238E27FC236}">
                <a16:creationId xmlns:a16="http://schemas.microsoft.com/office/drawing/2014/main" id="{F463238E-B23C-4F7A-B1CE-7F163AD95E4B}"/>
              </a:ext>
            </a:extLst>
          </p:cNvPr>
          <p:cNvSpPr>
            <a:spLocks noGrp="1"/>
          </p:cNvSpPr>
          <p:nvPr>
            <p:ph type="body" sz="quarter" idx="42"/>
          </p:nvPr>
        </p:nvSpPr>
        <p:spPr>
          <a:xfrm>
            <a:off x="3388628"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53" name="Text Placeholder 11">
            <a:extLst>
              <a:ext uri="{FF2B5EF4-FFF2-40B4-BE49-F238E27FC236}">
                <a16:creationId xmlns:a16="http://schemas.microsoft.com/office/drawing/2014/main" id="{5DB448C2-2659-44FA-83F9-45594F8D9494}"/>
              </a:ext>
            </a:extLst>
          </p:cNvPr>
          <p:cNvSpPr>
            <a:spLocks noGrp="1"/>
          </p:cNvSpPr>
          <p:nvPr>
            <p:ph type="body" sz="quarter" idx="43"/>
          </p:nvPr>
        </p:nvSpPr>
        <p:spPr>
          <a:xfrm>
            <a:off x="4811142"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54" name="Text Placeholder 11">
            <a:extLst>
              <a:ext uri="{FF2B5EF4-FFF2-40B4-BE49-F238E27FC236}">
                <a16:creationId xmlns:a16="http://schemas.microsoft.com/office/drawing/2014/main" id="{0790F9F6-D5F4-45A2-A221-F081E5C91D0B}"/>
              </a:ext>
            </a:extLst>
          </p:cNvPr>
          <p:cNvSpPr>
            <a:spLocks noGrp="1"/>
          </p:cNvSpPr>
          <p:nvPr>
            <p:ph type="body" sz="quarter" idx="44"/>
          </p:nvPr>
        </p:nvSpPr>
        <p:spPr>
          <a:xfrm>
            <a:off x="6233656"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55" name="Text Placeholder 11">
            <a:extLst>
              <a:ext uri="{FF2B5EF4-FFF2-40B4-BE49-F238E27FC236}">
                <a16:creationId xmlns:a16="http://schemas.microsoft.com/office/drawing/2014/main" id="{D2ADD6FC-36B5-4CFB-851C-0D31F197AB4A}"/>
              </a:ext>
            </a:extLst>
          </p:cNvPr>
          <p:cNvSpPr>
            <a:spLocks noGrp="1"/>
          </p:cNvSpPr>
          <p:nvPr>
            <p:ph type="body" sz="quarter" idx="45"/>
          </p:nvPr>
        </p:nvSpPr>
        <p:spPr>
          <a:xfrm>
            <a:off x="7656170"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56" name="Text Placeholder 11">
            <a:extLst>
              <a:ext uri="{FF2B5EF4-FFF2-40B4-BE49-F238E27FC236}">
                <a16:creationId xmlns:a16="http://schemas.microsoft.com/office/drawing/2014/main" id="{021BC5A5-67A6-48CA-A81C-99793628929B}"/>
              </a:ext>
            </a:extLst>
          </p:cNvPr>
          <p:cNvSpPr>
            <a:spLocks noGrp="1"/>
          </p:cNvSpPr>
          <p:nvPr>
            <p:ph type="body" sz="quarter" idx="46"/>
          </p:nvPr>
        </p:nvSpPr>
        <p:spPr>
          <a:xfrm>
            <a:off x="9078684"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57" name="Text Placeholder 11">
            <a:extLst>
              <a:ext uri="{FF2B5EF4-FFF2-40B4-BE49-F238E27FC236}">
                <a16:creationId xmlns:a16="http://schemas.microsoft.com/office/drawing/2014/main" id="{FB6B97BC-758E-4B5D-BE93-360237912AC9}"/>
              </a:ext>
            </a:extLst>
          </p:cNvPr>
          <p:cNvSpPr>
            <a:spLocks noGrp="1"/>
          </p:cNvSpPr>
          <p:nvPr>
            <p:ph type="body" sz="quarter" idx="47"/>
          </p:nvPr>
        </p:nvSpPr>
        <p:spPr>
          <a:xfrm>
            <a:off x="10501200"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70A194E1-1044-493D-918F-B69AC62FD765}"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912456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94A38730-8F41-4295-B8CF-123547F4AF8F}"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976963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79257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pic>
        <p:nvPicPr>
          <p:cNvPr id="2" name="Tag line">
            <a:extLst>
              <a:ext uri="{FF2B5EF4-FFF2-40B4-BE49-F238E27FC236}">
                <a16:creationId xmlns:a16="http://schemas.microsoft.com/office/drawing/2014/main" id="{6B3816BE-27EB-D6FA-366D-A467FA34B96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528313" y="2826823"/>
            <a:ext cx="5135380" cy="1165171"/>
          </a:xfrm>
          <a:prstGeom prst="rect">
            <a:avLst/>
          </a:prstGeom>
        </p:spPr>
      </p:pic>
      <p:sp>
        <p:nvSpPr>
          <p:cNvPr id="3" name="Rectangle 2">
            <a:extLst>
              <a:ext uri="{FF2B5EF4-FFF2-40B4-BE49-F238E27FC236}">
                <a16:creationId xmlns:a16="http://schemas.microsoft.com/office/drawing/2014/main" id="{B04CEB8C-9FB2-7FEF-DEA7-50BB992EC21A}"/>
              </a:ext>
            </a:extLst>
          </p:cNvPr>
          <p:cNvSpPr/>
          <p:nvPr userDrawn="1"/>
        </p:nvSpPr>
        <p:spPr bwMode="gray">
          <a:xfrm>
            <a:off x="0" y="0"/>
            <a:ext cx="12192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pic>
        <p:nvPicPr>
          <p:cNvPr id="6" name="Logo">
            <a:extLst>
              <a:ext uri="{FF2B5EF4-FFF2-40B4-BE49-F238E27FC236}">
                <a16:creationId xmlns:a16="http://schemas.microsoft.com/office/drawing/2014/main" id="{5CF5BDEC-15D3-9781-E86B-4AE19869EB0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117776" y="3076874"/>
            <a:ext cx="5956449" cy="704253"/>
          </a:xfrm>
          <a:prstGeom prst="rect">
            <a:avLst/>
          </a:prstGeom>
        </p:spPr>
      </p:pic>
    </p:spTree>
    <p:extLst>
      <p:ext uri="{BB962C8B-B14F-4D97-AF65-F5344CB8AC3E}">
        <p14:creationId xmlns:p14="http://schemas.microsoft.com/office/powerpoint/2010/main" val="2623416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svg="http://schemas.microsoft.com/office/drawing/2016/SVG/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 presetClass="emph" presetSubtype="0" fill="hold" nodeType="withEffect">
                                  <p:stCondLst>
                                    <p:cond delay="0"/>
                                  </p:stCondLst>
                                  <p:childTnLst>
                                    <p:animScale>
                                      <p:cBhvr>
                                        <p:cTn id="9" dur="10" fill="hold"/>
                                        <p:tgtEl>
                                          <p:spTgt spid="6"/>
                                        </p:tgtEl>
                                      </p:cBhvr>
                                      <p:by x="125000" y="125000"/>
                                    </p:animScale>
                                  </p:childTnLst>
                                </p:cTn>
                              </p:par>
                              <p:par>
                                <p:cTn id="10" presetID="6" presetClass="emph" presetSubtype="0" decel="53333" fill="hold" nodeType="withEffect">
                                  <p:stCondLst>
                                    <p:cond delay="0"/>
                                  </p:stCondLst>
                                  <p:childTnLst>
                                    <p:animScale>
                                      <p:cBhvr>
                                        <p:cTn id="11" dur="750" fill="hold"/>
                                        <p:tgtEl>
                                          <p:spTgt spid="6"/>
                                        </p:tgtEl>
                                      </p:cBhvr>
                                      <p:by x="80000" y="8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gt;Do not use layouts after this &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ltGray">
          <a:xfrm>
            <a:off x="0" y="0"/>
            <a:ext cx="12192000" cy="6858000"/>
          </a:xfrm>
          <a:prstGeom prst="rect">
            <a:avLst/>
          </a:prstGeom>
          <a:solidFill>
            <a:schemeClr val="tx1"/>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sp>
        <p:nvSpPr>
          <p:cNvPr id="5" name="Do not use"/>
          <p:cNvSpPr txBox="1"/>
          <p:nvPr userDrawn="1"/>
        </p:nvSpPr>
        <p:spPr>
          <a:xfrm>
            <a:off x="430213" y="656823"/>
            <a:ext cx="11356977"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US" sz="4400" b="0" noProof="0">
                <a:solidFill>
                  <a:schemeClr val="bg1"/>
                </a:solidFill>
              </a:rPr>
              <a:t>If you see any </a:t>
            </a:r>
            <a:r>
              <a:rPr lang="en-US" sz="4400" b="1" i="0" noProof="0">
                <a:solidFill>
                  <a:schemeClr val="bg1"/>
                </a:solidFill>
              </a:rPr>
              <a:t>layouts after this </a:t>
            </a:r>
            <a:r>
              <a:rPr lang="en-US" sz="4400" b="0" i="0" noProof="0">
                <a:solidFill>
                  <a:schemeClr val="bg1"/>
                </a:solidFill>
              </a:rPr>
              <a:t>one</a:t>
            </a:r>
            <a:r>
              <a:rPr lang="en-US" sz="4400" b="1" i="1" noProof="0">
                <a:solidFill>
                  <a:schemeClr val="bg1"/>
                </a:solidFill>
              </a:rPr>
              <a:t>,</a:t>
            </a:r>
            <a:br>
              <a:rPr lang="en-GB" sz="4400" b="0" i="0" noProof="0">
                <a:solidFill>
                  <a:schemeClr val="bg1"/>
                </a:solidFill>
              </a:rPr>
            </a:br>
            <a:r>
              <a:rPr lang="en-US" sz="4400" b="0" noProof="0">
                <a:solidFill>
                  <a:schemeClr val="bg1"/>
                </a:solidFill>
              </a:rPr>
              <a:t>do not use them. These layouts </a:t>
            </a:r>
            <a:r>
              <a:rPr lang="en-US" sz="4400" b="1" i="0" u="none" noProof="0">
                <a:solidFill>
                  <a:schemeClr val="bg1"/>
                </a:solidFill>
              </a:rPr>
              <a:t>are not </a:t>
            </a:r>
            <a:r>
              <a:rPr lang="en-US" sz="4400" b="0" noProof="0">
                <a:solidFill>
                  <a:schemeClr val="bg1"/>
                </a:solidFill>
              </a:rPr>
              <a:t>part of our corporate template.</a:t>
            </a:r>
            <a:br>
              <a:rPr lang="en-GB" sz="2800" b="0" noProof="0">
                <a:solidFill>
                  <a:schemeClr val="bg1"/>
                </a:solidFill>
              </a:rPr>
            </a:br>
            <a:br>
              <a:rPr lang="en-GB" sz="2800" b="0" noProof="0">
                <a:solidFill>
                  <a:schemeClr val="bg1"/>
                </a:solidFill>
              </a:rPr>
            </a:br>
            <a:endParaRPr lang="en-US" sz="2800" b="0" noProof="0">
              <a:solidFill>
                <a:schemeClr val="bg1"/>
              </a:solidFill>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black">
          <a:xfrm rot="8100000">
            <a:off x="10404874" y="3325226"/>
            <a:ext cx="103678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black">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black">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0" y="2578102"/>
            <a:ext cx="11218606" cy="2400657"/>
          </a:xfrm>
          <a:prstGeom prst="rect">
            <a:avLst/>
          </a:prstGeom>
        </p:spPr>
        <p:txBody>
          <a:bodyPr wrap="square">
            <a:spAutoFit/>
          </a:bodyPr>
          <a:lstStyle/>
          <a:p>
            <a:pPr algn="ctr"/>
            <a:r>
              <a:rPr lang="en-US" sz="15000" b="1" i="0" noProof="0">
                <a:solidFill>
                  <a:schemeClr val="bg1"/>
                </a:solidFill>
              </a:rPr>
              <a:t>Do not use </a:t>
            </a:r>
            <a:endParaRPr lang="en-US" sz="15000" b="1" i="0"/>
          </a:p>
        </p:txBody>
      </p:sp>
      <p:sp>
        <p:nvSpPr>
          <p:cNvPr id="16" name="Do not use">
            <a:extLst>
              <a:ext uri="{FF2B5EF4-FFF2-40B4-BE49-F238E27FC236}">
                <a16:creationId xmlns:a16="http://schemas.microsoft.com/office/drawing/2014/main" id="{A8FA78FA-4D94-4717-B7C6-6F86378D6B01}"/>
              </a:ext>
            </a:extLst>
          </p:cNvPr>
          <p:cNvSpPr txBox="1"/>
          <p:nvPr userDrawn="1"/>
        </p:nvSpPr>
        <p:spPr>
          <a:xfrm>
            <a:off x="430214" y="5186455"/>
            <a:ext cx="11356974" cy="969496"/>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US" sz="2000" b="0" noProof="0">
                <a:solidFill>
                  <a:schemeClr val="bg1"/>
                </a:solidFill>
              </a:rPr>
              <a:t>Due to PowerPoint’s standard Copy/Paste functionality extra undesirable layouts can appear.</a:t>
            </a:r>
            <a:endParaRPr lang="en-US"/>
          </a:p>
          <a:p>
            <a:pPr marL="0" marR="0" indent="0" algn="ctr" fontAlgn="auto">
              <a:lnSpc>
                <a:spcPct val="100000"/>
              </a:lnSpc>
              <a:spcBef>
                <a:spcPts val="600"/>
              </a:spcBef>
              <a:spcAft>
                <a:spcPts val="0"/>
              </a:spcAft>
              <a:buClr>
                <a:srgbClr val="003755"/>
              </a:buClr>
              <a:buSzTx/>
              <a:buFontTx/>
              <a:buNone/>
              <a:tabLst/>
            </a:pPr>
            <a:r>
              <a:rPr lang="en-US" sz="2000" b="0" noProof="0">
                <a:solidFill>
                  <a:schemeClr val="bg1"/>
                </a:solidFill>
              </a:rPr>
              <a:t>Also notice: Layouts after this might contain potential confidential information.</a:t>
            </a:r>
            <a:br>
              <a:rPr lang="en-GB" sz="1800" b="0" noProof="0">
                <a:solidFill>
                  <a:schemeClr val="bg1"/>
                </a:solidFill>
              </a:rPr>
            </a:br>
            <a:endParaRPr lang="en-US" sz="1800" b="0" noProof="0">
              <a:solidFill>
                <a:schemeClr val="bg1"/>
              </a:solidFill>
            </a:endParaRPr>
          </a:p>
        </p:txBody>
      </p:sp>
      <p:sp>
        <p:nvSpPr>
          <p:cNvPr id="13" name="Date Placeholder 6" hidden="1">
            <a:extLst>
              <a:ext uri="{FF2B5EF4-FFF2-40B4-BE49-F238E27FC236}">
                <a16:creationId xmlns:a16="http://schemas.microsoft.com/office/drawing/2014/main" id="{706505A8-87EA-4BA0-B698-35156BC765D0}"/>
              </a:ext>
            </a:extLst>
          </p:cNvPr>
          <p:cNvSpPr>
            <a:spLocks noGrp="1" noRot="1" noMove="1" noResize="1" noEditPoints="1" noAdjustHandles="1" noChangeArrowheads="1" noChangeShapeType="1"/>
          </p:cNvSpPr>
          <p:nvPr>
            <p:ph type="dt" sz="half" idx="15"/>
          </p:nvPr>
        </p:nvSpPr>
        <p:spPr>
          <a:xfrm>
            <a:off x="0" y="6858000"/>
            <a:ext cx="0" cy="0"/>
          </a:xfrm>
        </p:spPr>
        <p:txBody>
          <a:bodyPr/>
          <a:lstStyle>
            <a:lvl1pPr>
              <a:defRPr sz="100">
                <a:noFill/>
              </a:defRPr>
            </a:lvl1pPr>
          </a:lstStyle>
          <a:p>
            <a:fld id="{2DE3FB73-D64F-4CD2-B936-34C12883B35A}" type="datetime4">
              <a:rPr lang="en-US" smtClean="0"/>
              <a:t>October 20, 2026</a:t>
            </a:fld>
            <a:endParaRPr lang="en-US"/>
          </a:p>
        </p:txBody>
      </p:sp>
      <p:sp>
        <p:nvSpPr>
          <p:cNvPr id="14" name="Footer Placeholder 8" hidden="1">
            <a:extLst>
              <a:ext uri="{FF2B5EF4-FFF2-40B4-BE49-F238E27FC236}">
                <a16:creationId xmlns:a16="http://schemas.microsoft.com/office/drawing/2014/main" id="{AB150C2C-2030-498B-8262-6BD5BCCBB345}"/>
              </a:ext>
            </a:extLst>
          </p:cNvPr>
          <p:cNvSpPr>
            <a:spLocks noGrp="1" noRot="1" noMove="1" noResize="1" noEditPoints="1" noAdjustHandles="1" noChangeArrowheads="1" noChangeShapeType="1"/>
          </p:cNvSpPr>
          <p:nvPr>
            <p:ph type="ftr" sz="quarter" idx="16"/>
          </p:nvPr>
        </p:nvSpPr>
        <p:spPr>
          <a:xfrm>
            <a:off x="0" y="6858000"/>
            <a:ext cx="0" cy="0"/>
          </a:xfrm>
        </p:spPr>
        <p:txBody>
          <a:bodyPr/>
          <a:lstStyle>
            <a:lvl1pPr>
              <a:defRPr sz="100">
                <a:noFill/>
              </a:defRPr>
            </a:lvl1pPr>
          </a:lstStyle>
          <a:p>
            <a:endParaRPr lang="en-US"/>
          </a:p>
        </p:txBody>
      </p:sp>
      <p:sp>
        <p:nvSpPr>
          <p:cNvPr id="15" name="Slide Number Placeholder 10" hidden="1">
            <a:extLst>
              <a:ext uri="{FF2B5EF4-FFF2-40B4-BE49-F238E27FC236}">
                <a16:creationId xmlns:a16="http://schemas.microsoft.com/office/drawing/2014/main" id="{E81B246F-92C7-4EF8-ACD0-05F73C7095BE}"/>
              </a:ext>
            </a:extLst>
          </p:cNvPr>
          <p:cNvSpPr>
            <a:spLocks noGrp="1" noRot="1" noMove="1" noResize="1" noEditPoints="1" noAdjustHandles="1" noChangeArrowheads="1" noChangeShapeType="1"/>
          </p:cNvSpPr>
          <p:nvPr>
            <p:ph type="sldNum" sz="quarter" idx="17"/>
          </p:nvPr>
        </p:nvSpPr>
        <p:spPr>
          <a:xfrm>
            <a:off x="0" y="6858000"/>
            <a:ext cx="0" cy="0"/>
          </a:xfrm>
        </p:spPr>
        <p:txBody>
          <a:bodyPr/>
          <a:lstStyle>
            <a:lvl1pPr>
              <a:defRPr sz="100">
                <a:noFill/>
              </a:defRPr>
            </a:lvl1pPr>
          </a:lstStyle>
          <a:p>
            <a:fld id="{23AA811B-2EBD-4900-905E-5BE206449611}" type="slidenum">
              <a:rPr lang="en-US" smtClean="0"/>
              <a:pPr/>
              <a:t>‹#›</a:t>
            </a:fld>
            <a:endParaRPr lang="en-US"/>
          </a:p>
        </p:txBody>
      </p:sp>
    </p:spTree>
    <p:extLst>
      <p:ext uri="{BB962C8B-B14F-4D97-AF65-F5344CB8AC3E}">
        <p14:creationId xmlns:p14="http://schemas.microsoft.com/office/powerpoint/2010/main" val="3640166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Cover A">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15F900-5AF8-F2E8-487C-D33BDD2555E1}"/>
              </a:ext>
            </a:extLst>
          </p:cNvPr>
          <p:cNvPicPr>
            <a:picLocks noChangeAspect="1"/>
          </p:cNvPicPr>
          <p:nvPr userDrawn="1"/>
        </p:nvPicPr>
        <p:blipFill>
          <a:blip r:embed="rId2"/>
          <a:stretch>
            <a:fillRect/>
          </a:stretch>
        </p:blipFill>
        <p:spPr>
          <a:xfrm>
            <a:off x="0" y="4261104"/>
            <a:ext cx="12192000" cy="2596896"/>
          </a:xfrm>
          <a:prstGeom prst="rect">
            <a:avLst/>
          </a:prstGeom>
        </p:spPr>
      </p:pic>
      <p:sp>
        <p:nvSpPr>
          <p:cNvPr id="3" name="Date Placeholder 2" hidden="1">
            <a:extLst>
              <a:ext uri="{FF2B5EF4-FFF2-40B4-BE49-F238E27FC236}">
                <a16:creationId xmlns:a16="http://schemas.microsoft.com/office/drawing/2014/main" id="{D8540927-FEEA-4930-9813-BB60C0573908}"/>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6F4C580F-76F7-40E8-ADEA-2D8C9B25F850}" type="datetime4">
              <a:rPr lang="en-US" smtClean="0"/>
              <a:t>October 20, 2026</a:t>
            </a:fld>
            <a:endParaRPr lang="en-US"/>
          </a:p>
        </p:txBody>
      </p:sp>
      <p:sp>
        <p:nvSpPr>
          <p:cNvPr id="6" name="Footer Placeholder 5" hidden="1">
            <a:extLst>
              <a:ext uri="{FF2B5EF4-FFF2-40B4-BE49-F238E27FC236}">
                <a16:creationId xmlns:a16="http://schemas.microsoft.com/office/drawing/2014/main" id="{CEA8885D-4C24-47AF-B750-4596970023A4}"/>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7" name="Slide Number Placeholder 6" hidden="1">
            <a:extLst>
              <a:ext uri="{FF2B5EF4-FFF2-40B4-BE49-F238E27FC236}">
                <a16:creationId xmlns:a16="http://schemas.microsoft.com/office/drawing/2014/main" id="{2EAECFDD-505B-4910-A185-543B03579F2B}"/>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16" name="Textbox for metadata">
            <a:extLst>
              <a:ext uri="{FF2B5EF4-FFF2-40B4-BE49-F238E27FC236}">
                <a16:creationId xmlns:a16="http://schemas.microsoft.com/office/drawing/2014/main" id="{932E1283-5E1D-4454-90E0-0EB77DB007AD}"/>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18"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72AFD311-4076-40D0-970F-D430967AA3D8}"/>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bg1"/>
                </a:solidFill>
                <a:effectLst/>
                <a:uLnTx/>
                <a:uFillTx/>
                <a:latin typeface="+mn-lt"/>
                <a:ea typeface="+mn-ea"/>
                <a:cs typeface="+mn-cs"/>
              </a:rPr>
              <a:t>© 2026 ABB. All rights reserved.</a:t>
            </a:r>
            <a:endParaRPr lang="en-US"/>
          </a:p>
        </p:txBody>
      </p:sp>
      <p:sp>
        <p:nvSpPr>
          <p:cNvPr id="5"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B586EEA8-ACB1-F614-9787-9EA929C4B8DD}"/>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bg1"/>
              </a:solidFill>
            </a:endParaRPr>
          </a:p>
        </p:txBody>
      </p:sp>
      <p:sp>
        <p:nvSpPr>
          <p:cNvPr id="8"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1BF7EFE7-336D-7B45-9CEE-623BE4221500}"/>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bg1"/>
              </a:solidFill>
            </a:endParaRPr>
          </a:p>
        </p:txBody>
      </p:sp>
      <p:pic>
        <p:nvPicPr>
          <p:cNvPr id="979094947" name="Classification" descr="{&quot;templafy&quot;:{&quot;id&quot;:&quot;705e5c87-a4f4-48fd-8bbe-a65a3584aa99&quot;}}">
            <a:extLst>
              <a:ext uri="{FF2B5EF4-FFF2-40B4-BE49-F238E27FC236}">
                <a16:creationId xmlns:a16="http://schemas.microsoft.com/office/drawing/2014/main" id="{E8F8E102-3652-B079-D75D-0B3779271351}"/>
              </a:ext>
            </a:extLst>
          </p:cNvPr>
          <p:cNvPicPr>
            <a:picLocks/>
          </p:cNvPicPr>
          <p:nvPr userDrawn="1"/>
        </p:nvPicPr>
        <p:blipFill>
          <a:blip r:embed="rId3"/>
          <a:stretch>
            <a:fillRect/>
          </a:stretch>
        </p:blipFill>
        <p:spPr>
          <a:xfrm>
            <a:off x="331210" y="367205"/>
            <a:ext cx="1530191" cy="252031"/>
          </a:xfrm>
          <a:prstGeom prst="rect">
            <a:avLst/>
          </a:prstGeom>
        </p:spPr>
      </p:pic>
      <p:sp>
        <p:nvSpPr>
          <p:cNvPr id="20" name="Title 1">
            <a:extLst>
              <a:ext uri="{FF2B5EF4-FFF2-40B4-BE49-F238E27FC236}">
                <a16:creationId xmlns:a16="http://schemas.microsoft.com/office/drawing/2014/main" id="{1D4B8532-33AB-815E-60F0-4048F395066B}"/>
              </a:ext>
            </a:extLst>
          </p:cNvPr>
          <p:cNvSpPr>
            <a:spLocks noGrp="1"/>
          </p:cNvSpPr>
          <p:nvPr>
            <p:ph type="title"/>
          </p:nvPr>
        </p:nvSpPr>
        <p:spPr>
          <a:xfrm>
            <a:off x="331200" y="2457525"/>
            <a:ext cx="8613648" cy="1349734"/>
          </a:xfrm>
        </p:spPr>
        <p:txBody>
          <a:bodyPr anchor="t"/>
          <a:lstStyle>
            <a:lvl1pPr>
              <a:defRPr sz="4400" b="0" cap="all" baseline="0">
                <a:latin typeface="ABBvoice Display SemiBold" panose="020D0704020603060204" pitchFamily="34" charset="0"/>
              </a:defRPr>
            </a:lvl1pPr>
          </a:lstStyle>
          <a:p>
            <a:r>
              <a:rPr lang="en-US" noProof="0"/>
              <a:t>Click to edit Master title style</a:t>
            </a:r>
            <a:endParaRPr lang="en-US"/>
          </a:p>
        </p:txBody>
      </p:sp>
      <p:sp>
        <p:nvSpPr>
          <p:cNvPr id="21" name="Text Placeholder 2">
            <a:extLst>
              <a:ext uri="{FF2B5EF4-FFF2-40B4-BE49-F238E27FC236}">
                <a16:creationId xmlns:a16="http://schemas.microsoft.com/office/drawing/2014/main" id="{4A9EAF23-A18E-5305-C224-E60978BAAC14}"/>
              </a:ext>
            </a:extLst>
          </p:cNvPr>
          <p:cNvSpPr>
            <a:spLocks noGrp="1"/>
          </p:cNvSpPr>
          <p:nvPr>
            <p:ph type="body" sz="quarter" idx="14" hasCustomPrompt="1"/>
          </p:nvPr>
        </p:nvSpPr>
        <p:spPr>
          <a:xfrm>
            <a:off x="331201" y="4576501"/>
            <a:ext cx="8613648" cy="486000"/>
          </a:xfrm>
        </p:spPr>
        <p:txBody>
          <a:bodyPr l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22" name="Text Placeholder 3">
            <a:extLst>
              <a:ext uri="{FF2B5EF4-FFF2-40B4-BE49-F238E27FC236}">
                <a16:creationId xmlns:a16="http://schemas.microsoft.com/office/drawing/2014/main" id="{FF1B3666-7D82-4C1B-225F-70F5B52B18C0}"/>
              </a:ext>
            </a:extLst>
          </p:cNvPr>
          <p:cNvSpPr>
            <a:spLocks noGrp="1"/>
          </p:cNvSpPr>
          <p:nvPr>
            <p:ph type="body" sz="quarter" idx="16" hasCustomPrompt="1"/>
          </p:nvPr>
        </p:nvSpPr>
        <p:spPr>
          <a:xfrm>
            <a:off x="331201" y="2295525"/>
            <a:ext cx="8613648" cy="162000"/>
          </a:xfrm>
        </p:spPr>
        <p:txBody>
          <a:bodyPr lIns="0" anchor="t"/>
          <a:lstStyle>
            <a:lvl1pPr>
              <a:spcBef>
                <a:spcPts val="0"/>
              </a:spcBef>
              <a:defRPr sz="1000" cap="all" spc="200" baseline="0"/>
            </a:lvl1pPr>
          </a:lstStyle>
          <a:p>
            <a:pPr lvl="0"/>
            <a:r>
              <a:rPr lang="en-US" noProof="0"/>
              <a:t>DATE OR OTHER INFORMATION – THIS LINE IS NOT OBLIGATORY</a:t>
            </a:r>
            <a:endParaRPr lang="en-US"/>
          </a:p>
        </p:txBody>
      </p:sp>
      <p:sp>
        <p:nvSpPr>
          <p:cNvPr id="979094950" name="Text Placeholder 11">
            <a:extLst>
              <a:ext uri="{FF2B5EF4-FFF2-40B4-BE49-F238E27FC236}">
                <a16:creationId xmlns:a16="http://schemas.microsoft.com/office/drawing/2014/main" id="{05A8A377-CA86-4252-A3BE-9374E4D15227}"/>
              </a:ext>
            </a:extLst>
          </p:cNvPr>
          <p:cNvSpPr>
            <a:spLocks noGrp="1"/>
          </p:cNvSpPr>
          <p:nvPr>
            <p:ph type="body" sz="quarter" idx="26" hasCustomPrompt="1"/>
          </p:nvPr>
        </p:nvSpPr>
        <p:spPr>
          <a:xfrm>
            <a:off x="2125497" y="6518664"/>
            <a:ext cx="1682496" cy="173736"/>
          </a:xfrm>
          <a:noFill/>
          <a:ln>
            <a:noFill/>
          </a:ln>
        </p:spPr>
        <p:txBody>
          <a:bodyPr wrap="square" lIns="0" tIns="0" rIns="0" bIns="0" rtlCol="0" anchor="ctr">
            <a:noAutofit/>
          </a:bodyPr>
          <a:lstStyle>
            <a:lvl1pPr algn="ctr">
              <a:defRPr kumimoji="0" lang="en-US" sz="800" b="0" i="0" u="none" strike="noStrike" cap="none" spc="-10" normalizeH="0" baseline="0" dirty="0" smtClean="0">
                <a:ln>
                  <a:noFill/>
                </a:ln>
                <a:solidFill>
                  <a:schemeClr val="bg1"/>
                </a:solidFill>
                <a:effectLst/>
                <a:uLnTx/>
                <a:uFillTx/>
              </a:defRPr>
            </a:lvl1pPr>
            <a:lvl2pPr>
              <a:defRPr lang="en-US" sz="1800" dirty="0" smtClean="0"/>
            </a:lvl2pPr>
            <a:lvl3pPr>
              <a:defRPr lang="en-US" sz="1800" dirty="0" smtClean="0"/>
            </a:lvl3pPr>
            <a:lvl4pPr>
              <a:defRPr lang="en-US" sz="1800" dirty="0" smtClean="0"/>
            </a:lvl4pPr>
            <a:lvl5pPr>
              <a:defRPr lang="en-US" sz="1800" dirty="0"/>
            </a:lvl5pPr>
          </a:lstStyle>
          <a:p>
            <a:pPr marR="0" lvl="0" fontAlgn="auto">
              <a:lnSpc>
                <a:spcPct val="100000"/>
              </a:lnSpc>
              <a:spcAft>
                <a:spcPts val="0"/>
              </a:spcAft>
              <a:buClrTx/>
              <a:buSzTx/>
              <a:buFont typeface="Arial" panose="020B0604020202020204" pitchFamily="34" charset="0"/>
              <a:tabLst/>
            </a:pPr>
            <a:r>
              <a:rPr lang="en-US"/>
              <a:t>Document ID:</a:t>
            </a:r>
          </a:p>
        </p:txBody>
      </p:sp>
      <p:sp>
        <p:nvSpPr>
          <p:cNvPr id="979094951" name="Text Placeholder 11">
            <a:extLst>
              <a:ext uri="{FF2B5EF4-FFF2-40B4-BE49-F238E27FC236}">
                <a16:creationId xmlns:a16="http://schemas.microsoft.com/office/drawing/2014/main" id="{34019B72-AE29-93D4-8E67-413CFFB89EE3}"/>
              </a:ext>
            </a:extLst>
          </p:cNvPr>
          <p:cNvSpPr>
            <a:spLocks noGrp="1"/>
          </p:cNvSpPr>
          <p:nvPr>
            <p:ph type="body" sz="quarter" idx="27" hasCustomPrompt="1"/>
          </p:nvPr>
        </p:nvSpPr>
        <p:spPr>
          <a:xfrm>
            <a:off x="4143600" y="6518664"/>
            <a:ext cx="758952" cy="173736"/>
          </a:xfrm>
          <a:noFill/>
          <a:ln>
            <a:noFill/>
          </a:ln>
        </p:spPr>
        <p:txBody>
          <a:bodyPr wrap="square" lIns="0" tIns="0" rIns="0" bIns="0" rtlCol="0" anchor="ctr">
            <a:noAutofit/>
          </a:bodyPr>
          <a:lstStyle>
            <a:lvl1pPr algn="l">
              <a:defRPr kumimoji="0" lang="en-US" sz="800" b="0" i="0" u="none" strike="noStrike" cap="none" spc="-10" normalizeH="0" baseline="0" dirty="0" smtClean="0">
                <a:ln>
                  <a:noFill/>
                </a:ln>
                <a:solidFill>
                  <a:schemeClr val="bg1"/>
                </a:solidFill>
                <a:effectLst/>
                <a:uLnTx/>
                <a:uFillTx/>
              </a:defRPr>
            </a:lvl1pPr>
            <a:lvl2pPr>
              <a:defRPr lang="en-US" sz="1800" dirty="0" smtClean="0"/>
            </a:lvl2pPr>
            <a:lvl3pPr>
              <a:defRPr lang="en-US" sz="1800" dirty="0" smtClean="0"/>
            </a:lvl3pPr>
            <a:lvl4pPr>
              <a:defRPr lang="en-US" sz="1800" dirty="0" smtClean="0"/>
            </a:lvl4pPr>
            <a:lvl5pPr>
              <a:defRPr lang="en-US" sz="1800" dirty="0"/>
            </a:lvl5pPr>
          </a:lstStyle>
          <a:p>
            <a:pPr marR="0" lvl="0" fontAlgn="auto">
              <a:lnSpc>
                <a:spcPct val="100000"/>
              </a:lnSpc>
              <a:spcAft>
                <a:spcPts val="0"/>
              </a:spcAft>
              <a:buClrTx/>
              <a:buSzTx/>
              <a:buFont typeface="Arial" panose="020B0604020202020204" pitchFamily="34" charset="0"/>
              <a:tabLst/>
            </a:pPr>
            <a:r>
              <a:rPr lang="en-US"/>
              <a:t>Rev.:</a:t>
            </a:r>
          </a:p>
        </p:txBody>
      </p:sp>
      <p:pic>
        <p:nvPicPr>
          <p:cNvPr id="9" name="Picture 8" descr="A black and white logo&#10;&#10;AI-generated content may be incorrect.">
            <a:extLst>
              <a:ext uri="{FF2B5EF4-FFF2-40B4-BE49-F238E27FC236}">
                <a16:creationId xmlns:a16="http://schemas.microsoft.com/office/drawing/2014/main" id="{C6629AE5-A747-2C3F-A9BF-4A80E78B1D14}"/>
              </a:ext>
            </a:extLst>
          </p:cNvPr>
          <p:cNvPicPr>
            <a:picLocks noChangeAspect="1"/>
          </p:cNvPicPr>
          <p:nvPr userDrawn="1"/>
        </p:nvPicPr>
        <p:blipFill>
          <a:blip r:embed="rId4"/>
          <a:stretch>
            <a:fillRect/>
          </a:stretch>
        </p:blipFill>
        <p:spPr>
          <a:xfrm>
            <a:off x="8604733" y="148782"/>
            <a:ext cx="3587267" cy="686044"/>
          </a:xfrm>
          <a:prstGeom prst="rect">
            <a:avLst/>
          </a:prstGeom>
        </p:spPr>
      </p:pic>
    </p:spTree>
    <p:extLst>
      <p:ext uri="{BB962C8B-B14F-4D97-AF65-F5344CB8AC3E}">
        <p14:creationId xmlns:p14="http://schemas.microsoft.com/office/powerpoint/2010/main" val="748285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Cover B">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2382E6B-CE5E-5843-AB2B-D1AAE446A76D}"/>
              </a:ext>
            </a:extLst>
          </p:cNvPr>
          <p:cNvPicPr>
            <a:picLocks noChangeAspect="1"/>
          </p:cNvPicPr>
          <p:nvPr userDrawn="1"/>
        </p:nvPicPr>
        <p:blipFill>
          <a:blip r:embed="rId2"/>
          <a:stretch>
            <a:fillRect/>
          </a:stretch>
        </p:blipFill>
        <p:spPr>
          <a:xfrm>
            <a:off x="0" y="1"/>
            <a:ext cx="12192000" cy="6857999"/>
          </a:xfrm>
          <a:prstGeom prst="rect">
            <a:avLst/>
          </a:prstGeom>
        </p:spPr>
      </p:pic>
      <p:sp>
        <p:nvSpPr>
          <p:cNvPr id="13" name="Date Placeholder 2">
            <a:extLst>
              <a:ext uri="{FF2B5EF4-FFF2-40B4-BE49-F238E27FC236}">
                <a16:creationId xmlns:a16="http://schemas.microsoft.com/office/drawing/2014/main" id="{7C62B3A4-847D-448E-B792-DE62FEB4E58C}"/>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C8D568F6-A414-4865-8B55-29384C831DDE}" type="datetime4">
              <a:rPr lang="en-US" smtClean="0"/>
              <a:t>October 20, 2026</a:t>
            </a:fld>
            <a:endParaRPr lang="en-US"/>
          </a:p>
        </p:txBody>
      </p:sp>
      <p:sp>
        <p:nvSpPr>
          <p:cNvPr id="14" name="Footer Placeholder 5" hidden="1">
            <a:extLst>
              <a:ext uri="{FF2B5EF4-FFF2-40B4-BE49-F238E27FC236}">
                <a16:creationId xmlns:a16="http://schemas.microsoft.com/office/drawing/2014/main" id="{B6935CD3-ECA4-4229-A00C-3BDDEB2BD50E}"/>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15" name="Slide Number Placeholder 6" hidden="1">
            <a:extLst>
              <a:ext uri="{FF2B5EF4-FFF2-40B4-BE49-F238E27FC236}">
                <a16:creationId xmlns:a16="http://schemas.microsoft.com/office/drawing/2014/main" id="{9AA86E30-296D-41CC-A9C9-C72660CB7756}"/>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29" name="Textbox for metadata">
            <a:extLst>
              <a:ext uri="{FF2B5EF4-FFF2-40B4-BE49-F238E27FC236}">
                <a16:creationId xmlns:a16="http://schemas.microsoft.com/office/drawing/2014/main" id="{D7DCD54B-3107-4990-98EF-B47683C6F3FD}"/>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19"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B0D0F57F-14FF-4552-BF2B-6E2C9856C84B}"/>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endParaRPr lang="en-US"/>
          </a:p>
        </p:txBody>
      </p:sp>
      <p:sp>
        <p:nvSpPr>
          <p:cNvPr id="3"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53A252EE-186A-84DA-8EA2-955674DE994F}"/>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4"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FEA024D1-ACAB-258A-67C0-CC52CA86E68F}"/>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tx1"/>
              </a:solidFill>
            </a:endParaRPr>
          </a:p>
        </p:txBody>
      </p:sp>
      <p:pic>
        <p:nvPicPr>
          <p:cNvPr id="1124662434" name="Classification" descr="{&quot;templafy&quot;:{&quot;id&quot;:&quot;60a148b5-c350-4a19-b8cc-0f614b950cd2&quot;}}">
            <a:extLst>
              <a:ext uri="{FF2B5EF4-FFF2-40B4-BE49-F238E27FC236}">
                <a16:creationId xmlns:a16="http://schemas.microsoft.com/office/drawing/2014/main" id="{EA710FE4-3836-E2CA-B017-8DF81752455E}"/>
              </a:ext>
            </a:extLst>
          </p:cNvPr>
          <p:cNvPicPr>
            <a:picLocks/>
          </p:cNvPicPr>
          <p:nvPr userDrawn="1"/>
        </p:nvPicPr>
        <p:blipFill>
          <a:blip r:embed="rId3"/>
          <a:stretch>
            <a:fillRect/>
          </a:stretch>
        </p:blipFill>
        <p:spPr>
          <a:xfrm>
            <a:off x="331210" y="367205"/>
            <a:ext cx="1530191" cy="252031"/>
          </a:xfrm>
          <a:prstGeom prst="rect">
            <a:avLst/>
          </a:prstGeom>
        </p:spPr>
      </p:pic>
      <p:sp>
        <p:nvSpPr>
          <p:cNvPr id="12" name="Title 1">
            <a:extLst>
              <a:ext uri="{FF2B5EF4-FFF2-40B4-BE49-F238E27FC236}">
                <a16:creationId xmlns:a16="http://schemas.microsoft.com/office/drawing/2014/main" id="{BE9196FA-4AF2-902A-F9E6-9A8F8415A8A3}"/>
              </a:ext>
            </a:extLst>
          </p:cNvPr>
          <p:cNvSpPr>
            <a:spLocks noGrp="1"/>
          </p:cNvSpPr>
          <p:nvPr>
            <p:ph type="title"/>
          </p:nvPr>
        </p:nvSpPr>
        <p:spPr>
          <a:xfrm>
            <a:off x="331200" y="2457525"/>
            <a:ext cx="8613648" cy="1350000"/>
          </a:xfrm>
        </p:spPr>
        <p:txBody>
          <a:bodyPr anchor="t"/>
          <a:lstStyle>
            <a:lvl1pPr>
              <a:defRPr sz="4400" b="0" cap="all" baseline="0">
                <a:solidFill>
                  <a:schemeClr val="bg1"/>
                </a:solidFill>
                <a:latin typeface="ABBvoice Display SemiBold" panose="020D0704020603060204" pitchFamily="34" charset="0"/>
              </a:defRPr>
            </a:lvl1pPr>
          </a:lstStyle>
          <a:p>
            <a:r>
              <a:rPr lang="en-US" noProof="0"/>
              <a:t>Click to edit Master title style</a:t>
            </a:r>
            <a:endParaRPr lang="en-US"/>
          </a:p>
        </p:txBody>
      </p:sp>
      <p:sp>
        <p:nvSpPr>
          <p:cNvPr id="17" name="Text Placeholder 2">
            <a:extLst>
              <a:ext uri="{FF2B5EF4-FFF2-40B4-BE49-F238E27FC236}">
                <a16:creationId xmlns:a16="http://schemas.microsoft.com/office/drawing/2014/main" id="{0F231D8D-58FA-38D6-FE7A-AC0DB206A84A}"/>
              </a:ext>
            </a:extLst>
          </p:cNvPr>
          <p:cNvSpPr>
            <a:spLocks noGrp="1"/>
          </p:cNvSpPr>
          <p:nvPr>
            <p:ph type="body" sz="quarter" idx="14" hasCustomPrompt="1"/>
          </p:nvPr>
        </p:nvSpPr>
        <p:spPr>
          <a:xfrm>
            <a:off x="331201" y="4576501"/>
            <a:ext cx="8613648" cy="486000"/>
          </a:xfrm>
        </p:spPr>
        <p:txBody>
          <a:bodyPr lIns="0"/>
          <a:lstStyle>
            <a:lvl1pPr>
              <a:defRPr sz="24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8" name="Text Placeholder 3">
            <a:extLst>
              <a:ext uri="{FF2B5EF4-FFF2-40B4-BE49-F238E27FC236}">
                <a16:creationId xmlns:a16="http://schemas.microsoft.com/office/drawing/2014/main" id="{1C46D0ED-54C5-7C53-5626-D26488E61F1B}"/>
              </a:ext>
            </a:extLst>
          </p:cNvPr>
          <p:cNvSpPr>
            <a:spLocks noGrp="1"/>
          </p:cNvSpPr>
          <p:nvPr>
            <p:ph type="body" sz="quarter" idx="16" hasCustomPrompt="1"/>
          </p:nvPr>
        </p:nvSpPr>
        <p:spPr>
          <a:xfrm>
            <a:off x="331201" y="2295525"/>
            <a:ext cx="8613648" cy="162000"/>
          </a:xfrm>
        </p:spPr>
        <p:txBody>
          <a:bodyPr lIns="0" anchor="t"/>
          <a:lstStyle>
            <a:lvl1pPr>
              <a:spcBef>
                <a:spcPts val="0"/>
              </a:spcBef>
              <a:defRPr sz="1000" cap="all" spc="200" baseline="0">
                <a:solidFill>
                  <a:schemeClr val="bg1"/>
                </a:solidFill>
              </a:defRPr>
            </a:lvl1pPr>
          </a:lstStyle>
          <a:p>
            <a:pPr lvl="0"/>
            <a:r>
              <a:rPr lang="en-US" noProof="0"/>
              <a:t>DATE OR OTHER INFORMATION – THIS LINE IS NOT OBLIGATORY</a:t>
            </a:r>
            <a:endParaRPr lang="en-US"/>
          </a:p>
        </p:txBody>
      </p:sp>
      <p:sp>
        <p:nvSpPr>
          <p:cNvPr id="1124662435" name="Text Placeholder 11">
            <a:extLst>
              <a:ext uri="{FF2B5EF4-FFF2-40B4-BE49-F238E27FC236}">
                <a16:creationId xmlns:a16="http://schemas.microsoft.com/office/drawing/2014/main" id="{1ED74F52-94C3-877B-F4DD-1E9013F9FEFF}"/>
              </a:ext>
            </a:extLst>
          </p:cNvPr>
          <p:cNvSpPr>
            <a:spLocks noGrp="1"/>
          </p:cNvSpPr>
          <p:nvPr>
            <p:ph type="body" sz="quarter" idx="26" hasCustomPrompt="1"/>
          </p:nvPr>
        </p:nvSpPr>
        <p:spPr>
          <a:xfrm>
            <a:off x="2125497" y="6518664"/>
            <a:ext cx="1682496" cy="173736"/>
          </a:xfrm>
          <a:noFill/>
          <a:ln>
            <a:noFill/>
          </a:ln>
        </p:spPr>
        <p:txBody>
          <a:bodyPr wrap="square" lIns="0" tIns="0" rIns="0" bIns="0" rtlCol="0" anchor="ctr">
            <a:noAutofit/>
          </a:bodyPr>
          <a:lstStyle>
            <a:lvl1pPr algn="ctr">
              <a:defRPr kumimoji="0" lang="en-US" sz="800" b="0" i="0" u="none" strike="noStrike" cap="none" spc="-10" normalizeH="0" baseline="0" dirty="0" smtClean="0">
                <a:ln>
                  <a:noFill/>
                </a:ln>
                <a:solidFill>
                  <a:schemeClr val="tx1"/>
                </a:solidFill>
                <a:effectLst/>
                <a:uLnTx/>
                <a:uFillTx/>
              </a:defRPr>
            </a:lvl1pPr>
            <a:lvl2pPr>
              <a:defRPr lang="en-US" sz="1800" dirty="0" smtClean="0"/>
            </a:lvl2pPr>
            <a:lvl3pPr>
              <a:defRPr lang="en-US" sz="1800" dirty="0" smtClean="0"/>
            </a:lvl3pPr>
            <a:lvl4pPr>
              <a:defRPr lang="en-US" sz="1800" dirty="0" smtClean="0"/>
            </a:lvl4pPr>
            <a:lvl5pPr>
              <a:defRPr lang="en-US" sz="1800" dirty="0"/>
            </a:lvl5pPr>
          </a:lstStyle>
          <a:p>
            <a:pPr marR="0" lvl="0" fontAlgn="auto">
              <a:lnSpc>
                <a:spcPct val="100000"/>
              </a:lnSpc>
              <a:spcAft>
                <a:spcPts val="0"/>
              </a:spcAft>
              <a:buClrTx/>
              <a:buSzTx/>
              <a:buFont typeface="Arial" panose="020B0604020202020204" pitchFamily="34" charset="0"/>
              <a:tabLst/>
            </a:pPr>
            <a:r>
              <a:rPr lang="en-US"/>
              <a:t>Document ID:</a:t>
            </a:r>
          </a:p>
        </p:txBody>
      </p:sp>
      <p:sp>
        <p:nvSpPr>
          <p:cNvPr id="1124662436" name="Text Placeholder 11">
            <a:extLst>
              <a:ext uri="{FF2B5EF4-FFF2-40B4-BE49-F238E27FC236}">
                <a16:creationId xmlns:a16="http://schemas.microsoft.com/office/drawing/2014/main" id="{84DE5821-44AE-A441-9DD5-A89318DC3F0D}"/>
              </a:ext>
            </a:extLst>
          </p:cNvPr>
          <p:cNvSpPr>
            <a:spLocks noGrp="1"/>
          </p:cNvSpPr>
          <p:nvPr>
            <p:ph type="body" sz="quarter" idx="27" hasCustomPrompt="1"/>
          </p:nvPr>
        </p:nvSpPr>
        <p:spPr>
          <a:xfrm>
            <a:off x="4143600" y="6518664"/>
            <a:ext cx="758952" cy="173736"/>
          </a:xfrm>
          <a:noFill/>
          <a:ln>
            <a:noFill/>
          </a:ln>
        </p:spPr>
        <p:txBody>
          <a:bodyPr wrap="square" lIns="0" tIns="0" rIns="0" bIns="0" rtlCol="0" anchor="ctr">
            <a:noAutofit/>
          </a:bodyPr>
          <a:lstStyle>
            <a:lvl1pPr algn="l">
              <a:defRPr kumimoji="0" lang="en-US" sz="800" b="0" i="0" u="none" strike="noStrike" cap="none" spc="-10" normalizeH="0" baseline="0" dirty="0" smtClean="0">
                <a:ln>
                  <a:noFill/>
                </a:ln>
                <a:solidFill>
                  <a:schemeClr val="tx1"/>
                </a:solidFill>
                <a:effectLst/>
                <a:uLnTx/>
                <a:uFillTx/>
              </a:defRPr>
            </a:lvl1pPr>
            <a:lvl2pPr>
              <a:defRPr lang="en-US" sz="1800" dirty="0" smtClean="0"/>
            </a:lvl2pPr>
            <a:lvl3pPr>
              <a:defRPr lang="en-US" sz="1800" dirty="0" smtClean="0"/>
            </a:lvl3pPr>
            <a:lvl4pPr>
              <a:defRPr lang="en-US" sz="1800" dirty="0" smtClean="0"/>
            </a:lvl4pPr>
            <a:lvl5pPr>
              <a:defRPr lang="en-US" sz="1800" dirty="0"/>
            </a:lvl5pPr>
          </a:lstStyle>
          <a:p>
            <a:pPr marR="0" lvl="0" fontAlgn="auto">
              <a:lnSpc>
                <a:spcPct val="100000"/>
              </a:lnSpc>
              <a:spcAft>
                <a:spcPts val="0"/>
              </a:spcAft>
              <a:buClrTx/>
              <a:buSzTx/>
              <a:buFont typeface="Arial" panose="020B0604020202020204" pitchFamily="34" charset="0"/>
              <a:tabLst/>
            </a:pPr>
            <a:r>
              <a:rPr lang="en-US"/>
              <a:t>Rev.:</a:t>
            </a:r>
          </a:p>
        </p:txBody>
      </p:sp>
      <p:pic>
        <p:nvPicPr>
          <p:cNvPr id="6" name="Picture 5" descr="A black and white logo&#10;&#10;AI-generated content may be incorrect.">
            <a:extLst>
              <a:ext uri="{FF2B5EF4-FFF2-40B4-BE49-F238E27FC236}">
                <a16:creationId xmlns:a16="http://schemas.microsoft.com/office/drawing/2014/main" id="{BB0DAD57-2907-B49E-FB40-554D1F79C69A}"/>
              </a:ext>
            </a:extLst>
          </p:cNvPr>
          <p:cNvPicPr>
            <a:picLocks noChangeAspect="1"/>
          </p:cNvPicPr>
          <p:nvPr userDrawn="1"/>
        </p:nvPicPr>
        <p:blipFill>
          <a:blip r:embed="rId4"/>
          <a:stretch>
            <a:fillRect/>
          </a:stretch>
        </p:blipFill>
        <p:spPr>
          <a:xfrm>
            <a:off x="8604733" y="148782"/>
            <a:ext cx="3587267" cy="686044"/>
          </a:xfrm>
          <a:prstGeom prst="rect">
            <a:avLst/>
          </a:prstGeom>
        </p:spPr>
      </p:pic>
    </p:spTree>
    <p:extLst>
      <p:ext uri="{BB962C8B-B14F-4D97-AF65-F5344CB8AC3E}">
        <p14:creationId xmlns:p14="http://schemas.microsoft.com/office/powerpoint/2010/main" val="2899312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Cover C (light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D93B1FE-B926-469A-85A8-E00CA4FBFE95}"/>
              </a:ext>
            </a:extLst>
          </p:cNvPr>
          <p:cNvSpPr>
            <a:spLocks noGrp="1"/>
          </p:cNvSpPr>
          <p:nvPr>
            <p:ph type="pic" sz="quarter" idx="16"/>
          </p:nvPr>
        </p:nvSpPr>
        <p:spPr>
          <a:xfrm>
            <a:off x="0" y="0"/>
            <a:ext cx="12192000" cy="6858000"/>
          </a:xfrm>
        </p:spPr>
        <p:txBody>
          <a:bodyPr/>
          <a:lstStyle/>
          <a:p>
            <a:r>
              <a:rPr lang="en-US"/>
              <a:t>Click icon to add picture</a:t>
            </a:r>
          </a:p>
        </p:txBody>
      </p:sp>
      <p:sp>
        <p:nvSpPr>
          <p:cNvPr id="19" name="Date Placeholder 2" hidden="1">
            <a:extLst>
              <a:ext uri="{FF2B5EF4-FFF2-40B4-BE49-F238E27FC236}">
                <a16:creationId xmlns:a16="http://schemas.microsoft.com/office/drawing/2014/main" id="{E2DA0BE3-FFDA-4368-915E-D6B90666C139}"/>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17FB7B14-392A-40B8-926C-0B6BDE0E19FB}" type="datetime4">
              <a:rPr lang="en-US" smtClean="0"/>
              <a:t>October 20, 2026</a:t>
            </a:fld>
            <a:endParaRPr lang="en-US"/>
          </a:p>
        </p:txBody>
      </p:sp>
      <p:sp>
        <p:nvSpPr>
          <p:cNvPr id="25" name="Footer Placeholder 5" hidden="1">
            <a:extLst>
              <a:ext uri="{FF2B5EF4-FFF2-40B4-BE49-F238E27FC236}">
                <a16:creationId xmlns:a16="http://schemas.microsoft.com/office/drawing/2014/main" id="{6444F00E-4A33-4AB0-ADF2-E09C76137DCC}"/>
              </a:ext>
            </a:extLst>
          </p:cNvPr>
          <p:cNvSpPr>
            <a:spLocks noGrp="1"/>
          </p:cNvSpPr>
          <p:nvPr>
            <p:ph type="ftr" sz="quarter" idx="24"/>
          </p:nvPr>
        </p:nvSpPr>
        <p:spPr>
          <a:xfrm>
            <a:off x="0" y="6858000"/>
            <a:ext cx="0" cy="0"/>
          </a:xfrm>
        </p:spPr>
        <p:txBody>
          <a:bodyPr/>
          <a:lstStyle>
            <a:lvl1pPr>
              <a:defRPr>
                <a:noFill/>
              </a:defRPr>
            </a:lvl1pPr>
          </a:lstStyle>
          <a:p>
            <a:endParaRPr lang="en-US"/>
          </a:p>
        </p:txBody>
      </p:sp>
      <p:sp>
        <p:nvSpPr>
          <p:cNvPr id="26" name="Slide Number Placeholder 6" hidden="1">
            <a:extLst>
              <a:ext uri="{FF2B5EF4-FFF2-40B4-BE49-F238E27FC236}">
                <a16:creationId xmlns:a16="http://schemas.microsoft.com/office/drawing/2014/main" id="{5B12548E-CFBD-4687-86F5-26FBF1855004}"/>
              </a:ext>
            </a:extLst>
          </p:cNvPr>
          <p:cNvSpPr>
            <a:spLocks noGrp="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5" name="Textbox for metadata">
            <a:extLst>
              <a:ext uri="{FF2B5EF4-FFF2-40B4-BE49-F238E27FC236}">
                <a16:creationId xmlns:a16="http://schemas.microsoft.com/office/drawing/2014/main" id="{21AACC99-245C-4AB3-B925-3040F2FE3845}"/>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21"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867EF0E0-86BF-44FA-AC2D-C951CA90505C}"/>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endParaRPr lang="en-US"/>
          </a:p>
        </p:txBody>
      </p:sp>
      <p:sp>
        <p:nvSpPr>
          <p:cNvPr id="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863A5345-9942-7CA3-3C89-5E8D0F5E3614}"/>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3"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52CC6C05-E06C-D058-732C-FCE1D5DE3D67}"/>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tx1"/>
              </a:solidFill>
            </a:endParaRPr>
          </a:p>
        </p:txBody>
      </p:sp>
      <p:pic>
        <p:nvPicPr>
          <p:cNvPr id="32" name="Classification" descr="{&quot;templafy&quot;:{&quot;id&quot;:&quot;09f4806a-141c-4548-b107-452e00f4cb79&quot;}}">
            <a:extLst>
              <a:ext uri="{FF2B5EF4-FFF2-40B4-BE49-F238E27FC236}">
                <a16:creationId xmlns:a16="http://schemas.microsoft.com/office/drawing/2014/main" id="{71EE676F-8D10-0E24-7A93-F2B0D2DA8D34}"/>
              </a:ext>
            </a:extLst>
          </p:cNvPr>
          <p:cNvPicPr>
            <a:picLocks/>
          </p:cNvPicPr>
          <p:nvPr userDrawn="1"/>
        </p:nvPicPr>
        <p:blipFill>
          <a:blip r:embed="rId2"/>
          <a:stretch>
            <a:fillRect/>
          </a:stretch>
        </p:blipFill>
        <p:spPr>
          <a:xfrm>
            <a:off x="331210" y="367205"/>
            <a:ext cx="1530191" cy="252031"/>
          </a:xfrm>
          <a:prstGeom prst="rect">
            <a:avLst/>
          </a:prstGeom>
        </p:spPr>
      </p:pic>
      <p:sp>
        <p:nvSpPr>
          <p:cNvPr id="6" name="Title 1">
            <a:extLst>
              <a:ext uri="{FF2B5EF4-FFF2-40B4-BE49-F238E27FC236}">
                <a16:creationId xmlns:a16="http://schemas.microsoft.com/office/drawing/2014/main" id="{2700EA22-4967-EB8B-8572-337707EA64F1}"/>
              </a:ext>
            </a:extLst>
          </p:cNvPr>
          <p:cNvSpPr>
            <a:spLocks noGrp="1"/>
          </p:cNvSpPr>
          <p:nvPr>
            <p:ph type="title"/>
          </p:nvPr>
        </p:nvSpPr>
        <p:spPr>
          <a:xfrm>
            <a:off x="331201" y="4415978"/>
            <a:ext cx="8613648" cy="1167237"/>
          </a:xfrm>
        </p:spPr>
        <p:txBody>
          <a:bodyPr anchor="t"/>
          <a:lstStyle>
            <a:lvl1pPr>
              <a:defRPr sz="4000" b="0" cap="all" baseline="0">
                <a:latin typeface="ABBvoice Display SemiBold" panose="020D0704020603060204" pitchFamily="34" charset="0"/>
              </a:defRPr>
            </a:lvl1pPr>
          </a:lstStyle>
          <a:p>
            <a:r>
              <a:rPr lang="en-US" noProof="0"/>
              <a:t>Click to edit Master title style</a:t>
            </a:r>
            <a:endParaRPr lang="en-US"/>
          </a:p>
        </p:txBody>
      </p:sp>
      <p:sp>
        <p:nvSpPr>
          <p:cNvPr id="7" name="Text Placeholder 2">
            <a:extLst>
              <a:ext uri="{FF2B5EF4-FFF2-40B4-BE49-F238E27FC236}">
                <a16:creationId xmlns:a16="http://schemas.microsoft.com/office/drawing/2014/main" id="{A5BE7224-9D04-78A1-1ECC-F8903196BA52}"/>
              </a:ext>
            </a:extLst>
          </p:cNvPr>
          <p:cNvSpPr>
            <a:spLocks noGrp="1"/>
          </p:cNvSpPr>
          <p:nvPr>
            <p:ph type="body" sz="quarter" idx="14" hasCustomPrompt="1"/>
          </p:nvPr>
        </p:nvSpPr>
        <p:spPr>
          <a:xfrm>
            <a:off x="331201" y="5808186"/>
            <a:ext cx="8613648" cy="486000"/>
          </a:xfrm>
        </p:spPr>
        <p:txBody>
          <a:bodyPr lIns="0"/>
          <a:lstStyle>
            <a:lvl1pPr>
              <a:defRPr sz="20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8" name="Text Placeholder 3">
            <a:extLst>
              <a:ext uri="{FF2B5EF4-FFF2-40B4-BE49-F238E27FC236}">
                <a16:creationId xmlns:a16="http://schemas.microsoft.com/office/drawing/2014/main" id="{8BE6EDD7-71DD-0432-9AA7-5420CF75EE18}"/>
              </a:ext>
            </a:extLst>
          </p:cNvPr>
          <p:cNvSpPr>
            <a:spLocks noGrp="1"/>
          </p:cNvSpPr>
          <p:nvPr>
            <p:ph type="body" sz="quarter" idx="17" hasCustomPrompt="1"/>
          </p:nvPr>
        </p:nvSpPr>
        <p:spPr>
          <a:xfrm>
            <a:off x="331201" y="4253978"/>
            <a:ext cx="8613648" cy="162000"/>
          </a:xfrm>
        </p:spPr>
        <p:txBody>
          <a:bodyPr lIns="0" anchor="t"/>
          <a:lstStyle>
            <a:lvl1pPr>
              <a:spcBef>
                <a:spcPts val="0"/>
              </a:spcBef>
              <a:defRPr sz="800" cap="all" spc="200" baseline="0"/>
            </a:lvl1pPr>
          </a:lstStyle>
          <a:p>
            <a:pPr lvl="0"/>
            <a:r>
              <a:rPr lang="en-US" noProof="0"/>
              <a:t>DATE OR OTHER INFORMATION – THIS LINE IS NOT OBLIGATORY</a:t>
            </a:r>
            <a:endParaRPr lang="en-US"/>
          </a:p>
        </p:txBody>
      </p:sp>
      <p:sp>
        <p:nvSpPr>
          <p:cNvPr id="33" name="Text Placeholder 11">
            <a:extLst>
              <a:ext uri="{FF2B5EF4-FFF2-40B4-BE49-F238E27FC236}">
                <a16:creationId xmlns:a16="http://schemas.microsoft.com/office/drawing/2014/main" id="{E7CE15FB-9DEB-E710-4739-AE48D58FE012}"/>
              </a:ext>
            </a:extLst>
          </p:cNvPr>
          <p:cNvSpPr>
            <a:spLocks noGrp="1"/>
          </p:cNvSpPr>
          <p:nvPr>
            <p:ph type="body" sz="quarter" idx="26" hasCustomPrompt="1"/>
          </p:nvPr>
        </p:nvSpPr>
        <p:spPr>
          <a:xfrm>
            <a:off x="2125497" y="6518664"/>
            <a:ext cx="1682496" cy="173736"/>
          </a:xfrm>
          <a:noFill/>
          <a:ln>
            <a:noFill/>
          </a:ln>
        </p:spPr>
        <p:txBody>
          <a:bodyPr wrap="square" lIns="0" tIns="0" rIns="0" bIns="0" rtlCol="0" anchor="ctr">
            <a:noAutofit/>
          </a:bodyPr>
          <a:lstStyle>
            <a:lvl1pPr algn="ctr">
              <a:defRPr kumimoji="0" lang="en-US" sz="800" b="0" i="0" u="none" strike="noStrike" cap="none" spc="-10" normalizeH="0" baseline="0" dirty="0" smtClean="0">
                <a:ln>
                  <a:noFill/>
                </a:ln>
                <a:solidFill>
                  <a:schemeClr val="tx1"/>
                </a:solidFill>
                <a:effectLst/>
                <a:uLnTx/>
                <a:uFillTx/>
              </a:defRPr>
            </a:lvl1pPr>
            <a:lvl2pPr>
              <a:defRPr lang="en-US" sz="1800" dirty="0" smtClean="0"/>
            </a:lvl2pPr>
            <a:lvl3pPr>
              <a:defRPr lang="en-US" sz="1800" dirty="0" smtClean="0"/>
            </a:lvl3pPr>
            <a:lvl4pPr>
              <a:defRPr lang="en-US" sz="1800" dirty="0" smtClean="0"/>
            </a:lvl4pPr>
            <a:lvl5pPr>
              <a:defRPr lang="en-US" sz="1800" dirty="0"/>
            </a:lvl5pPr>
          </a:lstStyle>
          <a:p>
            <a:pPr marR="0" lvl="0" fontAlgn="auto">
              <a:lnSpc>
                <a:spcPct val="100000"/>
              </a:lnSpc>
              <a:spcAft>
                <a:spcPts val="0"/>
              </a:spcAft>
              <a:buClrTx/>
              <a:buSzTx/>
              <a:buFont typeface="Arial" panose="020B0604020202020204" pitchFamily="34" charset="0"/>
              <a:tabLst/>
            </a:pPr>
            <a:r>
              <a:rPr lang="en-US"/>
              <a:t>Document ID:</a:t>
            </a:r>
          </a:p>
        </p:txBody>
      </p:sp>
      <p:sp>
        <p:nvSpPr>
          <p:cNvPr id="34" name="Text Placeholder 11">
            <a:extLst>
              <a:ext uri="{FF2B5EF4-FFF2-40B4-BE49-F238E27FC236}">
                <a16:creationId xmlns:a16="http://schemas.microsoft.com/office/drawing/2014/main" id="{6A7BEA8B-53B6-2E38-6B12-124B90F6FB9D}"/>
              </a:ext>
            </a:extLst>
          </p:cNvPr>
          <p:cNvSpPr>
            <a:spLocks noGrp="1"/>
          </p:cNvSpPr>
          <p:nvPr>
            <p:ph type="body" sz="quarter" idx="27" hasCustomPrompt="1"/>
          </p:nvPr>
        </p:nvSpPr>
        <p:spPr>
          <a:xfrm>
            <a:off x="4143600" y="6518664"/>
            <a:ext cx="758952" cy="173736"/>
          </a:xfrm>
          <a:noFill/>
          <a:ln>
            <a:noFill/>
          </a:ln>
        </p:spPr>
        <p:txBody>
          <a:bodyPr wrap="square" lIns="0" tIns="0" rIns="0" bIns="0" rtlCol="0" anchor="ctr">
            <a:noAutofit/>
          </a:bodyPr>
          <a:lstStyle>
            <a:lvl1pPr algn="l">
              <a:defRPr kumimoji="0" lang="en-US" sz="800" b="0" i="0" u="none" strike="noStrike" cap="none" spc="-10" normalizeH="0" baseline="0" dirty="0" smtClean="0">
                <a:ln>
                  <a:noFill/>
                </a:ln>
                <a:solidFill>
                  <a:schemeClr val="tx1"/>
                </a:solidFill>
                <a:effectLst/>
                <a:uLnTx/>
                <a:uFillTx/>
              </a:defRPr>
            </a:lvl1pPr>
            <a:lvl2pPr>
              <a:defRPr lang="en-US" sz="1800" dirty="0" smtClean="0"/>
            </a:lvl2pPr>
            <a:lvl3pPr>
              <a:defRPr lang="en-US" sz="1800" dirty="0" smtClean="0"/>
            </a:lvl3pPr>
            <a:lvl4pPr>
              <a:defRPr lang="en-US" sz="1800" dirty="0" smtClean="0"/>
            </a:lvl4pPr>
            <a:lvl5pPr>
              <a:defRPr lang="en-US" sz="1800" dirty="0"/>
            </a:lvl5pPr>
          </a:lstStyle>
          <a:p>
            <a:pPr marR="0" lvl="0" fontAlgn="auto">
              <a:lnSpc>
                <a:spcPct val="100000"/>
              </a:lnSpc>
              <a:spcAft>
                <a:spcPts val="0"/>
              </a:spcAft>
              <a:buClrTx/>
              <a:buSzTx/>
              <a:buFont typeface="Arial" panose="020B0604020202020204" pitchFamily="34" charset="0"/>
              <a:tabLst/>
            </a:pPr>
            <a:r>
              <a:rPr lang="en-US"/>
              <a:t>Rev.:</a:t>
            </a:r>
          </a:p>
        </p:txBody>
      </p:sp>
      <p:pic>
        <p:nvPicPr>
          <p:cNvPr id="10" name="Picture 9" descr="A black and white logo&#10;&#10;AI-generated content may be incorrect.">
            <a:extLst>
              <a:ext uri="{FF2B5EF4-FFF2-40B4-BE49-F238E27FC236}">
                <a16:creationId xmlns:a16="http://schemas.microsoft.com/office/drawing/2014/main" id="{2AE1C8C6-38CD-5810-4215-A31E29A238AF}"/>
              </a:ext>
            </a:extLst>
          </p:cNvPr>
          <p:cNvPicPr>
            <a:picLocks noChangeAspect="1"/>
          </p:cNvPicPr>
          <p:nvPr userDrawn="1"/>
        </p:nvPicPr>
        <p:blipFill>
          <a:blip r:embed="rId3"/>
          <a:stretch>
            <a:fillRect/>
          </a:stretch>
        </p:blipFill>
        <p:spPr>
          <a:xfrm>
            <a:off x="8604733" y="148782"/>
            <a:ext cx="3587267" cy="686044"/>
          </a:xfrm>
          <a:prstGeom prst="rect">
            <a:avLst/>
          </a:prstGeom>
        </p:spPr>
      </p:pic>
    </p:spTree>
    <p:extLst>
      <p:ext uri="{BB962C8B-B14F-4D97-AF65-F5344CB8AC3E}">
        <p14:creationId xmlns:p14="http://schemas.microsoft.com/office/powerpoint/2010/main" val="777023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Cover D (dark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D93B1FE-B926-469A-85A8-E00CA4FBFE95}"/>
              </a:ext>
            </a:extLst>
          </p:cNvPr>
          <p:cNvSpPr>
            <a:spLocks noGrp="1"/>
          </p:cNvSpPr>
          <p:nvPr>
            <p:ph type="pic" sz="quarter" idx="16"/>
          </p:nvPr>
        </p:nvSpPr>
        <p:spPr>
          <a:xfrm>
            <a:off x="0" y="0"/>
            <a:ext cx="12192000" cy="6858000"/>
          </a:xfrm>
        </p:spPr>
        <p:txBody>
          <a:bodyPr/>
          <a:lstStyle/>
          <a:p>
            <a:r>
              <a:rPr lang="en-US"/>
              <a:t>Click icon to add picture</a:t>
            </a:r>
          </a:p>
        </p:txBody>
      </p:sp>
      <p:sp>
        <p:nvSpPr>
          <p:cNvPr id="17" name="Date Placeholder 2" hidden="1">
            <a:extLst>
              <a:ext uri="{FF2B5EF4-FFF2-40B4-BE49-F238E27FC236}">
                <a16:creationId xmlns:a16="http://schemas.microsoft.com/office/drawing/2014/main" id="{DEC93181-DC67-496C-BF38-9B85050BC846}"/>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22FE1CDC-7110-44AA-8C0E-6728506872AD}" type="datetime4">
              <a:rPr lang="en-US" smtClean="0"/>
              <a:t>October 20, 2026</a:t>
            </a:fld>
            <a:endParaRPr lang="en-US"/>
          </a:p>
        </p:txBody>
      </p:sp>
      <p:sp>
        <p:nvSpPr>
          <p:cNvPr id="23" name="Footer Placeholder 5" hidden="1">
            <a:extLst>
              <a:ext uri="{FF2B5EF4-FFF2-40B4-BE49-F238E27FC236}">
                <a16:creationId xmlns:a16="http://schemas.microsoft.com/office/drawing/2014/main" id="{F875FF11-4129-4354-85FE-EB3DCEEC1DB3}"/>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24" name="Slide Number Placeholder 6" hidden="1">
            <a:extLst>
              <a:ext uri="{FF2B5EF4-FFF2-40B4-BE49-F238E27FC236}">
                <a16:creationId xmlns:a16="http://schemas.microsoft.com/office/drawing/2014/main" id="{B3D53CF0-1704-4F73-A324-D97E6ADADF91}"/>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3" name="Textbox for metadata">
            <a:extLst>
              <a:ext uri="{FF2B5EF4-FFF2-40B4-BE49-F238E27FC236}">
                <a16:creationId xmlns:a16="http://schemas.microsoft.com/office/drawing/2014/main" id="{1E386679-4E1E-4E5A-A6F1-BA141E6691DE}"/>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19"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44496121-D0E1-4C2C-869C-41036E3F6F78}"/>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bg1"/>
                </a:solidFill>
                <a:effectLst/>
                <a:uLnTx/>
                <a:uFillTx/>
                <a:latin typeface="+mn-lt"/>
                <a:ea typeface="+mn-ea"/>
                <a:cs typeface="+mn-cs"/>
              </a:rPr>
              <a:t>© 2026 ABB. All rights reserved.</a:t>
            </a:r>
            <a:endParaRPr lang="en-US"/>
          </a:p>
        </p:txBody>
      </p:sp>
      <p:sp>
        <p:nvSpPr>
          <p:cNvPr id="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C4C54101-727D-1B3B-6116-7B2F8F010DEE}"/>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rgbClr val="FFFFFF"/>
              </a:solidFill>
            </a:endParaRPr>
          </a:p>
        </p:txBody>
      </p:sp>
      <p:sp>
        <p:nvSpPr>
          <p:cNvPr id="3"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3D53989B-4D56-6014-24FC-8B1B0E551F66}"/>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rgbClr val="FFFFFF"/>
              </a:solidFill>
            </a:endParaRPr>
          </a:p>
        </p:txBody>
      </p:sp>
      <p:pic>
        <p:nvPicPr>
          <p:cNvPr id="32" name="Classification" descr="{&quot;templafy&quot;:{&quot;id&quot;:&quot;9961e93d-9f66-40e8-97fe-04d637e82e10&quot;}}">
            <a:extLst>
              <a:ext uri="{FF2B5EF4-FFF2-40B4-BE49-F238E27FC236}">
                <a16:creationId xmlns:a16="http://schemas.microsoft.com/office/drawing/2014/main" id="{788F27C9-7821-76DF-B5F3-A5109377C855}"/>
              </a:ext>
            </a:extLst>
          </p:cNvPr>
          <p:cNvPicPr>
            <a:picLocks/>
          </p:cNvPicPr>
          <p:nvPr userDrawn="1"/>
        </p:nvPicPr>
        <p:blipFill>
          <a:blip r:embed="rId2"/>
          <a:stretch>
            <a:fillRect/>
          </a:stretch>
        </p:blipFill>
        <p:spPr>
          <a:xfrm>
            <a:off x="331210" y="367205"/>
            <a:ext cx="1530191" cy="252031"/>
          </a:xfrm>
          <a:prstGeom prst="rect">
            <a:avLst/>
          </a:prstGeom>
        </p:spPr>
      </p:pic>
      <p:sp>
        <p:nvSpPr>
          <p:cNvPr id="6" name="Title 1">
            <a:extLst>
              <a:ext uri="{FF2B5EF4-FFF2-40B4-BE49-F238E27FC236}">
                <a16:creationId xmlns:a16="http://schemas.microsoft.com/office/drawing/2014/main" id="{F2BFD6D9-7CC9-04DE-B96D-15D2BDDBCAE3}"/>
              </a:ext>
            </a:extLst>
          </p:cNvPr>
          <p:cNvSpPr>
            <a:spLocks noGrp="1"/>
          </p:cNvSpPr>
          <p:nvPr>
            <p:ph type="title"/>
          </p:nvPr>
        </p:nvSpPr>
        <p:spPr>
          <a:xfrm>
            <a:off x="331201" y="4415978"/>
            <a:ext cx="8613648" cy="1167237"/>
          </a:xfrm>
        </p:spPr>
        <p:txBody>
          <a:bodyPr anchor="t"/>
          <a:lstStyle>
            <a:lvl1pPr>
              <a:defRPr sz="4000" b="0" cap="all" baseline="0">
                <a:solidFill>
                  <a:schemeClr val="bg1"/>
                </a:solidFill>
                <a:latin typeface="ABBvoice Display SemiBold" panose="020D0704020603060204" pitchFamily="34" charset="0"/>
              </a:defRPr>
            </a:lvl1pPr>
          </a:lstStyle>
          <a:p>
            <a:r>
              <a:rPr lang="en-US" noProof="0"/>
              <a:t>Click to edit Master title style</a:t>
            </a:r>
            <a:endParaRPr lang="en-US"/>
          </a:p>
        </p:txBody>
      </p:sp>
      <p:sp>
        <p:nvSpPr>
          <p:cNvPr id="7" name="Text Placeholder 2">
            <a:extLst>
              <a:ext uri="{FF2B5EF4-FFF2-40B4-BE49-F238E27FC236}">
                <a16:creationId xmlns:a16="http://schemas.microsoft.com/office/drawing/2014/main" id="{70146E08-A8C9-A8CF-28EC-AA03887F0FC8}"/>
              </a:ext>
            </a:extLst>
          </p:cNvPr>
          <p:cNvSpPr>
            <a:spLocks noGrp="1"/>
          </p:cNvSpPr>
          <p:nvPr>
            <p:ph type="body" sz="quarter" idx="14" hasCustomPrompt="1"/>
          </p:nvPr>
        </p:nvSpPr>
        <p:spPr>
          <a:xfrm>
            <a:off x="331201" y="5808186"/>
            <a:ext cx="8613648" cy="486000"/>
          </a:xfrm>
        </p:spPr>
        <p:txBody>
          <a:bodyPr lIns="0"/>
          <a:lstStyle>
            <a:lvl1pPr>
              <a:defRPr sz="2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8" name="Text Placeholder 3">
            <a:extLst>
              <a:ext uri="{FF2B5EF4-FFF2-40B4-BE49-F238E27FC236}">
                <a16:creationId xmlns:a16="http://schemas.microsoft.com/office/drawing/2014/main" id="{15B166A2-5329-1315-4496-5FE31CD1E698}"/>
              </a:ext>
            </a:extLst>
          </p:cNvPr>
          <p:cNvSpPr>
            <a:spLocks noGrp="1"/>
          </p:cNvSpPr>
          <p:nvPr>
            <p:ph type="body" sz="quarter" idx="17" hasCustomPrompt="1"/>
          </p:nvPr>
        </p:nvSpPr>
        <p:spPr>
          <a:xfrm>
            <a:off x="331201" y="4253978"/>
            <a:ext cx="8613648" cy="162000"/>
          </a:xfrm>
        </p:spPr>
        <p:txBody>
          <a:bodyPr lIns="0" anchor="t"/>
          <a:lstStyle>
            <a:lvl1pPr>
              <a:spcBef>
                <a:spcPts val="0"/>
              </a:spcBef>
              <a:defRPr sz="800" cap="all" spc="200" baseline="0">
                <a:solidFill>
                  <a:schemeClr val="bg1"/>
                </a:solidFill>
              </a:defRPr>
            </a:lvl1pPr>
          </a:lstStyle>
          <a:p>
            <a:pPr lvl="0"/>
            <a:r>
              <a:rPr lang="en-US" noProof="0"/>
              <a:t>DATE OR OTHER INFORMATION – THIS LINE IS NOT OBLIGATORY</a:t>
            </a:r>
            <a:endParaRPr lang="en-US"/>
          </a:p>
        </p:txBody>
      </p:sp>
      <p:sp>
        <p:nvSpPr>
          <p:cNvPr id="34" name="Text Placeholder 11">
            <a:extLst>
              <a:ext uri="{FF2B5EF4-FFF2-40B4-BE49-F238E27FC236}">
                <a16:creationId xmlns:a16="http://schemas.microsoft.com/office/drawing/2014/main" id="{D8C2864A-A20C-2A3A-7103-549791A13D20}"/>
              </a:ext>
            </a:extLst>
          </p:cNvPr>
          <p:cNvSpPr>
            <a:spLocks noGrp="1"/>
          </p:cNvSpPr>
          <p:nvPr>
            <p:ph type="body" sz="quarter" idx="26" hasCustomPrompt="1"/>
          </p:nvPr>
        </p:nvSpPr>
        <p:spPr>
          <a:xfrm>
            <a:off x="2125497" y="6518664"/>
            <a:ext cx="1682496" cy="173736"/>
          </a:xfrm>
          <a:noFill/>
          <a:ln>
            <a:noFill/>
          </a:ln>
        </p:spPr>
        <p:txBody>
          <a:bodyPr wrap="square" lIns="0" tIns="0" rIns="0" bIns="0" rtlCol="0" anchor="ctr">
            <a:noAutofit/>
          </a:bodyPr>
          <a:lstStyle>
            <a:lvl1pPr algn="ctr">
              <a:defRPr kumimoji="0" lang="en-US" sz="800" b="0" i="0" u="none" strike="noStrike" cap="none" spc="-10" normalizeH="0" baseline="0" dirty="0" smtClean="0">
                <a:ln>
                  <a:noFill/>
                </a:ln>
                <a:solidFill>
                  <a:schemeClr val="bg1"/>
                </a:solidFill>
                <a:effectLst/>
                <a:uLnTx/>
                <a:uFillTx/>
              </a:defRPr>
            </a:lvl1pPr>
            <a:lvl2pPr>
              <a:defRPr lang="en-US" sz="1800" dirty="0" smtClean="0"/>
            </a:lvl2pPr>
            <a:lvl3pPr>
              <a:defRPr lang="en-US" sz="1800" dirty="0" smtClean="0"/>
            </a:lvl3pPr>
            <a:lvl4pPr>
              <a:defRPr lang="en-US" sz="1800" dirty="0" smtClean="0"/>
            </a:lvl4pPr>
            <a:lvl5pPr>
              <a:defRPr lang="en-US" sz="1800" dirty="0"/>
            </a:lvl5pPr>
          </a:lstStyle>
          <a:p>
            <a:pPr marR="0" lvl="0" fontAlgn="auto">
              <a:lnSpc>
                <a:spcPct val="100000"/>
              </a:lnSpc>
              <a:spcAft>
                <a:spcPts val="0"/>
              </a:spcAft>
              <a:buClrTx/>
              <a:buSzTx/>
              <a:buFont typeface="Arial" panose="020B0604020202020204" pitchFamily="34" charset="0"/>
              <a:tabLst/>
            </a:pPr>
            <a:r>
              <a:rPr lang="en-US"/>
              <a:t>Document ID:</a:t>
            </a:r>
          </a:p>
        </p:txBody>
      </p:sp>
      <p:sp>
        <p:nvSpPr>
          <p:cNvPr id="35" name="Text Placeholder 11">
            <a:extLst>
              <a:ext uri="{FF2B5EF4-FFF2-40B4-BE49-F238E27FC236}">
                <a16:creationId xmlns:a16="http://schemas.microsoft.com/office/drawing/2014/main" id="{45A86D8F-8775-22F6-D207-1FC8481AFC43}"/>
              </a:ext>
            </a:extLst>
          </p:cNvPr>
          <p:cNvSpPr>
            <a:spLocks noGrp="1"/>
          </p:cNvSpPr>
          <p:nvPr>
            <p:ph type="body" sz="quarter" idx="27" hasCustomPrompt="1"/>
          </p:nvPr>
        </p:nvSpPr>
        <p:spPr>
          <a:xfrm>
            <a:off x="4143600" y="6518664"/>
            <a:ext cx="758952" cy="173736"/>
          </a:xfrm>
          <a:noFill/>
          <a:ln>
            <a:noFill/>
          </a:ln>
        </p:spPr>
        <p:txBody>
          <a:bodyPr wrap="square" lIns="0" tIns="0" rIns="0" bIns="0" rtlCol="0" anchor="ctr">
            <a:noAutofit/>
          </a:bodyPr>
          <a:lstStyle>
            <a:lvl1pPr algn="l">
              <a:defRPr kumimoji="0" lang="en-US" sz="800" b="0" i="0" u="none" strike="noStrike" cap="none" spc="-10" normalizeH="0" baseline="0" dirty="0" smtClean="0">
                <a:ln>
                  <a:noFill/>
                </a:ln>
                <a:solidFill>
                  <a:schemeClr val="bg1"/>
                </a:solidFill>
                <a:effectLst/>
                <a:uLnTx/>
                <a:uFillTx/>
              </a:defRPr>
            </a:lvl1pPr>
            <a:lvl2pPr>
              <a:defRPr lang="en-US" sz="1800" dirty="0" smtClean="0"/>
            </a:lvl2pPr>
            <a:lvl3pPr>
              <a:defRPr lang="en-US" sz="1800" dirty="0" smtClean="0"/>
            </a:lvl3pPr>
            <a:lvl4pPr>
              <a:defRPr lang="en-US" sz="1800" dirty="0" smtClean="0"/>
            </a:lvl4pPr>
            <a:lvl5pPr>
              <a:defRPr lang="en-US" sz="1800" dirty="0"/>
            </a:lvl5pPr>
          </a:lstStyle>
          <a:p>
            <a:pPr marR="0" lvl="0" fontAlgn="auto">
              <a:lnSpc>
                <a:spcPct val="100000"/>
              </a:lnSpc>
              <a:spcAft>
                <a:spcPts val="0"/>
              </a:spcAft>
              <a:buClrTx/>
              <a:buSzTx/>
              <a:buFont typeface="Arial" panose="020B0604020202020204" pitchFamily="34" charset="0"/>
              <a:tabLst/>
            </a:pPr>
            <a:r>
              <a:rPr lang="en-US"/>
              <a:t>Rev.:</a:t>
            </a:r>
          </a:p>
        </p:txBody>
      </p:sp>
      <p:pic>
        <p:nvPicPr>
          <p:cNvPr id="10" name="Picture 9" descr="A black and white logo&#10;&#10;AI-generated content may be incorrect.">
            <a:extLst>
              <a:ext uri="{FF2B5EF4-FFF2-40B4-BE49-F238E27FC236}">
                <a16:creationId xmlns:a16="http://schemas.microsoft.com/office/drawing/2014/main" id="{C115CE77-126D-FD81-095F-BC6A216E48EC}"/>
              </a:ext>
            </a:extLst>
          </p:cNvPr>
          <p:cNvPicPr>
            <a:picLocks noChangeAspect="1"/>
          </p:cNvPicPr>
          <p:nvPr userDrawn="1"/>
        </p:nvPicPr>
        <p:blipFill>
          <a:blip r:embed="rId3"/>
          <a:stretch>
            <a:fillRect/>
          </a:stretch>
        </p:blipFill>
        <p:spPr>
          <a:xfrm>
            <a:off x="8604733" y="148782"/>
            <a:ext cx="3587267" cy="686044"/>
          </a:xfrm>
          <a:prstGeom prst="rect">
            <a:avLst/>
          </a:prstGeom>
        </p:spPr>
      </p:pic>
    </p:spTree>
    <p:extLst>
      <p:ext uri="{BB962C8B-B14F-4D97-AF65-F5344CB8AC3E}">
        <p14:creationId xmlns:p14="http://schemas.microsoft.com/office/powerpoint/2010/main" val="3446805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Cover E">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7B29AAA6-A1F6-490A-1EFC-6B447EB1762C}"/>
              </a:ext>
            </a:extLst>
          </p:cNvPr>
          <p:cNvSpPr>
            <a:spLocks noGrp="1"/>
          </p:cNvSpPr>
          <p:nvPr>
            <p:ph type="pic" sz="quarter" idx="16"/>
          </p:nvPr>
        </p:nvSpPr>
        <p:spPr>
          <a:xfrm>
            <a:off x="0" y="-1"/>
            <a:ext cx="8924925" cy="3922341"/>
          </a:xfrm>
        </p:spPr>
        <p:txBody>
          <a:bodyPr/>
          <a:lstStyle/>
          <a:p>
            <a:r>
              <a:rPr lang="en-US" noProof="0"/>
              <a:t>Click icon to add picture</a:t>
            </a:r>
            <a:endParaRPr lang="en-US"/>
          </a:p>
        </p:txBody>
      </p:sp>
      <p:sp>
        <p:nvSpPr>
          <p:cNvPr id="7" name="Title 1">
            <a:extLst>
              <a:ext uri="{FF2B5EF4-FFF2-40B4-BE49-F238E27FC236}">
                <a16:creationId xmlns:a16="http://schemas.microsoft.com/office/drawing/2014/main" id="{732CCBB1-04BD-FE31-F06D-102B92D55FEF}"/>
              </a:ext>
            </a:extLst>
          </p:cNvPr>
          <p:cNvSpPr>
            <a:spLocks noGrp="1"/>
          </p:cNvSpPr>
          <p:nvPr>
            <p:ph type="title"/>
          </p:nvPr>
        </p:nvSpPr>
        <p:spPr>
          <a:xfrm>
            <a:off x="331201" y="4415978"/>
            <a:ext cx="8613648" cy="1167237"/>
          </a:xfrm>
        </p:spPr>
        <p:txBody>
          <a:bodyPr anchor="t"/>
          <a:lstStyle>
            <a:lvl1pPr>
              <a:defRPr sz="4000" b="0" cap="all" baseline="0">
                <a:latin typeface="ABBvoice Display SemiBold" panose="020D0704020603060204" pitchFamily="34" charset="0"/>
              </a:defRPr>
            </a:lvl1pPr>
          </a:lstStyle>
          <a:p>
            <a:r>
              <a:rPr lang="en-US" noProof="0"/>
              <a:t>Click to edit Master title style</a:t>
            </a:r>
            <a:endParaRPr lang="en-US"/>
          </a:p>
        </p:txBody>
      </p:sp>
      <p:sp>
        <p:nvSpPr>
          <p:cNvPr id="8" name="Text Placeholder 2">
            <a:extLst>
              <a:ext uri="{FF2B5EF4-FFF2-40B4-BE49-F238E27FC236}">
                <a16:creationId xmlns:a16="http://schemas.microsoft.com/office/drawing/2014/main" id="{386D38F8-004F-7DCE-C310-B4E7FCA060EE}"/>
              </a:ext>
            </a:extLst>
          </p:cNvPr>
          <p:cNvSpPr>
            <a:spLocks noGrp="1"/>
          </p:cNvSpPr>
          <p:nvPr>
            <p:ph type="body" sz="quarter" idx="14" hasCustomPrompt="1"/>
          </p:nvPr>
        </p:nvSpPr>
        <p:spPr>
          <a:xfrm>
            <a:off x="331201" y="5808186"/>
            <a:ext cx="8613648" cy="486000"/>
          </a:xfrm>
        </p:spPr>
        <p:txBody>
          <a:bodyPr lIns="0"/>
          <a:lstStyle>
            <a:lvl1pPr>
              <a:defRPr sz="20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Text Placeholder 3">
            <a:extLst>
              <a:ext uri="{FF2B5EF4-FFF2-40B4-BE49-F238E27FC236}">
                <a16:creationId xmlns:a16="http://schemas.microsoft.com/office/drawing/2014/main" id="{4AE2F316-0016-9697-4E87-5EDF2C8F03B1}"/>
              </a:ext>
            </a:extLst>
          </p:cNvPr>
          <p:cNvSpPr>
            <a:spLocks noGrp="1"/>
          </p:cNvSpPr>
          <p:nvPr>
            <p:ph type="body" sz="quarter" idx="17" hasCustomPrompt="1"/>
          </p:nvPr>
        </p:nvSpPr>
        <p:spPr>
          <a:xfrm>
            <a:off x="331201" y="4253978"/>
            <a:ext cx="8613648" cy="162000"/>
          </a:xfrm>
        </p:spPr>
        <p:txBody>
          <a:bodyPr lIns="0" anchor="t"/>
          <a:lstStyle>
            <a:lvl1pPr>
              <a:spcBef>
                <a:spcPts val="0"/>
              </a:spcBef>
              <a:defRPr sz="800" cap="all" spc="200" baseline="0"/>
            </a:lvl1pPr>
          </a:lstStyle>
          <a:p>
            <a:pPr lvl="0"/>
            <a:r>
              <a:rPr lang="en-US" noProof="0"/>
              <a:t>DATE OR OTHER INFORMATION – THIS LINE IS NOT OBLIGATORY</a:t>
            </a:r>
            <a:endParaRPr lang="en-US"/>
          </a:p>
        </p:txBody>
      </p:sp>
      <p:sp>
        <p:nvSpPr>
          <p:cNvPr id="14" name="Date Placeholder 2" hidden="1">
            <a:extLst>
              <a:ext uri="{FF2B5EF4-FFF2-40B4-BE49-F238E27FC236}">
                <a16:creationId xmlns:a16="http://schemas.microsoft.com/office/drawing/2014/main" id="{0A33B1B3-23BD-4E69-9630-079CFBD253DD}"/>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C6A9BD41-B408-4DC1-BC41-874D8AA7AEFB}" type="datetime4">
              <a:rPr lang="en-US" smtClean="0"/>
              <a:t>October 20, 2026</a:t>
            </a:fld>
            <a:endParaRPr lang="en-US"/>
          </a:p>
        </p:txBody>
      </p:sp>
      <p:sp>
        <p:nvSpPr>
          <p:cNvPr id="18" name="Footer Placeholder 5" hidden="1">
            <a:extLst>
              <a:ext uri="{FF2B5EF4-FFF2-40B4-BE49-F238E27FC236}">
                <a16:creationId xmlns:a16="http://schemas.microsoft.com/office/drawing/2014/main" id="{FF96FD6D-EB5B-42F4-A782-864EE8984920}"/>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19" name="Slide Number Placeholder 6" hidden="1">
            <a:extLst>
              <a:ext uri="{FF2B5EF4-FFF2-40B4-BE49-F238E27FC236}">
                <a16:creationId xmlns:a16="http://schemas.microsoft.com/office/drawing/2014/main" id="{A5917654-E2E7-4F3B-9A54-AAD255683063}"/>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3" name="Textbox for metadata">
            <a:extLst>
              <a:ext uri="{FF2B5EF4-FFF2-40B4-BE49-F238E27FC236}">
                <a16:creationId xmlns:a16="http://schemas.microsoft.com/office/drawing/2014/main" id="{99A66A49-8F92-4F89-AFD0-110E26BF2680}"/>
              </a:ext>
            </a:extLst>
          </p:cNvPr>
          <p:cNvSpPr txBox="1">
            <a:spLocks/>
          </p:cNvSpPr>
          <p:nvPr userDrawn="1"/>
        </p:nvSpPr>
        <p:spPr>
          <a:xfrm>
            <a:off x="331196" y="6506816"/>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23"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47C61707-0D77-48A5-9714-CB909585A68D}"/>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endParaRPr lang="en-US"/>
          </a:p>
        </p:txBody>
      </p:sp>
      <p:sp>
        <p:nvSpPr>
          <p:cNvPr id="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6595B980-413F-5C6F-BB48-10EAFC8D7E57}"/>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3"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84E264FF-7C16-2557-3035-564CD53922DE}"/>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tx1"/>
              </a:solidFill>
            </a:endParaRPr>
          </a:p>
        </p:txBody>
      </p:sp>
      <p:pic>
        <p:nvPicPr>
          <p:cNvPr id="34" name="Classification" descr="{&quot;templafy&quot;:{&quot;id&quot;:&quot;18a47717-d18a-4d34-a5c7-21a3f893cc7d&quot;}}">
            <a:extLst>
              <a:ext uri="{FF2B5EF4-FFF2-40B4-BE49-F238E27FC236}">
                <a16:creationId xmlns:a16="http://schemas.microsoft.com/office/drawing/2014/main" id="{211D9686-9ADA-CDEF-8D2A-36348CB05407}"/>
              </a:ext>
            </a:extLst>
          </p:cNvPr>
          <p:cNvPicPr>
            <a:picLocks/>
          </p:cNvPicPr>
          <p:nvPr userDrawn="1"/>
        </p:nvPicPr>
        <p:blipFill>
          <a:blip r:embed="rId2"/>
          <a:stretch>
            <a:fillRect/>
          </a:stretch>
        </p:blipFill>
        <p:spPr>
          <a:xfrm>
            <a:off x="331210" y="367205"/>
            <a:ext cx="1530191" cy="252031"/>
          </a:xfrm>
          <a:prstGeom prst="rect">
            <a:avLst/>
          </a:prstGeom>
        </p:spPr>
      </p:pic>
      <p:sp>
        <p:nvSpPr>
          <p:cNvPr id="35" name="Text Placeholder 11">
            <a:extLst>
              <a:ext uri="{FF2B5EF4-FFF2-40B4-BE49-F238E27FC236}">
                <a16:creationId xmlns:a16="http://schemas.microsoft.com/office/drawing/2014/main" id="{612BD616-474F-C1DD-C154-ACBAF3D67A5A}"/>
              </a:ext>
            </a:extLst>
          </p:cNvPr>
          <p:cNvSpPr>
            <a:spLocks noGrp="1"/>
          </p:cNvSpPr>
          <p:nvPr>
            <p:ph type="body" sz="quarter" idx="26" hasCustomPrompt="1"/>
          </p:nvPr>
        </p:nvSpPr>
        <p:spPr>
          <a:xfrm>
            <a:off x="2125497" y="6518664"/>
            <a:ext cx="1682496" cy="173736"/>
          </a:xfrm>
          <a:noFill/>
          <a:ln>
            <a:noFill/>
          </a:ln>
        </p:spPr>
        <p:txBody>
          <a:bodyPr wrap="square" lIns="0" tIns="0" rIns="0" bIns="0" rtlCol="0" anchor="ctr">
            <a:noAutofit/>
          </a:bodyPr>
          <a:lstStyle>
            <a:lvl1pPr algn="ctr">
              <a:defRPr kumimoji="0" lang="en-US" sz="800" b="0" i="0" u="none" strike="noStrike" cap="none" spc="-10" normalizeH="0" baseline="0" dirty="0" smtClean="0">
                <a:ln>
                  <a:noFill/>
                </a:ln>
                <a:solidFill>
                  <a:schemeClr val="tx1"/>
                </a:solidFill>
                <a:effectLst/>
                <a:uLnTx/>
                <a:uFillTx/>
              </a:defRPr>
            </a:lvl1pPr>
            <a:lvl2pPr>
              <a:defRPr lang="en-US" sz="1800" dirty="0" smtClean="0"/>
            </a:lvl2pPr>
            <a:lvl3pPr>
              <a:defRPr lang="en-US" sz="1800" dirty="0" smtClean="0"/>
            </a:lvl3pPr>
            <a:lvl4pPr>
              <a:defRPr lang="en-US" sz="1800" dirty="0" smtClean="0"/>
            </a:lvl4pPr>
            <a:lvl5pPr>
              <a:defRPr lang="en-US" sz="1800" dirty="0"/>
            </a:lvl5pPr>
          </a:lstStyle>
          <a:p>
            <a:pPr marR="0" lvl="0" fontAlgn="auto">
              <a:lnSpc>
                <a:spcPct val="100000"/>
              </a:lnSpc>
              <a:spcAft>
                <a:spcPts val="0"/>
              </a:spcAft>
              <a:buClrTx/>
              <a:buSzTx/>
              <a:buFont typeface="Arial" panose="020B0604020202020204" pitchFamily="34" charset="0"/>
              <a:tabLst/>
            </a:pPr>
            <a:r>
              <a:rPr lang="en-US"/>
              <a:t>Document ID:</a:t>
            </a:r>
          </a:p>
        </p:txBody>
      </p:sp>
      <p:sp>
        <p:nvSpPr>
          <p:cNvPr id="36" name="Text Placeholder 11">
            <a:extLst>
              <a:ext uri="{FF2B5EF4-FFF2-40B4-BE49-F238E27FC236}">
                <a16:creationId xmlns:a16="http://schemas.microsoft.com/office/drawing/2014/main" id="{0B80D243-C462-B28F-B88B-EAB3BD5B0D5E}"/>
              </a:ext>
            </a:extLst>
          </p:cNvPr>
          <p:cNvSpPr>
            <a:spLocks noGrp="1"/>
          </p:cNvSpPr>
          <p:nvPr>
            <p:ph type="body" sz="quarter" idx="27" hasCustomPrompt="1"/>
          </p:nvPr>
        </p:nvSpPr>
        <p:spPr>
          <a:xfrm>
            <a:off x="4143600" y="6518664"/>
            <a:ext cx="758952" cy="173736"/>
          </a:xfrm>
          <a:noFill/>
          <a:ln>
            <a:noFill/>
          </a:ln>
        </p:spPr>
        <p:txBody>
          <a:bodyPr wrap="square" lIns="0" tIns="0" rIns="0" bIns="0" rtlCol="0" anchor="ctr">
            <a:noAutofit/>
          </a:bodyPr>
          <a:lstStyle>
            <a:lvl1pPr algn="l">
              <a:defRPr kumimoji="0" lang="en-US" sz="800" b="0" i="0" u="none" strike="noStrike" cap="none" spc="-10" normalizeH="0" baseline="0" dirty="0" smtClean="0">
                <a:ln>
                  <a:noFill/>
                </a:ln>
                <a:solidFill>
                  <a:schemeClr val="tx1"/>
                </a:solidFill>
                <a:effectLst/>
                <a:uLnTx/>
                <a:uFillTx/>
              </a:defRPr>
            </a:lvl1pPr>
            <a:lvl2pPr>
              <a:defRPr lang="en-US" sz="1800" dirty="0" smtClean="0"/>
            </a:lvl2pPr>
            <a:lvl3pPr>
              <a:defRPr lang="en-US" sz="1800" dirty="0" smtClean="0"/>
            </a:lvl3pPr>
            <a:lvl4pPr>
              <a:defRPr lang="en-US" sz="1800" dirty="0" smtClean="0"/>
            </a:lvl4pPr>
            <a:lvl5pPr>
              <a:defRPr lang="en-US" sz="1800" dirty="0"/>
            </a:lvl5pPr>
          </a:lstStyle>
          <a:p>
            <a:pPr marR="0" lvl="0" fontAlgn="auto">
              <a:lnSpc>
                <a:spcPct val="100000"/>
              </a:lnSpc>
              <a:spcAft>
                <a:spcPts val="0"/>
              </a:spcAft>
              <a:buClrTx/>
              <a:buSzTx/>
              <a:buFont typeface="Arial" panose="020B0604020202020204" pitchFamily="34" charset="0"/>
              <a:tabLst/>
            </a:pPr>
            <a:r>
              <a:rPr lang="en-US"/>
              <a:t>Rev.:</a:t>
            </a:r>
          </a:p>
        </p:txBody>
      </p:sp>
      <p:pic>
        <p:nvPicPr>
          <p:cNvPr id="10" name="Picture 9" descr="A black and white logo&#10;&#10;AI-generated content may be incorrect.">
            <a:extLst>
              <a:ext uri="{FF2B5EF4-FFF2-40B4-BE49-F238E27FC236}">
                <a16:creationId xmlns:a16="http://schemas.microsoft.com/office/drawing/2014/main" id="{DF60D972-A44B-60FC-D85B-988C30842F75}"/>
              </a:ext>
            </a:extLst>
          </p:cNvPr>
          <p:cNvPicPr>
            <a:picLocks noChangeAspect="1"/>
          </p:cNvPicPr>
          <p:nvPr userDrawn="1"/>
        </p:nvPicPr>
        <p:blipFill>
          <a:blip r:embed="rId3"/>
          <a:stretch>
            <a:fillRect/>
          </a:stretch>
        </p:blipFill>
        <p:spPr>
          <a:xfrm>
            <a:off x="8604733" y="148782"/>
            <a:ext cx="3587267" cy="686044"/>
          </a:xfrm>
          <a:prstGeom prst="rect">
            <a:avLst/>
          </a:prstGeom>
        </p:spPr>
      </p:pic>
    </p:spTree>
    <p:extLst>
      <p:ext uri="{BB962C8B-B14F-4D97-AF65-F5344CB8AC3E}">
        <p14:creationId xmlns:p14="http://schemas.microsoft.com/office/powerpoint/2010/main" val="4072262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Cover F">
    <p:spTree>
      <p:nvGrpSpPr>
        <p:cNvPr id="1" name=""/>
        <p:cNvGrpSpPr/>
        <p:nvPr/>
      </p:nvGrpSpPr>
      <p:grpSpPr>
        <a:xfrm>
          <a:off x="0" y="0"/>
          <a:ext cx="0" cy="0"/>
          <a:chOff x="0" y="0"/>
          <a:chExt cx="0" cy="0"/>
        </a:xfrm>
      </p:grpSpPr>
      <p:sp>
        <p:nvSpPr>
          <p:cNvPr id="13" name="Date Placeholder 2" hidden="1">
            <a:extLst>
              <a:ext uri="{FF2B5EF4-FFF2-40B4-BE49-F238E27FC236}">
                <a16:creationId xmlns:a16="http://schemas.microsoft.com/office/drawing/2014/main" id="{86899F48-C911-4CD2-8537-1874E4E7FFEA}"/>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1D6F7FAA-DD9E-4605-ADA9-64A74D15ED2D}" type="datetime4">
              <a:rPr lang="en-US" smtClean="0"/>
              <a:t>October 20, 2026</a:t>
            </a:fld>
            <a:endParaRPr lang="en-US"/>
          </a:p>
        </p:txBody>
      </p:sp>
      <p:sp>
        <p:nvSpPr>
          <p:cNvPr id="16" name="Footer Placeholder 5" hidden="1">
            <a:extLst>
              <a:ext uri="{FF2B5EF4-FFF2-40B4-BE49-F238E27FC236}">
                <a16:creationId xmlns:a16="http://schemas.microsoft.com/office/drawing/2014/main" id="{7DCDF680-C48C-4D0A-9069-B2F60D63B78A}"/>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17" name="Slide Number Placeholder 6" hidden="1">
            <a:extLst>
              <a:ext uri="{FF2B5EF4-FFF2-40B4-BE49-F238E27FC236}">
                <a16:creationId xmlns:a16="http://schemas.microsoft.com/office/drawing/2014/main" id="{0266C1C2-4C9C-4B41-96AD-AEADB16E34D4}"/>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31" name="Textbox for metadata">
            <a:extLst>
              <a:ext uri="{FF2B5EF4-FFF2-40B4-BE49-F238E27FC236}">
                <a16:creationId xmlns:a16="http://schemas.microsoft.com/office/drawing/2014/main" id="{E3F50A39-4A37-4A8F-8A6D-C4F1265DDE55}"/>
              </a:ext>
            </a:extLst>
          </p:cNvPr>
          <p:cNvSpPr txBox="1">
            <a:spLocks/>
          </p:cNvSpPr>
          <p:nvPr userDrawn="1"/>
        </p:nvSpPr>
        <p:spPr>
          <a:xfrm>
            <a:off x="331196" y="6506816"/>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21"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72C259B8-2007-488D-8494-693ADFA23A83}"/>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endParaRPr lang="en-US"/>
          </a:p>
        </p:txBody>
      </p:sp>
      <p:sp>
        <p:nvSpPr>
          <p:cNvPr id="2"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E14ED6E7-A503-94E7-7189-8682343C0CC9}"/>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tx1"/>
              </a:solidFill>
            </a:endParaRPr>
          </a:p>
        </p:txBody>
      </p:sp>
      <p:sp>
        <p:nvSpPr>
          <p:cNvPr id="3"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199FB105-4978-F0FF-EAB3-A9357DD6E547}"/>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tx1"/>
              </a:solidFill>
            </a:endParaRPr>
          </a:p>
        </p:txBody>
      </p:sp>
      <p:pic>
        <p:nvPicPr>
          <p:cNvPr id="2095085858" name="Classification" descr="{&quot;templafy&quot;:{&quot;id&quot;:&quot;af289885-6097-4716-a7fa-b8f666d95efc&quot;}}">
            <a:extLst>
              <a:ext uri="{FF2B5EF4-FFF2-40B4-BE49-F238E27FC236}">
                <a16:creationId xmlns:a16="http://schemas.microsoft.com/office/drawing/2014/main" id="{5F547957-D03C-3E5A-1776-6B63E2FBA0FE}"/>
              </a:ext>
            </a:extLst>
          </p:cNvPr>
          <p:cNvPicPr>
            <a:picLocks/>
          </p:cNvPicPr>
          <p:nvPr userDrawn="1"/>
        </p:nvPicPr>
        <p:blipFill>
          <a:blip r:embed="rId2"/>
          <a:stretch>
            <a:fillRect/>
          </a:stretch>
        </p:blipFill>
        <p:spPr>
          <a:xfrm>
            <a:off x="331210" y="367205"/>
            <a:ext cx="1530191" cy="252031"/>
          </a:xfrm>
          <a:prstGeom prst="rect">
            <a:avLst/>
          </a:prstGeom>
        </p:spPr>
      </p:pic>
      <p:sp>
        <p:nvSpPr>
          <p:cNvPr id="6" name="Picture Placeholder 3">
            <a:extLst>
              <a:ext uri="{FF2B5EF4-FFF2-40B4-BE49-F238E27FC236}">
                <a16:creationId xmlns:a16="http://schemas.microsoft.com/office/drawing/2014/main" id="{E830A1BB-93D2-83E6-5E0F-A2EB11913C1A}"/>
              </a:ext>
            </a:extLst>
          </p:cNvPr>
          <p:cNvSpPr>
            <a:spLocks noGrp="1"/>
          </p:cNvSpPr>
          <p:nvPr>
            <p:ph type="pic" sz="quarter" idx="16"/>
          </p:nvPr>
        </p:nvSpPr>
        <p:spPr>
          <a:xfrm>
            <a:off x="0" y="0"/>
            <a:ext cx="12192000" cy="3922776"/>
          </a:xfrm>
        </p:spPr>
        <p:txBody>
          <a:bodyPr/>
          <a:lstStyle/>
          <a:p>
            <a:r>
              <a:rPr lang="en-US" noProof="0"/>
              <a:t>Click icon to add picture</a:t>
            </a:r>
            <a:endParaRPr lang="en-US"/>
          </a:p>
        </p:txBody>
      </p:sp>
      <p:sp>
        <p:nvSpPr>
          <p:cNvPr id="7" name="Title 1">
            <a:extLst>
              <a:ext uri="{FF2B5EF4-FFF2-40B4-BE49-F238E27FC236}">
                <a16:creationId xmlns:a16="http://schemas.microsoft.com/office/drawing/2014/main" id="{4510514A-B508-6FBD-95BC-27F50F5F7CB6}"/>
              </a:ext>
            </a:extLst>
          </p:cNvPr>
          <p:cNvSpPr>
            <a:spLocks noGrp="1"/>
          </p:cNvSpPr>
          <p:nvPr>
            <p:ph type="title"/>
          </p:nvPr>
        </p:nvSpPr>
        <p:spPr>
          <a:xfrm>
            <a:off x="331201" y="4415978"/>
            <a:ext cx="8613648" cy="1167237"/>
          </a:xfrm>
        </p:spPr>
        <p:txBody>
          <a:bodyPr anchor="t"/>
          <a:lstStyle>
            <a:lvl1pPr>
              <a:defRPr sz="4000" b="0" cap="all" baseline="0">
                <a:latin typeface="ABBvoice Display SemiBold" panose="020D0704020603060204" pitchFamily="34" charset="0"/>
              </a:defRPr>
            </a:lvl1pPr>
          </a:lstStyle>
          <a:p>
            <a:r>
              <a:rPr lang="en-US" noProof="0"/>
              <a:t>Click to edit Master title style</a:t>
            </a:r>
            <a:endParaRPr lang="en-US"/>
          </a:p>
        </p:txBody>
      </p:sp>
      <p:sp>
        <p:nvSpPr>
          <p:cNvPr id="8" name="Text Placeholder 2">
            <a:extLst>
              <a:ext uri="{FF2B5EF4-FFF2-40B4-BE49-F238E27FC236}">
                <a16:creationId xmlns:a16="http://schemas.microsoft.com/office/drawing/2014/main" id="{18287956-228E-9217-B1A8-22A42BB96292}"/>
              </a:ext>
            </a:extLst>
          </p:cNvPr>
          <p:cNvSpPr>
            <a:spLocks noGrp="1"/>
          </p:cNvSpPr>
          <p:nvPr>
            <p:ph type="body" sz="quarter" idx="14" hasCustomPrompt="1"/>
          </p:nvPr>
        </p:nvSpPr>
        <p:spPr>
          <a:xfrm>
            <a:off x="331201" y="5808186"/>
            <a:ext cx="8613648" cy="486000"/>
          </a:xfrm>
        </p:spPr>
        <p:txBody>
          <a:bodyPr lIns="0"/>
          <a:lstStyle>
            <a:lvl1pPr>
              <a:defRPr sz="20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0" name="Text Placeholder 3">
            <a:extLst>
              <a:ext uri="{FF2B5EF4-FFF2-40B4-BE49-F238E27FC236}">
                <a16:creationId xmlns:a16="http://schemas.microsoft.com/office/drawing/2014/main" id="{13D1C327-FC2E-1D32-7B54-A5257759E045}"/>
              </a:ext>
            </a:extLst>
          </p:cNvPr>
          <p:cNvSpPr>
            <a:spLocks noGrp="1"/>
          </p:cNvSpPr>
          <p:nvPr>
            <p:ph type="body" sz="quarter" idx="17" hasCustomPrompt="1"/>
          </p:nvPr>
        </p:nvSpPr>
        <p:spPr>
          <a:xfrm>
            <a:off x="331201" y="4253978"/>
            <a:ext cx="8613648" cy="162000"/>
          </a:xfrm>
        </p:spPr>
        <p:txBody>
          <a:bodyPr lIns="0" anchor="t"/>
          <a:lstStyle>
            <a:lvl1pPr>
              <a:spcBef>
                <a:spcPts val="0"/>
              </a:spcBef>
              <a:defRPr sz="800" cap="all" spc="200" baseline="0"/>
            </a:lvl1pPr>
          </a:lstStyle>
          <a:p>
            <a:pPr lvl="0"/>
            <a:r>
              <a:rPr lang="en-US" noProof="0"/>
              <a:t>DATE OR OTHER INFORMATION – THIS LINE IS NOT OBLIGATORY</a:t>
            </a:r>
            <a:endParaRPr lang="en-US"/>
          </a:p>
        </p:txBody>
      </p:sp>
      <p:sp>
        <p:nvSpPr>
          <p:cNvPr id="2095085859" name="Text Placeholder 11">
            <a:extLst>
              <a:ext uri="{FF2B5EF4-FFF2-40B4-BE49-F238E27FC236}">
                <a16:creationId xmlns:a16="http://schemas.microsoft.com/office/drawing/2014/main" id="{EB799716-A4B4-E792-13A1-B6412941C852}"/>
              </a:ext>
            </a:extLst>
          </p:cNvPr>
          <p:cNvSpPr>
            <a:spLocks noGrp="1"/>
          </p:cNvSpPr>
          <p:nvPr>
            <p:ph type="body" sz="quarter" idx="26" hasCustomPrompt="1"/>
          </p:nvPr>
        </p:nvSpPr>
        <p:spPr>
          <a:xfrm>
            <a:off x="2125497" y="6518664"/>
            <a:ext cx="1682496" cy="173736"/>
          </a:xfrm>
          <a:noFill/>
          <a:ln>
            <a:noFill/>
          </a:ln>
        </p:spPr>
        <p:txBody>
          <a:bodyPr wrap="square" lIns="0" tIns="0" rIns="0" bIns="0" rtlCol="0" anchor="ctr">
            <a:noAutofit/>
          </a:bodyPr>
          <a:lstStyle>
            <a:lvl1pPr algn="ctr">
              <a:defRPr kumimoji="0" lang="en-US" sz="800" b="0" i="0" u="none" strike="noStrike" cap="none" spc="-10" normalizeH="0" baseline="0" dirty="0" smtClean="0">
                <a:ln>
                  <a:noFill/>
                </a:ln>
                <a:solidFill>
                  <a:schemeClr val="tx1"/>
                </a:solidFill>
                <a:effectLst/>
                <a:uLnTx/>
                <a:uFillTx/>
              </a:defRPr>
            </a:lvl1pPr>
            <a:lvl2pPr>
              <a:defRPr lang="en-US" sz="1800" dirty="0" smtClean="0"/>
            </a:lvl2pPr>
            <a:lvl3pPr>
              <a:defRPr lang="en-US" sz="1800" dirty="0" smtClean="0"/>
            </a:lvl3pPr>
            <a:lvl4pPr>
              <a:defRPr lang="en-US" sz="1800" dirty="0" smtClean="0"/>
            </a:lvl4pPr>
            <a:lvl5pPr>
              <a:defRPr lang="en-US" sz="1800" dirty="0"/>
            </a:lvl5pPr>
          </a:lstStyle>
          <a:p>
            <a:pPr marR="0" lvl="0" fontAlgn="auto">
              <a:lnSpc>
                <a:spcPct val="100000"/>
              </a:lnSpc>
              <a:spcAft>
                <a:spcPts val="0"/>
              </a:spcAft>
              <a:buClrTx/>
              <a:buSzTx/>
              <a:buFont typeface="Arial" panose="020B0604020202020204" pitchFamily="34" charset="0"/>
              <a:tabLst/>
            </a:pPr>
            <a:r>
              <a:rPr lang="en-US"/>
              <a:t>Document ID:</a:t>
            </a:r>
          </a:p>
        </p:txBody>
      </p:sp>
      <p:sp>
        <p:nvSpPr>
          <p:cNvPr id="2095085860" name="Text Placeholder 11">
            <a:extLst>
              <a:ext uri="{FF2B5EF4-FFF2-40B4-BE49-F238E27FC236}">
                <a16:creationId xmlns:a16="http://schemas.microsoft.com/office/drawing/2014/main" id="{E54D3BCC-DEFB-DBC4-4092-0222549514FB}"/>
              </a:ext>
            </a:extLst>
          </p:cNvPr>
          <p:cNvSpPr>
            <a:spLocks noGrp="1"/>
          </p:cNvSpPr>
          <p:nvPr>
            <p:ph type="body" sz="quarter" idx="27" hasCustomPrompt="1"/>
          </p:nvPr>
        </p:nvSpPr>
        <p:spPr>
          <a:xfrm>
            <a:off x="4143600" y="6518664"/>
            <a:ext cx="758952" cy="173736"/>
          </a:xfrm>
          <a:noFill/>
          <a:ln>
            <a:noFill/>
          </a:ln>
        </p:spPr>
        <p:txBody>
          <a:bodyPr wrap="square" lIns="0" tIns="0" rIns="0" bIns="0" rtlCol="0" anchor="ctr">
            <a:noAutofit/>
          </a:bodyPr>
          <a:lstStyle>
            <a:lvl1pPr algn="l">
              <a:defRPr kumimoji="0" lang="en-US" sz="800" b="0" i="0" u="none" strike="noStrike" cap="none" spc="-10" normalizeH="0" baseline="0" dirty="0" smtClean="0">
                <a:ln>
                  <a:noFill/>
                </a:ln>
                <a:solidFill>
                  <a:schemeClr val="tx1"/>
                </a:solidFill>
                <a:effectLst/>
                <a:uLnTx/>
                <a:uFillTx/>
              </a:defRPr>
            </a:lvl1pPr>
            <a:lvl2pPr>
              <a:defRPr lang="en-US" sz="1800" dirty="0" smtClean="0"/>
            </a:lvl2pPr>
            <a:lvl3pPr>
              <a:defRPr lang="en-US" sz="1800" dirty="0" smtClean="0"/>
            </a:lvl3pPr>
            <a:lvl4pPr>
              <a:defRPr lang="en-US" sz="1800" dirty="0" smtClean="0"/>
            </a:lvl4pPr>
            <a:lvl5pPr>
              <a:defRPr lang="en-US" sz="1800" dirty="0"/>
            </a:lvl5pPr>
          </a:lstStyle>
          <a:p>
            <a:pPr marR="0" lvl="0" fontAlgn="auto">
              <a:lnSpc>
                <a:spcPct val="100000"/>
              </a:lnSpc>
              <a:spcAft>
                <a:spcPts val="0"/>
              </a:spcAft>
              <a:buClrTx/>
              <a:buSzTx/>
              <a:buFont typeface="Arial" panose="020B0604020202020204" pitchFamily="34" charset="0"/>
              <a:tabLst/>
            </a:pPr>
            <a:r>
              <a:rPr lang="en-US"/>
              <a:t>Rev.:</a:t>
            </a:r>
          </a:p>
        </p:txBody>
      </p:sp>
      <p:pic>
        <p:nvPicPr>
          <p:cNvPr id="9" name="Picture 8" descr="A black and white logo&#10;&#10;AI-generated content may be incorrect.">
            <a:extLst>
              <a:ext uri="{FF2B5EF4-FFF2-40B4-BE49-F238E27FC236}">
                <a16:creationId xmlns:a16="http://schemas.microsoft.com/office/drawing/2014/main" id="{61EF3BD5-4B08-8627-6117-920A0459A1E3}"/>
              </a:ext>
            </a:extLst>
          </p:cNvPr>
          <p:cNvPicPr>
            <a:picLocks noChangeAspect="1"/>
          </p:cNvPicPr>
          <p:nvPr userDrawn="1"/>
        </p:nvPicPr>
        <p:blipFill>
          <a:blip r:embed="rId3"/>
          <a:stretch>
            <a:fillRect/>
          </a:stretch>
        </p:blipFill>
        <p:spPr>
          <a:xfrm>
            <a:off x="8604733" y="148782"/>
            <a:ext cx="3587267" cy="686044"/>
          </a:xfrm>
          <a:prstGeom prst="rect">
            <a:avLst/>
          </a:prstGeom>
        </p:spPr>
      </p:pic>
    </p:spTree>
    <p:extLst>
      <p:ext uri="{BB962C8B-B14F-4D97-AF65-F5344CB8AC3E}">
        <p14:creationId xmlns:p14="http://schemas.microsoft.com/office/powerpoint/2010/main" val="1743385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Divider 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2BEE48-A77E-A9AE-9B92-98D4792E904B}"/>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9445338F-25DA-4D0B-AE09-634C86CB35CB}" type="datetime4">
              <a:rPr lang="en-US" smtClean="0"/>
              <a:t>October 20, 2026</a:t>
            </a:fld>
            <a:endParaRPr lang="en-US"/>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a:p>
        </p:txBody>
      </p:sp>
      <p:sp>
        <p:nvSpPr>
          <p:cNvPr id="8" name="Title 1">
            <a:extLst>
              <a:ext uri="{FF2B5EF4-FFF2-40B4-BE49-F238E27FC236}">
                <a16:creationId xmlns:a16="http://schemas.microsoft.com/office/drawing/2014/main" id="{C78DE0D1-FC76-CA62-6E66-A111968AA378}"/>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tx1"/>
                </a:solidFill>
                <a:latin typeface="ABBvoice Display SemiBold" panose="020D0704020603060204" pitchFamily="34" charset="0"/>
              </a:defRPr>
            </a:lvl1pPr>
          </a:lstStyle>
          <a:p>
            <a:r>
              <a:rPr lang="en-US" noProof="0"/>
              <a:t>Chapter slide</a:t>
            </a:r>
            <a:endParaRPr lang="en-US"/>
          </a:p>
        </p:txBody>
      </p:sp>
      <p:sp>
        <p:nvSpPr>
          <p:cNvPr id="9" name="Text Placeholder 10">
            <a:extLst>
              <a:ext uri="{FF2B5EF4-FFF2-40B4-BE49-F238E27FC236}">
                <a16:creationId xmlns:a16="http://schemas.microsoft.com/office/drawing/2014/main" id="{EE832AA2-03A2-E191-75A1-F8C19050D47B}"/>
              </a:ext>
            </a:extLst>
          </p:cNvPr>
          <p:cNvSpPr>
            <a:spLocks noGrp="1"/>
          </p:cNvSpPr>
          <p:nvPr>
            <p:ph type="body" sz="quarter" idx="25" hasCustomPrompt="1"/>
          </p:nvPr>
        </p:nvSpPr>
        <p:spPr>
          <a:xfrm>
            <a:off x="1095375" y="5349654"/>
            <a:ext cx="6851650" cy="507000"/>
          </a:xfrm>
        </p:spPr>
        <p:txBody>
          <a:bodyPr/>
          <a:lstStyle>
            <a:lvl1pPr>
              <a:defRPr sz="3000">
                <a:solidFill>
                  <a:schemeClr val="tx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
        <p:nvSpPr>
          <p:cNvPr id="10" name="Text Placeholder 13">
            <a:extLst>
              <a:ext uri="{FF2B5EF4-FFF2-40B4-BE49-F238E27FC236}">
                <a16:creationId xmlns:a16="http://schemas.microsoft.com/office/drawing/2014/main" id="{3E5CE7EF-73C3-CAE2-B471-EE2DA64E7F43}"/>
              </a:ext>
            </a:extLst>
          </p:cNvPr>
          <p:cNvSpPr>
            <a:spLocks noGrp="1"/>
          </p:cNvSpPr>
          <p:nvPr>
            <p:ph type="body" sz="quarter" idx="26" hasCustomPrompt="1"/>
          </p:nvPr>
        </p:nvSpPr>
        <p:spPr>
          <a:xfrm>
            <a:off x="7943851" y="683261"/>
            <a:ext cx="3226080" cy="1942982"/>
          </a:xfrm>
        </p:spPr>
        <p:txBody>
          <a:bodyPr/>
          <a:lstStyle>
            <a:lvl1pPr algn="r">
              <a:defRPr sz="13800">
                <a:solidFill>
                  <a:schemeClr val="tx1"/>
                </a:solidFill>
                <a:latin typeface="ABBvoice Display SemiBold" panose="020D0704020603060204" pitchFamily="34" charset="0"/>
              </a:defRPr>
            </a:lvl1pPr>
          </a:lstStyle>
          <a:p>
            <a:pPr lvl="0"/>
            <a:r>
              <a:rPr lang="en-US"/>
              <a:t>01</a:t>
            </a:r>
          </a:p>
        </p:txBody>
      </p:sp>
    </p:spTree>
    <p:extLst>
      <p:ext uri="{BB962C8B-B14F-4D97-AF65-F5344CB8AC3E}">
        <p14:creationId xmlns:p14="http://schemas.microsoft.com/office/powerpoint/2010/main" val="1188845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Divider A (r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515748-13E4-20FD-3345-5405C2E22ED3}"/>
              </a:ext>
            </a:extLst>
          </p:cNvPr>
          <p:cNvSpPr/>
          <p:nvPr userDrawn="1"/>
        </p:nvSpPr>
        <p:spPr bwMode="gray">
          <a:xfrm>
            <a:off x="0" y="0"/>
            <a:ext cx="12192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2" name="Title 1">
            <a:extLst>
              <a:ext uri="{FF2B5EF4-FFF2-40B4-BE49-F238E27FC236}">
                <a16:creationId xmlns:a16="http://schemas.microsoft.com/office/drawing/2014/main" id="{89ADAAE6-C7C8-41CD-B37C-3EE1E8987106}"/>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7" name="Text Placeholder 10">
            <a:extLst>
              <a:ext uri="{FF2B5EF4-FFF2-40B4-BE49-F238E27FC236}">
                <a16:creationId xmlns:a16="http://schemas.microsoft.com/office/drawing/2014/main" id="{8CFFDC79-EB9C-37F8-07B1-E20F8A2E8ED1}"/>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
        <p:nvSpPr>
          <p:cNvPr id="9" name="Text Placeholder 13">
            <a:extLst>
              <a:ext uri="{FF2B5EF4-FFF2-40B4-BE49-F238E27FC236}">
                <a16:creationId xmlns:a16="http://schemas.microsoft.com/office/drawing/2014/main" id="{9C416C70-6006-1056-F3D9-948F7438B730}"/>
              </a:ext>
            </a:extLst>
          </p:cNvPr>
          <p:cNvSpPr>
            <a:spLocks noGrp="1"/>
          </p:cNvSpPr>
          <p:nvPr>
            <p:ph type="body" sz="quarter" idx="26" hasCustomPrompt="1"/>
          </p:nvPr>
        </p:nvSpPr>
        <p:spPr>
          <a:xfrm>
            <a:off x="7943851" y="683261"/>
            <a:ext cx="3226080" cy="1942982"/>
          </a:xfrm>
        </p:spPr>
        <p:txBody>
          <a:bodyPr/>
          <a:lstStyle>
            <a:lvl1pPr algn="r">
              <a:defRPr sz="13800">
                <a:solidFill>
                  <a:schemeClr val="bg1"/>
                </a:solidFill>
                <a:latin typeface="ABBvoice Display SemiBold" panose="020D0704020603060204" pitchFamily="34" charset="0"/>
              </a:defRPr>
            </a:lvl1pPr>
          </a:lstStyle>
          <a:p>
            <a:pPr lvl="0"/>
            <a:r>
              <a:rPr lang="en-US"/>
              <a:t>01</a:t>
            </a:r>
          </a:p>
        </p:txBody>
      </p:sp>
    </p:spTree>
    <p:extLst>
      <p:ext uri="{BB962C8B-B14F-4D97-AF65-F5344CB8AC3E}">
        <p14:creationId xmlns:p14="http://schemas.microsoft.com/office/powerpoint/2010/main" val="2979532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Divider A (dark)">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515748-13E4-20FD-3345-5405C2E22ED3}"/>
              </a:ext>
            </a:extLst>
          </p:cNvPr>
          <p:cNvSpPr/>
          <p:nvPr userDrawn="1"/>
        </p:nvSpPr>
        <p:spPr bwMode="gray">
          <a:xfrm>
            <a:off x="0" y="0"/>
            <a:ext cx="12192000" cy="6858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2" name="Title 1">
            <a:extLst>
              <a:ext uri="{FF2B5EF4-FFF2-40B4-BE49-F238E27FC236}">
                <a16:creationId xmlns:a16="http://schemas.microsoft.com/office/drawing/2014/main" id="{89ADAAE6-C7C8-41CD-B37C-3EE1E8987106}"/>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7" name="Text Placeholder 10">
            <a:extLst>
              <a:ext uri="{FF2B5EF4-FFF2-40B4-BE49-F238E27FC236}">
                <a16:creationId xmlns:a16="http://schemas.microsoft.com/office/drawing/2014/main" id="{8CFFDC79-EB9C-37F8-07B1-E20F8A2E8ED1}"/>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
        <p:nvSpPr>
          <p:cNvPr id="9" name="Text Placeholder 13">
            <a:extLst>
              <a:ext uri="{FF2B5EF4-FFF2-40B4-BE49-F238E27FC236}">
                <a16:creationId xmlns:a16="http://schemas.microsoft.com/office/drawing/2014/main" id="{9C416C70-6006-1056-F3D9-948F7438B730}"/>
              </a:ext>
            </a:extLst>
          </p:cNvPr>
          <p:cNvSpPr>
            <a:spLocks noGrp="1"/>
          </p:cNvSpPr>
          <p:nvPr>
            <p:ph type="body" sz="quarter" idx="26" hasCustomPrompt="1"/>
          </p:nvPr>
        </p:nvSpPr>
        <p:spPr>
          <a:xfrm>
            <a:off x="7943851" y="683261"/>
            <a:ext cx="3226080" cy="1942982"/>
          </a:xfrm>
        </p:spPr>
        <p:txBody>
          <a:bodyPr/>
          <a:lstStyle>
            <a:lvl1pPr algn="r">
              <a:defRPr sz="13800">
                <a:solidFill>
                  <a:schemeClr val="bg1"/>
                </a:solidFill>
                <a:latin typeface="ABBvoice Display SemiBold" panose="020D0704020603060204" pitchFamily="34" charset="0"/>
              </a:defRPr>
            </a:lvl1pPr>
          </a:lstStyle>
          <a:p>
            <a:pPr lvl="0"/>
            <a:r>
              <a:rPr lang="en-US"/>
              <a:t>01</a:t>
            </a:r>
          </a:p>
        </p:txBody>
      </p:sp>
    </p:spTree>
    <p:extLst>
      <p:ext uri="{BB962C8B-B14F-4D97-AF65-F5344CB8AC3E}">
        <p14:creationId xmlns:p14="http://schemas.microsoft.com/office/powerpoint/2010/main" val="3665408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Divider B">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F68197-D2BF-AA72-83CE-3183CA284646}"/>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4" name="Title 1">
            <a:extLst>
              <a:ext uri="{FF2B5EF4-FFF2-40B4-BE49-F238E27FC236}">
                <a16:creationId xmlns:a16="http://schemas.microsoft.com/office/drawing/2014/main" id="{9F1C8B5C-2BF4-6B72-623D-D14711843D75}"/>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10" name="Text Placeholder 10">
            <a:extLst>
              <a:ext uri="{FF2B5EF4-FFF2-40B4-BE49-F238E27FC236}">
                <a16:creationId xmlns:a16="http://schemas.microsoft.com/office/drawing/2014/main" id="{D5F78710-5E2C-BCFC-D2F1-6DF70214B6D6}"/>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Tree>
    <p:extLst>
      <p:ext uri="{BB962C8B-B14F-4D97-AF65-F5344CB8AC3E}">
        <p14:creationId xmlns:p14="http://schemas.microsoft.com/office/powerpoint/2010/main" val="1522122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Divider B (re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F29550-C51D-B4F5-4F50-2FB8F3D11D46}"/>
              </a:ext>
            </a:extLst>
          </p:cNvPr>
          <p:cNvSpPr/>
          <p:nvPr userDrawn="1"/>
        </p:nvSpPr>
        <p:spPr bwMode="gray">
          <a:xfrm>
            <a:off x="0" y="0"/>
            <a:ext cx="12192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8" name="Title 1">
            <a:extLst>
              <a:ext uri="{FF2B5EF4-FFF2-40B4-BE49-F238E27FC236}">
                <a16:creationId xmlns:a16="http://schemas.microsoft.com/office/drawing/2014/main" id="{BF9B62AB-E854-71C6-C5A9-A27533FD8D15}"/>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10" name="Text Placeholder 10">
            <a:extLst>
              <a:ext uri="{FF2B5EF4-FFF2-40B4-BE49-F238E27FC236}">
                <a16:creationId xmlns:a16="http://schemas.microsoft.com/office/drawing/2014/main" id="{BF06A84B-7C22-8EF6-F38C-3C8D01CE323F}"/>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Tree>
    <p:extLst>
      <p:ext uri="{BB962C8B-B14F-4D97-AF65-F5344CB8AC3E}">
        <p14:creationId xmlns:p14="http://schemas.microsoft.com/office/powerpoint/2010/main" val="726230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Divider B (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F29550-C51D-B4F5-4F50-2FB8F3D11D46}"/>
              </a:ext>
            </a:extLst>
          </p:cNvPr>
          <p:cNvSpPr/>
          <p:nvPr userDrawn="1"/>
        </p:nvSpPr>
        <p:spPr bwMode="gray">
          <a:xfrm>
            <a:off x="0" y="0"/>
            <a:ext cx="12192000" cy="6858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3" name="Date Placeholder 2">
            <a:extLst>
              <a:ext uri="{FF2B5EF4-FFF2-40B4-BE49-F238E27FC236}">
                <a16:creationId xmlns:a16="http://schemas.microsoft.com/office/drawing/2014/main" id="{840431F8-764B-C17E-CC65-C19E1890227A}"/>
              </a:ext>
            </a:extLst>
          </p:cNvPr>
          <p:cNvSpPr>
            <a:spLocks noGrp="1"/>
          </p:cNvSpPr>
          <p:nvPr>
            <p:ph type="dt" sz="half" idx="10"/>
          </p:nvPr>
        </p:nvSpPr>
        <p:spPr/>
        <p:txBody>
          <a:bodyPr/>
          <a:lstStyle/>
          <a:p>
            <a:fld id="{7F60F6C1-C8EB-4219-8E37-B9B0DE88DCE0}"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DDBC29D0-EB40-587B-58A6-53D763076F5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
        <p:nvSpPr>
          <p:cNvPr id="6" name="Footer Placeholder 5">
            <a:extLst>
              <a:ext uri="{FF2B5EF4-FFF2-40B4-BE49-F238E27FC236}">
                <a16:creationId xmlns:a16="http://schemas.microsoft.com/office/drawing/2014/main" id="{57FD97F4-D5E2-FCE0-A203-89814C3C181F}"/>
              </a:ext>
            </a:extLst>
          </p:cNvPr>
          <p:cNvSpPr>
            <a:spLocks noGrp="1"/>
          </p:cNvSpPr>
          <p:nvPr>
            <p:ph type="ftr" sz="quarter" idx="24"/>
          </p:nvPr>
        </p:nvSpPr>
        <p:spPr>
          <a:xfrm>
            <a:off x="0" y="6858000"/>
            <a:ext cx="0" cy="0"/>
          </a:xfrm>
        </p:spPr>
        <p:txBody>
          <a:bodyPr/>
          <a:lstStyle>
            <a:lvl1pPr>
              <a:defRPr>
                <a:noFill/>
              </a:defRPr>
            </a:lvl1pPr>
          </a:lstStyle>
          <a:p>
            <a:endParaRPr lang="en-US" noProof="0"/>
          </a:p>
        </p:txBody>
      </p:sp>
      <p:sp>
        <p:nvSpPr>
          <p:cNvPr id="8" name="Title 1">
            <a:extLst>
              <a:ext uri="{FF2B5EF4-FFF2-40B4-BE49-F238E27FC236}">
                <a16:creationId xmlns:a16="http://schemas.microsoft.com/office/drawing/2014/main" id="{FB3A0906-D146-BDC5-89B6-88508FC8D3AD}"/>
              </a:ext>
            </a:extLst>
          </p:cNvPr>
          <p:cNvSpPr>
            <a:spLocks noGrp="1"/>
          </p:cNvSpPr>
          <p:nvPr>
            <p:ph type="title" hasCustomPrompt="1"/>
          </p:nvPr>
        </p:nvSpPr>
        <p:spPr>
          <a:xfrm>
            <a:off x="1095375" y="3827463"/>
            <a:ext cx="6851650" cy="1475150"/>
          </a:xfrm>
        </p:spPr>
        <p:txBody>
          <a:bodyPr lIns="0" tIns="0" rIns="0" bIns="0" anchor="b"/>
          <a:lstStyle>
            <a:lvl1pPr>
              <a:defRPr sz="4800" b="0" cap="all" baseline="0">
                <a:solidFill>
                  <a:schemeClr val="bg1"/>
                </a:solidFill>
                <a:latin typeface="ABBvoice Display SemiBold" panose="020D0704020603060204" pitchFamily="34" charset="0"/>
              </a:defRPr>
            </a:lvl1pPr>
          </a:lstStyle>
          <a:p>
            <a:r>
              <a:rPr lang="en-US" noProof="0"/>
              <a:t>Chapter slide</a:t>
            </a:r>
            <a:endParaRPr lang="en-US"/>
          </a:p>
        </p:txBody>
      </p:sp>
      <p:sp>
        <p:nvSpPr>
          <p:cNvPr id="10" name="Text Placeholder 10">
            <a:extLst>
              <a:ext uri="{FF2B5EF4-FFF2-40B4-BE49-F238E27FC236}">
                <a16:creationId xmlns:a16="http://schemas.microsoft.com/office/drawing/2014/main" id="{74E86F98-FCAD-1DE9-7F95-EC4306D0593E}"/>
              </a:ext>
            </a:extLst>
          </p:cNvPr>
          <p:cNvSpPr>
            <a:spLocks noGrp="1"/>
          </p:cNvSpPr>
          <p:nvPr>
            <p:ph type="body" sz="quarter" idx="25" hasCustomPrompt="1"/>
          </p:nvPr>
        </p:nvSpPr>
        <p:spPr>
          <a:xfrm>
            <a:off x="1095375" y="5349654"/>
            <a:ext cx="6851650" cy="507000"/>
          </a:xfrm>
        </p:spPr>
        <p:txBody>
          <a:bodyPr/>
          <a:lstStyle>
            <a:lvl1pPr>
              <a:defRPr sz="3000">
                <a:solidFill>
                  <a:schemeClr val="bg1"/>
                </a:solidFill>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a:t>Subtitle</a:t>
            </a:r>
          </a:p>
        </p:txBody>
      </p:sp>
    </p:spTree>
    <p:extLst>
      <p:ext uri="{BB962C8B-B14F-4D97-AF65-F5344CB8AC3E}">
        <p14:creationId xmlns:p14="http://schemas.microsoft.com/office/powerpoint/2010/main" val="4129051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325B3-798C-47FD-B05F-B2F3AB033020}"/>
              </a:ext>
            </a:extLst>
          </p:cNvPr>
          <p:cNvSpPr>
            <a:spLocks noGrp="1"/>
          </p:cNvSpPr>
          <p:nvPr>
            <p:ph type="title"/>
          </p:nvPr>
        </p:nvSpPr>
        <p:spPr>
          <a:xfrm>
            <a:off x="331200" y="691199"/>
            <a:ext cx="11530600" cy="367200"/>
          </a:xfrm>
        </p:spPr>
        <p:txBody>
          <a:bodyPr lIns="0" tIns="0" rIns="0" bIns="0"/>
          <a:lstStyle>
            <a:lvl1pPr>
              <a:defRPr b="1"/>
            </a:lvl1pPr>
          </a:lstStyle>
          <a:p>
            <a:r>
              <a:rPr lang="en-US"/>
              <a:t>Click to edit Master title style</a:t>
            </a:r>
          </a:p>
        </p:txBody>
      </p:sp>
      <p:sp>
        <p:nvSpPr>
          <p:cNvPr id="8" name="Text Placeholder 9">
            <a:extLst>
              <a:ext uri="{FF2B5EF4-FFF2-40B4-BE49-F238E27FC236}">
                <a16:creationId xmlns:a16="http://schemas.microsoft.com/office/drawing/2014/main" id="{CFEBAA7B-0B2E-41DA-8401-829266F20A8E}"/>
              </a:ext>
            </a:extLst>
          </p:cNvPr>
          <p:cNvSpPr>
            <a:spLocks noGrp="1"/>
          </p:cNvSpPr>
          <p:nvPr>
            <p:ph type="body" sz="quarter" idx="14" hasCustomPrompt="1"/>
          </p:nvPr>
        </p:nvSpPr>
        <p:spPr>
          <a:xfrm>
            <a:off x="331200" y="1057498"/>
            <a:ext cx="115306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2" name="Text Placeholder 11">
            <a:extLst>
              <a:ext uri="{FF2B5EF4-FFF2-40B4-BE49-F238E27FC236}">
                <a16:creationId xmlns:a16="http://schemas.microsoft.com/office/drawing/2014/main" id="{5289BAEE-D351-4460-976F-80EE4A24A991}"/>
              </a:ext>
            </a:extLst>
          </p:cNvPr>
          <p:cNvSpPr>
            <a:spLocks noGrp="1"/>
          </p:cNvSpPr>
          <p:nvPr>
            <p:ph type="body" sz="quarter" idx="15"/>
          </p:nvPr>
        </p:nvSpPr>
        <p:spPr>
          <a:xfrm>
            <a:off x="331200" y="1929600"/>
            <a:ext cx="11530600" cy="4244400"/>
          </a:xfrm>
        </p:spPr>
        <p:txBody>
          <a:bodyPr lIns="0" tIns="0" rIns="0" bIns="0"/>
          <a:lstStyle>
            <a:lvl1pPr marL="2844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1pPr>
            <a:lvl2pPr marL="5688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2pPr>
            <a:lvl3pPr marL="8532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3pPr>
            <a:lvl4pPr marL="8532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4pPr>
            <a:lvl5pPr marL="853200" indent="-284400">
              <a:spcBef>
                <a:spcPts val="1200"/>
              </a:spcBef>
              <a:buFont typeface="ABBvoice" panose="020D0603020503020204" pitchFamily="34" charset="0"/>
              <a:buChar char="•"/>
              <a:defRPr sz="2400">
                <a:latin typeface="ABBvoice Light" panose="020D0403020503020204" pitchFamily="34" charset="0"/>
                <a:ea typeface="ABBvoice Light" panose="020D0403020503020204" pitchFamily="34" charset="0"/>
                <a:cs typeface="ABBvoice Light" panose="020D04030205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5F7E1B39-5C80-4225-BFC0-8B0FA7ABAB97}"/>
              </a:ext>
            </a:extLst>
          </p:cNvPr>
          <p:cNvSpPr>
            <a:spLocks noGrp="1"/>
          </p:cNvSpPr>
          <p:nvPr>
            <p:ph type="ftr" sz="quarter" idx="10"/>
          </p:nvPr>
        </p:nvSpPr>
        <p:spPr/>
        <p:txBody>
          <a:bodyPr lIns="0" tIns="0" rIns="0" bIns="0"/>
          <a:lstStyle/>
          <a:p>
            <a:endParaRPr lang="en-US"/>
          </a:p>
        </p:txBody>
      </p:sp>
      <p:sp>
        <p:nvSpPr>
          <p:cNvPr id="4" name="Date Placeholder 3">
            <a:extLst>
              <a:ext uri="{FF2B5EF4-FFF2-40B4-BE49-F238E27FC236}">
                <a16:creationId xmlns:a16="http://schemas.microsoft.com/office/drawing/2014/main" id="{32B732F8-4FA8-4FDC-A795-6371BBB4E79F}"/>
              </a:ext>
            </a:extLst>
          </p:cNvPr>
          <p:cNvSpPr>
            <a:spLocks noGrp="1"/>
          </p:cNvSpPr>
          <p:nvPr>
            <p:ph type="dt" sz="half" idx="11"/>
          </p:nvPr>
        </p:nvSpPr>
        <p:spPr/>
        <p:txBody>
          <a:bodyPr lIns="0" tIns="0" rIns="0" bIns="0"/>
          <a:lstStyle/>
          <a:p>
            <a:fld id="{1DFE85B4-5EFD-4406-9D3D-357E557D4E6C}" type="datetime4">
              <a:rPr lang="en-US" smtClean="0"/>
              <a:t>October 20, 2026</a:t>
            </a:fld>
            <a:endParaRPr lang="en-US"/>
          </a:p>
        </p:txBody>
      </p:sp>
      <p:sp>
        <p:nvSpPr>
          <p:cNvPr id="5" name="Slide Number Placeholder 4">
            <a:extLst>
              <a:ext uri="{FF2B5EF4-FFF2-40B4-BE49-F238E27FC236}">
                <a16:creationId xmlns:a16="http://schemas.microsoft.com/office/drawing/2014/main" id="{FEB7AAD1-CD9E-4BAD-B4F6-882B69FA4489}"/>
              </a:ext>
            </a:extLst>
          </p:cNvPr>
          <p:cNvSpPr>
            <a:spLocks noGrp="1"/>
          </p:cNvSpPr>
          <p:nvPr>
            <p:ph type="sldNum" sz="quarter" idx="12"/>
          </p:nvPr>
        </p:nvSpPr>
        <p:spPr/>
        <p:txBody>
          <a:bodyPr lIns="0" tIns="0" rIns="0" bIns="0"/>
          <a:lstStyle/>
          <a:p>
            <a:r>
              <a:rPr lang="en-US"/>
              <a:t>Slide </a:t>
            </a:r>
            <a:fld id="{619F89D8-7AE3-494A-97F3-03D680869632}" type="slidenum">
              <a:rPr lang="en-US" smtClean="0"/>
              <a:pPr/>
              <a:t>‹#›</a:t>
            </a:fld>
            <a:endParaRPr lang="en-US"/>
          </a:p>
        </p:txBody>
      </p:sp>
    </p:spTree>
    <p:extLst>
      <p:ext uri="{BB962C8B-B14F-4D97-AF65-F5344CB8AC3E}">
        <p14:creationId xmlns:p14="http://schemas.microsoft.com/office/powerpoint/2010/main" val="3378933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One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a:t>Click to edit Master title style</a:t>
            </a:r>
          </a:p>
        </p:txBody>
      </p:sp>
      <p:sp>
        <p:nvSpPr>
          <p:cNvPr id="9" name="Content Placeholder 8">
            <a:extLst>
              <a:ext uri="{FF2B5EF4-FFF2-40B4-BE49-F238E27FC236}">
                <a16:creationId xmlns:a16="http://schemas.microsoft.com/office/drawing/2014/main" id="{E7A0A1F6-D28F-445F-86A8-4985AF8BE52D}"/>
              </a:ext>
            </a:extLst>
          </p:cNvPr>
          <p:cNvSpPr>
            <a:spLocks noGrp="1"/>
          </p:cNvSpPr>
          <p:nvPr>
            <p:ph sz="quarter" idx="16"/>
          </p:nvPr>
        </p:nvSpPr>
        <p:spPr>
          <a:xfrm>
            <a:off x="331199" y="1929600"/>
            <a:ext cx="11530011" cy="424815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B2EE78E3-0FB5-4EDC-9795-648A78EAEBD6}" type="datetime4">
              <a:rPr lang="en-US" smtClean="0"/>
              <a:t>October 20, 2026</a:t>
            </a:fld>
            <a:endParaRPr lang="en-US"/>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Box 5">
            <a:extLst>
              <a:ext uri="{FF2B5EF4-FFF2-40B4-BE49-F238E27FC236}">
                <a16:creationId xmlns:a16="http://schemas.microsoft.com/office/drawing/2014/main" id="{CF024E46-809A-1C0C-5D11-718B4898A28B}"/>
              </a:ext>
            </a:extLst>
          </p:cNvPr>
          <p:cNvSpPr txBox="1"/>
          <p:nvPr userDrawn="1"/>
        </p:nvSpPr>
        <p:spPr bwMode="gray">
          <a:xfrm rot="12470087">
            <a:off x="11616267" y="6595533"/>
            <a:ext cx="0" cy="0"/>
          </a:xfrm>
          <a:prstGeom prst="rect">
            <a:avLst/>
          </a:prstGeom>
          <a:noFill/>
        </p:spPr>
        <p:txBody>
          <a:bodyPr wrap="none" lIns="0" tIns="0" rIns="0" bIns="0" rtlCol="0">
            <a:noAutofit/>
          </a:bodyPr>
          <a:lstStyle/>
          <a:p>
            <a:pPr algn="l">
              <a:spcBef>
                <a:spcPts val="600"/>
              </a:spcBef>
            </a:pPr>
            <a:endParaRPr lang="en-US" sz="1400"/>
          </a:p>
        </p:txBody>
      </p:sp>
    </p:spTree>
    <p:extLst>
      <p:ext uri="{BB962C8B-B14F-4D97-AF65-F5344CB8AC3E}">
        <p14:creationId xmlns:p14="http://schemas.microsoft.com/office/powerpoint/2010/main" val="3699150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One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B8D13B44-2ED7-4317-A623-6B66EEF72462}"/>
              </a:ext>
            </a:extLst>
          </p:cNvPr>
          <p:cNvSpPr>
            <a:spLocks noGrp="1"/>
          </p:cNvSpPr>
          <p:nvPr>
            <p:ph sz="quarter" idx="17"/>
          </p:nvPr>
        </p:nvSpPr>
        <p:spPr>
          <a:xfrm>
            <a:off x="331199" y="1929600"/>
            <a:ext cx="11530011"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0191ABF5-A638-4274-A939-005952C0BF1C}"/>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A5F2AF2E-30CA-4272-8C3D-5F02EA9E768E}"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829984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One cont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B8D13B44-2ED7-4317-A623-6B66EEF72462}"/>
              </a:ext>
            </a:extLst>
          </p:cNvPr>
          <p:cNvSpPr>
            <a:spLocks noGrp="1"/>
          </p:cNvSpPr>
          <p:nvPr>
            <p:ph sz="quarter" idx="17"/>
          </p:nvPr>
        </p:nvSpPr>
        <p:spPr>
          <a:xfrm>
            <a:off x="331199" y="2317637"/>
            <a:ext cx="11530011" cy="3193962"/>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7EB647C7-C6C0-458F-916D-92A3818855C7}"/>
              </a:ext>
            </a:extLst>
          </p:cNvPr>
          <p:cNvSpPr>
            <a:spLocks noGrp="1"/>
          </p:cNvSpPr>
          <p:nvPr>
            <p:ph sz="quarter" idx="19"/>
          </p:nvPr>
        </p:nvSpPr>
        <p:spPr>
          <a:xfrm>
            <a:off x="331199" y="1929600"/>
            <a:ext cx="11530011" cy="253592"/>
          </a:xfrm>
        </p:spPr>
        <p:txBody>
          <a:bodyPr lIns="0" tIns="0" rIns="0" bIns="0"/>
          <a:lstStyle>
            <a:lvl1pPr>
              <a:defRPr sz="1600" b="1">
                <a:solidFill>
                  <a:schemeClr val="bg2"/>
                </a:solidFill>
              </a:defRPr>
            </a:lvl1pPr>
          </a:lstStyle>
          <a:p>
            <a:pPr lvl="0"/>
            <a:r>
              <a:rPr lang="en-US"/>
              <a:t>Click to edit Master text styles</a:t>
            </a:r>
          </a:p>
        </p:txBody>
      </p:sp>
      <p:sp>
        <p:nvSpPr>
          <p:cNvPr id="11" name="Text Placeholder 9">
            <a:extLst>
              <a:ext uri="{FF2B5EF4-FFF2-40B4-BE49-F238E27FC236}">
                <a16:creationId xmlns:a16="http://schemas.microsoft.com/office/drawing/2014/main" id="{653D6A4D-9936-42D0-AC4D-FBDE81F97CB6}"/>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23EA9FC6-4DF3-47E8-8260-6FE5AE4F2855}"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458235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One content 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B4A4D-1354-8C4B-6BBC-1A0D0A604257}"/>
              </a:ext>
            </a:extLst>
          </p:cNvPr>
          <p:cNvSpPr>
            <a:spLocks noGrp="1"/>
          </p:cNvSpPr>
          <p:nvPr>
            <p:ph type="title"/>
          </p:nvPr>
        </p:nvSpPr>
        <p:spPr>
          <a:xfrm>
            <a:off x="331200" y="691200"/>
            <a:ext cx="7836996" cy="36360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AE37DDAB-FDB1-0870-8E88-BD41926CE694}"/>
              </a:ext>
            </a:extLst>
          </p:cNvPr>
          <p:cNvSpPr>
            <a:spLocks noGrp="1"/>
          </p:cNvSpPr>
          <p:nvPr>
            <p:ph type="ftr" sz="quarter" idx="10"/>
          </p:nvPr>
        </p:nvSpPr>
        <p:spPr>
          <a:xfrm>
            <a:off x="331200" y="6343200"/>
            <a:ext cx="7836407" cy="158400"/>
          </a:xfrm>
        </p:spPr>
        <p:txBody>
          <a:bodyPr/>
          <a:lstStyle/>
          <a:p>
            <a:endParaRPr lang="en-US"/>
          </a:p>
        </p:txBody>
      </p:sp>
      <p:sp>
        <p:nvSpPr>
          <p:cNvPr id="4" name="Date Placeholder 3">
            <a:extLst>
              <a:ext uri="{FF2B5EF4-FFF2-40B4-BE49-F238E27FC236}">
                <a16:creationId xmlns:a16="http://schemas.microsoft.com/office/drawing/2014/main" id="{5A993670-14A9-0A35-D2EB-D8230A73A150}"/>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3DD993D9-3FD1-276A-24E9-827A98823971}"/>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2B506773-0860-DE49-4BCC-8C4BB0647217}"/>
              </a:ext>
            </a:extLst>
          </p:cNvPr>
          <p:cNvSpPr>
            <a:spLocks noGrp="1"/>
          </p:cNvSpPr>
          <p:nvPr>
            <p:ph type="body" sz="quarter" idx="14" hasCustomPrompt="1"/>
          </p:nvPr>
        </p:nvSpPr>
        <p:spPr>
          <a:xfrm>
            <a:off x="331788" y="1057498"/>
            <a:ext cx="7836408"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Content Placeholder 8">
            <a:extLst>
              <a:ext uri="{FF2B5EF4-FFF2-40B4-BE49-F238E27FC236}">
                <a16:creationId xmlns:a16="http://schemas.microsoft.com/office/drawing/2014/main" id="{9AA1B98B-00B9-1C2F-0ACD-646A350F8681}"/>
              </a:ext>
            </a:extLst>
          </p:cNvPr>
          <p:cNvSpPr>
            <a:spLocks noGrp="1"/>
          </p:cNvSpPr>
          <p:nvPr>
            <p:ph sz="quarter" idx="17"/>
          </p:nvPr>
        </p:nvSpPr>
        <p:spPr>
          <a:xfrm>
            <a:off x="331199" y="2317637"/>
            <a:ext cx="7836408" cy="3193962"/>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Content Placeholder 8">
            <a:extLst>
              <a:ext uri="{FF2B5EF4-FFF2-40B4-BE49-F238E27FC236}">
                <a16:creationId xmlns:a16="http://schemas.microsoft.com/office/drawing/2014/main" id="{5E5A046C-2F74-6EED-D763-FB4F9E3C1E6C}"/>
              </a:ext>
            </a:extLst>
          </p:cNvPr>
          <p:cNvSpPr>
            <a:spLocks noGrp="1"/>
          </p:cNvSpPr>
          <p:nvPr>
            <p:ph sz="quarter" idx="19"/>
          </p:nvPr>
        </p:nvSpPr>
        <p:spPr>
          <a:xfrm>
            <a:off x="331199" y="1929600"/>
            <a:ext cx="7836408" cy="253592"/>
          </a:xfrm>
        </p:spPr>
        <p:txBody>
          <a:bodyPr lIns="0" tIns="0" rIns="0" bIns="0"/>
          <a:lstStyle>
            <a:lvl1pPr>
              <a:defRPr sz="1600" b="1">
                <a:solidFill>
                  <a:schemeClr val="bg2"/>
                </a:solidFill>
              </a:defRPr>
            </a:lvl1pPr>
          </a:lstStyle>
          <a:p>
            <a:pPr lvl="0"/>
            <a:r>
              <a:rPr lang="en-US" noProof="0"/>
              <a:t>Click to edit Master text styles</a:t>
            </a:r>
            <a:endParaRPr lang="en-US"/>
          </a:p>
        </p:txBody>
      </p:sp>
      <p:sp>
        <p:nvSpPr>
          <p:cNvPr id="9" name="Text Placeholder 9">
            <a:extLst>
              <a:ext uri="{FF2B5EF4-FFF2-40B4-BE49-F238E27FC236}">
                <a16:creationId xmlns:a16="http://schemas.microsoft.com/office/drawing/2014/main" id="{9029E88C-D487-6109-BE97-8E404D9E4740}"/>
              </a:ext>
            </a:extLst>
          </p:cNvPr>
          <p:cNvSpPr>
            <a:spLocks noGrp="1"/>
          </p:cNvSpPr>
          <p:nvPr>
            <p:ph type="body" sz="quarter" idx="16"/>
          </p:nvPr>
        </p:nvSpPr>
        <p:spPr>
          <a:xfrm>
            <a:off x="331200" y="5634000"/>
            <a:ext cx="7836408"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10" name="Text Placeholder 9">
            <a:extLst>
              <a:ext uri="{FF2B5EF4-FFF2-40B4-BE49-F238E27FC236}">
                <a16:creationId xmlns:a16="http://schemas.microsoft.com/office/drawing/2014/main" id="{5543002A-12FE-3269-8E83-DD69A9972C8E}"/>
              </a:ext>
            </a:extLst>
          </p:cNvPr>
          <p:cNvSpPr>
            <a:spLocks noGrp="1"/>
          </p:cNvSpPr>
          <p:nvPr>
            <p:ph type="body" sz="quarter" idx="20" hasCustomPrompt="1"/>
          </p:nvPr>
        </p:nvSpPr>
        <p:spPr>
          <a:xfrm>
            <a:off x="8924925" y="0"/>
            <a:ext cx="3267075" cy="6858000"/>
          </a:xfrm>
          <a:solidFill>
            <a:schemeClr val="accent1"/>
          </a:solidFill>
        </p:spPr>
        <p:txBody>
          <a:bodyPr lIns="274320" tIns="640080" rIns="274320" bIns="640080" anchor="ctr"/>
          <a:lstStyle>
            <a:lvl1pPr>
              <a:defRPr sz="1600" b="1">
                <a:solidFill>
                  <a:schemeClr val="bg1"/>
                </a:solidFill>
              </a:defRPr>
            </a:lvl1pPr>
            <a:lvl2pPr>
              <a:defRPr sz="1800" b="1">
                <a:solidFill>
                  <a:schemeClr val="bg1"/>
                </a:solidFill>
              </a:defRPr>
            </a:lvl2pPr>
            <a:lvl3pPr>
              <a:defRPr sz="1800" b="1">
                <a:solidFill>
                  <a:schemeClr val="bg1"/>
                </a:solidFill>
              </a:defRPr>
            </a:lvl3pPr>
            <a:lvl4pPr>
              <a:defRPr sz="1800" b="1">
                <a:solidFill>
                  <a:schemeClr val="bg1"/>
                </a:solidFill>
              </a:defRPr>
            </a:lvl4pPr>
            <a:lvl5pPr>
              <a:defRPr sz="1800" b="1">
                <a:solidFill>
                  <a:schemeClr val="bg1"/>
                </a:solidFill>
              </a:defRPr>
            </a:lvl5pPr>
          </a:lstStyle>
          <a:p>
            <a:pPr lvl="0"/>
            <a:r>
              <a:rPr lang="en-US"/>
              <a:t>This space can be used for additional information, to highlight or separate some content, charts can be placed here as well.</a:t>
            </a:r>
          </a:p>
        </p:txBody>
      </p:sp>
    </p:spTree>
    <p:extLst>
      <p:ext uri="{BB962C8B-B14F-4D97-AF65-F5344CB8AC3E}">
        <p14:creationId xmlns:p14="http://schemas.microsoft.com/office/powerpoint/2010/main" val="728396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wo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17B5336C-3364-49A8-B303-FFEDF4FEBDF6}"/>
              </a:ext>
            </a:extLst>
          </p:cNvPr>
          <p:cNvSpPr>
            <a:spLocks noGrp="1"/>
          </p:cNvSpPr>
          <p:nvPr>
            <p:ph sz="quarter" idx="17"/>
          </p:nvPr>
        </p:nvSpPr>
        <p:spPr>
          <a:xfrm>
            <a:off x="331200" y="1929600"/>
            <a:ext cx="5658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2A16399-43BB-47C9-B960-482AB4AC5988}"/>
              </a:ext>
            </a:extLst>
          </p:cNvPr>
          <p:cNvSpPr>
            <a:spLocks noGrp="1"/>
          </p:cNvSpPr>
          <p:nvPr>
            <p:ph sz="quarter" idx="18"/>
          </p:nvPr>
        </p:nvSpPr>
        <p:spPr>
          <a:xfrm>
            <a:off x="6203361" y="1929600"/>
            <a:ext cx="5658438" cy="3582000"/>
          </a:xfrm>
          <a:noFill/>
          <a:ln>
            <a:noFill/>
          </a:ln>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BD248592-FF76-4D0C-820C-440D43E13690}"/>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81ED819F-97D5-448E-930E-1025F3EC08CB}"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4052524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wo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17B5336C-3364-49A8-B303-FFEDF4FEBDF6}"/>
              </a:ext>
            </a:extLst>
          </p:cNvPr>
          <p:cNvSpPr>
            <a:spLocks noGrp="1"/>
          </p:cNvSpPr>
          <p:nvPr>
            <p:ph sz="quarter" idx="17"/>
          </p:nvPr>
        </p:nvSpPr>
        <p:spPr>
          <a:xfrm>
            <a:off x="331200" y="2317637"/>
            <a:ext cx="5658438" cy="3193962"/>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2A16399-43BB-47C9-B960-482AB4AC5988}"/>
              </a:ext>
            </a:extLst>
          </p:cNvPr>
          <p:cNvSpPr>
            <a:spLocks noGrp="1"/>
          </p:cNvSpPr>
          <p:nvPr>
            <p:ph sz="quarter" idx="18"/>
          </p:nvPr>
        </p:nvSpPr>
        <p:spPr>
          <a:xfrm>
            <a:off x="6203361" y="2317637"/>
            <a:ext cx="5658438" cy="3193962"/>
          </a:xfrm>
          <a:noFill/>
          <a:ln>
            <a:noFill/>
          </a:ln>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16E8EA06-F8FC-49A9-A139-19792C8D084B}"/>
              </a:ext>
            </a:extLst>
          </p:cNvPr>
          <p:cNvSpPr>
            <a:spLocks noGrp="1"/>
          </p:cNvSpPr>
          <p:nvPr>
            <p:ph sz="quarter" idx="19"/>
          </p:nvPr>
        </p:nvSpPr>
        <p:spPr>
          <a:xfrm>
            <a:off x="331199" y="1929600"/>
            <a:ext cx="5658439" cy="253592"/>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8D40EE9E-5785-4471-8A7D-6EDB4494F687}"/>
              </a:ext>
            </a:extLst>
          </p:cNvPr>
          <p:cNvSpPr>
            <a:spLocks noGrp="1"/>
          </p:cNvSpPr>
          <p:nvPr>
            <p:ph sz="quarter" idx="20"/>
          </p:nvPr>
        </p:nvSpPr>
        <p:spPr>
          <a:xfrm>
            <a:off x="6203361" y="1929600"/>
            <a:ext cx="5658439" cy="253592"/>
          </a:xfrm>
        </p:spPr>
        <p:txBody>
          <a:bodyPr lIns="0" tIns="0" rIns="0" bIns="0"/>
          <a:lstStyle>
            <a:lvl1pPr>
              <a:defRPr sz="1600" b="1">
                <a:solidFill>
                  <a:schemeClr val="bg2"/>
                </a:solidFill>
              </a:defRPr>
            </a:lvl1pPr>
          </a:lstStyle>
          <a:p>
            <a:pPr lvl="0"/>
            <a:r>
              <a:rPr lang="en-US"/>
              <a:t>Click to edit Master text styles</a:t>
            </a:r>
          </a:p>
        </p:txBody>
      </p:sp>
      <p:sp>
        <p:nvSpPr>
          <p:cNvPr id="12" name="Text Placeholder 9">
            <a:extLst>
              <a:ext uri="{FF2B5EF4-FFF2-40B4-BE49-F238E27FC236}">
                <a16:creationId xmlns:a16="http://schemas.microsoft.com/office/drawing/2014/main" id="{D807EBA1-9E93-40B5-AB47-FE6B3497E95A}"/>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7F801677-5381-4CB3-9705-EB46AA325244}"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31652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wo cont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54120-D971-3AE6-6184-628DB4A4CC5C}"/>
              </a:ext>
            </a:extLst>
          </p:cNvPr>
          <p:cNvSpPr>
            <a:spLocks noGrp="1"/>
          </p:cNvSpPr>
          <p:nvPr>
            <p:ph type="title"/>
          </p:nvPr>
        </p:nvSpPr>
        <p:spPr>
          <a:xfrm>
            <a:off x="331200" y="691200"/>
            <a:ext cx="7617540" cy="36360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9A0BA6DF-295B-14B9-E598-D783D2FDD924}"/>
              </a:ext>
            </a:extLst>
          </p:cNvPr>
          <p:cNvSpPr>
            <a:spLocks noGrp="1"/>
          </p:cNvSpPr>
          <p:nvPr>
            <p:ph type="ftr" sz="quarter" idx="10"/>
          </p:nvPr>
        </p:nvSpPr>
        <p:spPr>
          <a:xfrm>
            <a:off x="331200" y="6343200"/>
            <a:ext cx="7617600" cy="158400"/>
          </a:xfrm>
        </p:spPr>
        <p:txBody>
          <a:bodyPr/>
          <a:lstStyle/>
          <a:p>
            <a:endParaRPr lang="en-US"/>
          </a:p>
        </p:txBody>
      </p:sp>
      <p:sp>
        <p:nvSpPr>
          <p:cNvPr id="4" name="Date Placeholder 3">
            <a:extLst>
              <a:ext uri="{FF2B5EF4-FFF2-40B4-BE49-F238E27FC236}">
                <a16:creationId xmlns:a16="http://schemas.microsoft.com/office/drawing/2014/main" id="{68EB5EAF-AC8A-3E99-A635-DD95C6E7503C}"/>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0CDCAB48-A3C0-27C0-2979-71DFA66ED32D}"/>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DAAEA1C8-F527-5F56-6EA0-FE61BD816149}"/>
              </a:ext>
            </a:extLst>
          </p:cNvPr>
          <p:cNvSpPr>
            <a:spLocks noGrp="1"/>
          </p:cNvSpPr>
          <p:nvPr>
            <p:ph type="body" sz="quarter" idx="14" hasCustomPrompt="1"/>
          </p:nvPr>
        </p:nvSpPr>
        <p:spPr>
          <a:xfrm>
            <a:off x="331788" y="1057498"/>
            <a:ext cx="7616952"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Content Placeholder 8">
            <a:extLst>
              <a:ext uri="{FF2B5EF4-FFF2-40B4-BE49-F238E27FC236}">
                <a16:creationId xmlns:a16="http://schemas.microsoft.com/office/drawing/2014/main" id="{50750D05-724E-4685-1127-ED2D71D3660C}"/>
              </a:ext>
            </a:extLst>
          </p:cNvPr>
          <p:cNvSpPr>
            <a:spLocks noGrp="1"/>
          </p:cNvSpPr>
          <p:nvPr>
            <p:ph sz="quarter" idx="17"/>
          </p:nvPr>
        </p:nvSpPr>
        <p:spPr>
          <a:xfrm>
            <a:off x="331200" y="1929600"/>
            <a:ext cx="3703320" cy="3581999"/>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Content Placeholder 8">
            <a:extLst>
              <a:ext uri="{FF2B5EF4-FFF2-40B4-BE49-F238E27FC236}">
                <a16:creationId xmlns:a16="http://schemas.microsoft.com/office/drawing/2014/main" id="{6777FA2A-A376-8418-9C6E-5B73CDF04687}"/>
              </a:ext>
            </a:extLst>
          </p:cNvPr>
          <p:cNvSpPr>
            <a:spLocks noGrp="1"/>
          </p:cNvSpPr>
          <p:nvPr>
            <p:ph sz="quarter" idx="18"/>
          </p:nvPr>
        </p:nvSpPr>
        <p:spPr>
          <a:xfrm>
            <a:off x="4244832" y="1929600"/>
            <a:ext cx="3703320" cy="3581999"/>
          </a:xfrm>
          <a:noFill/>
          <a:ln>
            <a:noFill/>
          </a:ln>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Text Placeholder 9">
            <a:extLst>
              <a:ext uri="{FF2B5EF4-FFF2-40B4-BE49-F238E27FC236}">
                <a16:creationId xmlns:a16="http://schemas.microsoft.com/office/drawing/2014/main" id="{D90514E6-1C08-3FA0-001E-15C4C5E61C91}"/>
              </a:ext>
            </a:extLst>
          </p:cNvPr>
          <p:cNvSpPr>
            <a:spLocks noGrp="1"/>
          </p:cNvSpPr>
          <p:nvPr>
            <p:ph type="body" sz="quarter" idx="16"/>
          </p:nvPr>
        </p:nvSpPr>
        <p:spPr>
          <a:xfrm>
            <a:off x="331200" y="5634000"/>
            <a:ext cx="7616952"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10" name="Text Placeholder 9">
            <a:extLst>
              <a:ext uri="{FF2B5EF4-FFF2-40B4-BE49-F238E27FC236}">
                <a16:creationId xmlns:a16="http://schemas.microsoft.com/office/drawing/2014/main" id="{CA62750D-C328-22C2-EE8C-68F88FCF83A4}"/>
              </a:ext>
            </a:extLst>
          </p:cNvPr>
          <p:cNvSpPr>
            <a:spLocks noGrp="1"/>
          </p:cNvSpPr>
          <p:nvPr>
            <p:ph type="body" sz="quarter" idx="21" hasCustomPrompt="1"/>
          </p:nvPr>
        </p:nvSpPr>
        <p:spPr>
          <a:xfrm>
            <a:off x="8924925" y="0"/>
            <a:ext cx="3267075" cy="6858000"/>
          </a:xfrm>
          <a:solidFill>
            <a:schemeClr val="accent1"/>
          </a:solidFill>
        </p:spPr>
        <p:txBody>
          <a:bodyPr lIns="274320" tIns="640080" rIns="274320" bIns="640080" anchor="ctr"/>
          <a:lstStyle>
            <a:lvl1pPr>
              <a:defRPr sz="1600" b="1">
                <a:solidFill>
                  <a:schemeClr val="bg1"/>
                </a:solidFill>
              </a:defRPr>
            </a:lvl1pPr>
            <a:lvl2pPr>
              <a:defRPr sz="1800" b="1">
                <a:solidFill>
                  <a:schemeClr val="bg1"/>
                </a:solidFill>
              </a:defRPr>
            </a:lvl2pPr>
            <a:lvl3pPr>
              <a:defRPr sz="1800" b="1">
                <a:solidFill>
                  <a:schemeClr val="bg1"/>
                </a:solidFill>
              </a:defRPr>
            </a:lvl3pPr>
            <a:lvl4pPr>
              <a:defRPr sz="1800" b="1">
                <a:solidFill>
                  <a:schemeClr val="bg1"/>
                </a:solidFill>
              </a:defRPr>
            </a:lvl4pPr>
            <a:lvl5pPr>
              <a:defRPr sz="1800" b="1">
                <a:solidFill>
                  <a:schemeClr val="bg1"/>
                </a:solidFill>
              </a:defRPr>
            </a:lvl5pPr>
          </a:lstStyle>
          <a:p>
            <a:pPr lvl="0"/>
            <a:r>
              <a:rPr lang="en-US"/>
              <a:t>This space can be used for additional information, to highlight or separate some content, charts can be placed here as well.</a:t>
            </a:r>
          </a:p>
        </p:txBody>
      </p:sp>
    </p:spTree>
    <p:extLst>
      <p:ext uri="{BB962C8B-B14F-4D97-AF65-F5344CB8AC3E}">
        <p14:creationId xmlns:p14="http://schemas.microsoft.com/office/powerpoint/2010/main" val="377317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hree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765E783B-432D-48FF-919E-E9841F6E7CDB}"/>
              </a:ext>
            </a:extLst>
          </p:cNvPr>
          <p:cNvSpPr>
            <a:spLocks noGrp="1"/>
          </p:cNvSpPr>
          <p:nvPr>
            <p:ph sz="quarter" idx="17"/>
          </p:nvPr>
        </p:nvSpPr>
        <p:spPr>
          <a:xfrm>
            <a:off x="331200" y="1929600"/>
            <a:ext cx="37010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CE0F0C72-0A6F-47EB-B787-31465205AA09}"/>
              </a:ext>
            </a:extLst>
          </p:cNvPr>
          <p:cNvSpPr>
            <a:spLocks noGrp="1"/>
          </p:cNvSpPr>
          <p:nvPr>
            <p:ph sz="quarter" idx="18"/>
          </p:nvPr>
        </p:nvSpPr>
        <p:spPr>
          <a:xfrm>
            <a:off x="4245975" y="1929600"/>
            <a:ext cx="37010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42FDDA8A-CD8B-4264-BB35-5DED5E32A8B1}"/>
              </a:ext>
            </a:extLst>
          </p:cNvPr>
          <p:cNvSpPr>
            <a:spLocks noGrp="1"/>
          </p:cNvSpPr>
          <p:nvPr>
            <p:ph sz="quarter" idx="19"/>
          </p:nvPr>
        </p:nvSpPr>
        <p:spPr>
          <a:xfrm>
            <a:off x="8160749" y="1929600"/>
            <a:ext cx="37010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4F12F13-0517-4E0E-8E16-1636B7C145A4}"/>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3C98B010-9E51-4508-988C-7150B2C9E60D}"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960679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hree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765E783B-432D-48FF-919E-E9841F6E7CDB}"/>
              </a:ext>
            </a:extLst>
          </p:cNvPr>
          <p:cNvSpPr>
            <a:spLocks noGrp="1"/>
          </p:cNvSpPr>
          <p:nvPr>
            <p:ph sz="quarter" idx="17"/>
          </p:nvPr>
        </p:nvSpPr>
        <p:spPr>
          <a:xfrm>
            <a:off x="331200" y="2317636"/>
            <a:ext cx="3701050" cy="3193963"/>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CE0F0C72-0A6F-47EB-B787-31465205AA09}"/>
              </a:ext>
            </a:extLst>
          </p:cNvPr>
          <p:cNvSpPr>
            <a:spLocks noGrp="1"/>
          </p:cNvSpPr>
          <p:nvPr>
            <p:ph sz="quarter" idx="18"/>
          </p:nvPr>
        </p:nvSpPr>
        <p:spPr>
          <a:xfrm>
            <a:off x="4245975" y="2317636"/>
            <a:ext cx="3701050" cy="3193963"/>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42FDDA8A-CD8B-4264-BB35-5DED5E32A8B1}"/>
              </a:ext>
            </a:extLst>
          </p:cNvPr>
          <p:cNvSpPr>
            <a:spLocks noGrp="1"/>
          </p:cNvSpPr>
          <p:nvPr>
            <p:ph sz="quarter" idx="19"/>
          </p:nvPr>
        </p:nvSpPr>
        <p:spPr>
          <a:xfrm>
            <a:off x="8160749" y="2317636"/>
            <a:ext cx="3701050" cy="3193963"/>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706B61B5-5ECE-42A3-B17B-C8474A1712E3}"/>
              </a:ext>
            </a:extLst>
          </p:cNvPr>
          <p:cNvSpPr>
            <a:spLocks noGrp="1"/>
          </p:cNvSpPr>
          <p:nvPr>
            <p:ph sz="quarter" idx="20"/>
          </p:nvPr>
        </p:nvSpPr>
        <p:spPr>
          <a:xfrm>
            <a:off x="331199" y="1929600"/>
            <a:ext cx="3701051" cy="253592"/>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2773C736-6DC9-4D25-9135-9FEE1C01F06F}"/>
              </a:ext>
            </a:extLst>
          </p:cNvPr>
          <p:cNvSpPr>
            <a:spLocks noGrp="1"/>
          </p:cNvSpPr>
          <p:nvPr>
            <p:ph sz="quarter" idx="21"/>
          </p:nvPr>
        </p:nvSpPr>
        <p:spPr>
          <a:xfrm>
            <a:off x="4245975" y="1929600"/>
            <a:ext cx="3701051" cy="253592"/>
          </a:xfrm>
        </p:spPr>
        <p:txBody>
          <a:bodyPr lIns="0" tIns="0" rIns="0" bIns="0"/>
          <a:lstStyle>
            <a:lvl1pPr>
              <a:defRPr sz="1600" b="1">
                <a:solidFill>
                  <a:schemeClr val="bg2"/>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378A027D-384E-4893-8ACE-7EB49A9DD383}"/>
              </a:ext>
            </a:extLst>
          </p:cNvPr>
          <p:cNvSpPr>
            <a:spLocks noGrp="1"/>
          </p:cNvSpPr>
          <p:nvPr>
            <p:ph sz="quarter" idx="22"/>
          </p:nvPr>
        </p:nvSpPr>
        <p:spPr>
          <a:xfrm>
            <a:off x="8160749" y="1929600"/>
            <a:ext cx="3701051" cy="253592"/>
          </a:xfrm>
        </p:spPr>
        <p:txBody>
          <a:bodyPr lIns="0" tIns="0" rIns="0" bIns="0"/>
          <a:lstStyle>
            <a:lvl1pPr>
              <a:defRPr sz="1600" b="1">
                <a:solidFill>
                  <a:schemeClr val="bg2"/>
                </a:solidFill>
              </a:defRPr>
            </a:lvl1pPr>
          </a:lstStyle>
          <a:p>
            <a:pPr lvl="0"/>
            <a:r>
              <a:rPr lang="en-US"/>
              <a:t>Click to edit Master text styles</a:t>
            </a:r>
          </a:p>
        </p:txBody>
      </p:sp>
      <p:sp>
        <p:nvSpPr>
          <p:cNvPr id="18" name="Text Placeholder 9">
            <a:extLst>
              <a:ext uri="{FF2B5EF4-FFF2-40B4-BE49-F238E27FC236}">
                <a16:creationId xmlns:a16="http://schemas.microsoft.com/office/drawing/2014/main" id="{449C90DB-E14A-489D-A9C1-BC279A96B979}"/>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4A9EFD76-11B9-42D3-8F67-053DFC685B12}"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705805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hree cont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7E737-3D4F-5001-BE47-2E5EE1893AA0}"/>
              </a:ext>
            </a:extLst>
          </p:cNvPr>
          <p:cNvSpPr>
            <a:spLocks noGrp="1"/>
          </p:cNvSpPr>
          <p:nvPr>
            <p:ph type="title"/>
          </p:nvPr>
        </p:nvSpPr>
        <p:spPr>
          <a:xfrm>
            <a:off x="331200" y="691200"/>
            <a:ext cx="8595948" cy="36360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C2FBBFBE-6C8C-3F82-2098-7B9EB184A629}"/>
              </a:ext>
            </a:extLst>
          </p:cNvPr>
          <p:cNvSpPr>
            <a:spLocks noGrp="1"/>
          </p:cNvSpPr>
          <p:nvPr>
            <p:ph type="ftr" sz="quarter" idx="10"/>
          </p:nvPr>
        </p:nvSpPr>
        <p:spPr>
          <a:xfrm>
            <a:off x="331200" y="6343200"/>
            <a:ext cx="8596800" cy="158400"/>
          </a:xfrm>
        </p:spPr>
        <p:txBody>
          <a:bodyPr/>
          <a:lstStyle/>
          <a:p>
            <a:endParaRPr lang="en-US"/>
          </a:p>
        </p:txBody>
      </p:sp>
      <p:sp>
        <p:nvSpPr>
          <p:cNvPr id="4" name="Date Placeholder 3">
            <a:extLst>
              <a:ext uri="{FF2B5EF4-FFF2-40B4-BE49-F238E27FC236}">
                <a16:creationId xmlns:a16="http://schemas.microsoft.com/office/drawing/2014/main" id="{AEAE9F0A-BE3C-4FC1-7380-C833A79368EC}"/>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A3058BC2-8858-4D7B-4055-E3D5179F329F}"/>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B49C02E9-0CB5-9793-D210-245428FE3CD5}"/>
              </a:ext>
            </a:extLst>
          </p:cNvPr>
          <p:cNvSpPr>
            <a:spLocks noGrp="1"/>
          </p:cNvSpPr>
          <p:nvPr>
            <p:ph type="body" sz="quarter" idx="14" hasCustomPrompt="1"/>
          </p:nvPr>
        </p:nvSpPr>
        <p:spPr>
          <a:xfrm>
            <a:off x="331788" y="1057498"/>
            <a:ext cx="859536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Content Placeholder 8">
            <a:extLst>
              <a:ext uri="{FF2B5EF4-FFF2-40B4-BE49-F238E27FC236}">
                <a16:creationId xmlns:a16="http://schemas.microsoft.com/office/drawing/2014/main" id="{BA71D45E-2E45-D97E-27A8-AB1B39830DA8}"/>
              </a:ext>
            </a:extLst>
          </p:cNvPr>
          <p:cNvSpPr>
            <a:spLocks noGrp="1"/>
          </p:cNvSpPr>
          <p:nvPr>
            <p:ph sz="quarter" idx="17"/>
          </p:nvPr>
        </p:nvSpPr>
        <p:spPr>
          <a:xfrm>
            <a:off x="331200"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Content Placeholder 8">
            <a:extLst>
              <a:ext uri="{FF2B5EF4-FFF2-40B4-BE49-F238E27FC236}">
                <a16:creationId xmlns:a16="http://schemas.microsoft.com/office/drawing/2014/main" id="{BB70E94D-1F79-0E6A-FB1A-B1CEBC50C943}"/>
              </a:ext>
            </a:extLst>
          </p:cNvPr>
          <p:cNvSpPr>
            <a:spLocks noGrp="1"/>
          </p:cNvSpPr>
          <p:nvPr>
            <p:ph sz="quarter" idx="18"/>
          </p:nvPr>
        </p:nvSpPr>
        <p:spPr>
          <a:xfrm>
            <a:off x="3267545"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Content Placeholder 8">
            <a:extLst>
              <a:ext uri="{FF2B5EF4-FFF2-40B4-BE49-F238E27FC236}">
                <a16:creationId xmlns:a16="http://schemas.microsoft.com/office/drawing/2014/main" id="{44EDC01B-D6CD-CDE1-0DFF-5223EED95786}"/>
              </a:ext>
            </a:extLst>
          </p:cNvPr>
          <p:cNvSpPr>
            <a:spLocks noGrp="1"/>
          </p:cNvSpPr>
          <p:nvPr>
            <p:ph sz="quarter" idx="19"/>
          </p:nvPr>
        </p:nvSpPr>
        <p:spPr>
          <a:xfrm>
            <a:off x="6203890" y="1929600"/>
            <a:ext cx="2721563"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Text Placeholder 9">
            <a:extLst>
              <a:ext uri="{FF2B5EF4-FFF2-40B4-BE49-F238E27FC236}">
                <a16:creationId xmlns:a16="http://schemas.microsoft.com/office/drawing/2014/main" id="{79A36F85-2F69-5B91-5518-1F0F9885380A}"/>
              </a:ext>
            </a:extLst>
          </p:cNvPr>
          <p:cNvSpPr>
            <a:spLocks noGrp="1"/>
          </p:cNvSpPr>
          <p:nvPr>
            <p:ph type="body" sz="quarter" idx="16"/>
          </p:nvPr>
        </p:nvSpPr>
        <p:spPr>
          <a:xfrm>
            <a:off x="331200" y="5634000"/>
            <a:ext cx="859536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11" name="Text Placeholder 9">
            <a:extLst>
              <a:ext uri="{FF2B5EF4-FFF2-40B4-BE49-F238E27FC236}">
                <a16:creationId xmlns:a16="http://schemas.microsoft.com/office/drawing/2014/main" id="{06BE9534-FB13-A9AE-FE58-9C4A964A65F2}"/>
              </a:ext>
            </a:extLst>
          </p:cNvPr>
          <p:cNvSpPr>
            <a:spLocks noGrp="1"/>
          </p:cNvSpPr>
          <p:nvPr>
            <p:ph type="body" sz="quarter" idx="24" hasCustomPrompt="1"/>
          </p:nvPr>
        </p:nvSpPr>
        <p:spPr>
          <a:xfrm>
            <a:off x="9139239" y="0"/>
            <a:ext cx="3052761" cy="6858000"/>
          </a:xfrm>
          <a:solidFill>
            <a:schemeClr val="accent1"/>
          </a:solidFill>
        </p:spPr>
        <p:txBody>
          <a:bodyPr lIns="274320" tIns="640080" rIns="274320" bIns="640080" anchor="ctr"/>
          <a:lstStyle>
            <a:lvl1pPr>
              <a:defRPr sz="1600" b="1">
                <a:solidFill>
                  <a:schemeClr val="bg1"/>
                </a:solidFill>
              </a:defRPr>
            </a:lvl1pPr>
            <a:lvl2pPr>
              <a:defRPr sz="1800" b="1">
                <a:solidFill>
                  <a:schemeClr val="bg1"/>
                </a:solidFill>
              </a:defRPr>
            </a:lvl2pPr>
            <a:lvl3pPr>
              <a:defRPr sz="1800" b="1">
                <a:solidFill>
                  <a:schemeClr val="bg1"/>
                </a:solidFill>
              </a:defRPr>
            </a:lvl3pPr>
            <a:lvl4pPr>
              <a:defRPr sz="1800" b="1">
                <a:solidFill>
                  <a:schemeClr val="bg1"/>
                </a:solidFill>
              </a:defRPr>
            </a:lvl4pPr>
            <a:lvl5pPr>
              <a:defRPr sz="1800" b="1">
                <a:solidFill>
                  <a:schemeClr val="bg1"/>
                </a:solidFill>
              </a:defRPr>
            </a:lvl5pPr>
          </a:lstStyle>
          <a:p>
            <a:pPr lvl="0"/>
            <a:r>
              <a:rPr lang="en-US"/>
              <a:t>This space can be used for additional information, to highlight or separate some content, charts can be placed here as well.</a:t>
            </a:r>
          </a:p>
        </p:txBody>
      </p:sp>
    </p:spTree>
    <p:extLst>
      <p:ext uri="{BB962C8B-B14F-4D97-AF65-F5344CB8AC3E}">
        <p14:creationId xmlns:p14="http://schemas.microsoft.com/office/powerpoint/2010/main" val="2297379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Four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690AB117-4C73-4A20-9957-79D439C51B4D}"/>
              </a:ext>
            </a:extLst>
          </p:cNvPr>
          <p:cNvSpPr>
            <a:spLocks noGrp="1"/>
          </p:cNvSpPr>
          <p:nvPr>
            <p:ph sz="quarter" idx="17"/>
          </p:nvPr>
        </p:nvSpPr>
        <p:spPr>
          <a:xfrm>
            <a:off x="331200"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7308727B-EED5-46EC-841D-047A6193C6F7}"/>
              </a:ext>
            </a:extLst>
          </p:cNvPr>
          <p:cNvSpPr>
            <a:spLocks noGrp="1"/>
          </p:cNvSpPr>
          <p:nvPr>
            <p:ph sz="quarter" idx="18"/>
          </p:nvPr>
        </p:nvSpPr>
        <p:spPr>
          <a:xfrm>
            <a:off x="3267545"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649CA4A0-E652-4ED8-94BE-90A9E06898C1}"/>
              </a:ext>
            </a:extLst>
          </p:cNvPr>
          <p:cNvSpPr>
            <a:spLocks noGrp="1"/>
          </p:cNvSpPr>
          <p:nvPr>
            <p:ph sz="quarter" idx="19"/>
          </p:nvPr>
        </p:nvSpPr>
        <p:spPr>
          <a:xfrm>
            <a:off x="6203890"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AD8153C1-25B9-4517-970E-E26DC9F17786}"/>
              </a:ext>
            </a:extLst>
          </p:cNvPr>
          <p:cNvSpPr>
            <a:spLocks noGrp="1"/>
          </p:cNvSpPr>
          <p:nvPr>
            <p:ph sz="quarter" idx="20"/>
          </p:nvPr>
        </p:nvSpPr>
        <p:spPr>
          <a:xfrm>
            <a:off x="9140236"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a16="http://schemas.microsoft.com/office/drawing/2014/main" id="{960817C6-275D-460F-9252-B93D047D6985}"/>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B4B70CD1-C41C-414B-A51B-8D51D9EDBDBC}"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075224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Four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6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8" y="1057498"/>
            <a:ext cx="11530011"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690AB117-4C73-4A20-9957-79D439C51B4D}"/>
              </a:ext>
            </a:extLst>
          </p:cNvPr>
          <p:cNvSpPr>
            <a:spLocks noGrp="1"/>
          </p:cNvSpPr>
          <p:nvPr>
            <p:ph sz="quarter" idx="17"/>
          </p:nvPr>
        </p:nvSpPr>
        <p:spPr>
          <a:xfrm>
            <a:off x="331200" y="2317636"/>
            <a:ext cx="2721563" cy="319396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7308727B-EED5-46EC-841D-047A6193C6F7}"/>
              </a:ext>
            </a:extLst>
          </p:cNvPr>
          <p:cNvSpPr>
            <a:spLocks noGrp="1"/>
          </p:cNvSpPr>
          <p:nvPr>
            <p:ph sz="quarter" idx="18"/>
          </p:nvPr>
        </p:nvSpPr>
        <p:spPr>
          <a:xfrm>
            <a:off x="3267545" y="2317636"/>
            <a:ext cx="2721563" cy="319396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649CA4A0-E652-4ED8-94BE-90A9E06898C1}"/>
              </a:ext>
            </a:extLst>
          </p:cNvPr>
          <p:cNvSpPr>
            <a:spLocks noGrp="1"/>
          </p:cNvSpPr>
          <p:nvPr>
            <p:ph sz="quarter" idx="19"/>
          </p:nvPr>
        </p:nvSpPr>
        <p:spPr>
          <a:xfrm>
            <a:off x="6203890" y="2317636"/>
            <a:ext cx="2721563" cy="319396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AD8153C1-25B9-4517-970E-E26DC9F17786}"/>
              </a:ext>
            </a:extLst>
          </p:cNvPr>
          <p:cNvSpPr>
            <a:spLocks noGrp="1"/>
          </p:cNvSpPr>
          <p:nvPr>
            <p:ph sz="quarter" idx="20"/>
          </p:nvPr>
        </p:nvSpPr>
        <p:spPr>
          <a:xfrm>
            <a:off x="9140236" y="2317636"/>
            <a:ext cx="2721563" cy="3193964"/>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268A3033-04CA-4439-8559-F7AE384EA32B}"/>
              </a:ext>
            </a:extLst>
          </p:cNvPr>
          <p:cNvSpPr>
            <a:spLocks noGrp="1"/>
          </p:cNvSpPr>
          <p:nvPr>
            <p:ph sz="quarter" idx="21"/>
          </p:nvPr>
        </p:nvSpPr>
        <p:spPr>
          <a:xfrm>
            <a:off x="331200" y="1929600"/>
            <a:ext cx="2721563" cy="253592"/>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4D699DA1-1B8F-4C83-8F6C-063B993E67CF}"/>
              </a:ext>
            </a:extLst>
          </p:cNvPr>
          <p:cNvSpPr>
            <a:spLocks noGrp="1"/>
          </p:cNvSpPr>
          <p:nvPr>
            <p:ph sz="quarter" idx="22"/>
          </p:nvPr>
        </p:nvSpPr>
        <p:spPr>
          <a:xfrm>
            <a:off x="3267545" y="1929600"/>
            <a:ext cx="2721563" cy="253592"/>
          </a:xfrm>
        </p:spPr>
        <p:txBody>
          <a:bodyPr lIns="0" tIns="0" rIns="0" bIns="0"/>
          <a:lstStyle>
            <a:lvl1pPr>
              <a:defRPr sz="1600" b="1">
                <a:solidFill>
                  <a:schemeClr val="bg2"/>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91F962DF-57F1-4D07-A843-D38835817327}"/>
              </a:ext>
            </a:extLst>
          </p:cNvPr>
          <p:cNvSpPr>
            <a:spLocks noGrp="1"/>
          </p:cNvSpPr>
          <p:nvPr>
            <p:ph sz="quarter" idx="23"/>
          </p:nvPr>
        </p:nvSpPr>
        <p:spPr>
          <a:xfrm>
            <a:off x="6203890" y="1929600"/>
            <a:ext cx="2721563" cy="253592"/>
          </a:xfrm>
        </p:spPr>
        <p:txBody>
          <a:bodyPr lIns="0" tIns="0" rIns="0" bIns="0"/>
          <a:lstStyle>
            <a:lvl1pPr>
              <a:defRPr sz="1600" b="1">
                <a:solidFill>
                  <a:schemeClr val="bg2"/>
                </a:solidFill>
              </a:defRPr>
            </a:lvl1pPr>
          </a:lstStyle>
          <a:p>
            <a:pPr lvl="0"/>
            <a:r>
              <a:rPr lang="en-US"/>
              <a:t>Click to edit Master text styles</a:t>
            </a:r>
          </a:p>
        </p:txBody>
      </p:sp>
      <p:sp>
        <p:nvSpPr>
          <p:cNvPr id="19" name="Content Placeholder 8">
            <a:extLst>
              <a:ext uri="{FF2B5EF4-FFF2-40B4-BE49-F238E27FC236}">
                <a16:creationId xmlns:a16="http://schemas.microsoft.com/office/drawing/2014/main" id="{4DC621D3-00B6-4873-80E9-80B2E963CB27}"/>
              </a:ext>
            </a:extLst>
          </p:cNvPr>
          <p:cNvSpPr>
            <a:spLocks noGrp="1"/>
          </p:cNvSpPr>
          <p:nvPr>
            <p:ph sz="quarter" idx="24"/>
          </p:nvPr>
        </p:nvSpPr>
        <p:spPr>
          <a:xfrm>
            <a:off x="9140236" y="1929600"/>
            <a:ext cx="2721563" cy="253592"/>
          </a:xfrm>
        </p:spPr>
        <p:txBody>
          <a:bodyPr lIns="0" tIns="0" rIns="0" bIns="0"/>
          <a:lstStyle>
            <a:lvl1pPr>
              <a:defRPr sz="1600" b="1">
                <a:solidFill>
                  <a:schemeClr val="bg2"/>
                </a:solidFill>
              </a:defRPr>
            </a:lvl1pPr>
          </a:lstStyle>
          <a:p>
            <a:pPr lvl="0"/>
            <a:r>
              <a:rPr lang="en-US"/>
              <a:t>Click to edit Master text styles</a:t>
            </a:r>
          </a:p>
        </p:txBody>
      </p:sp>
      <p:sp>
        <p:nvSpPr>
          <p:cNvPr id="20" name="Text Placeholder 9">
            <a:extLst>
              <a:ext uri="{FF2B5EF4-FFF2-40B4-BE49-F238E27FC236}">
                <a16:creationId xmlns:a16="http://schemas.microsoft.com/office/drawing/2014/main" id="{20E266E3-5FFB-41B2-9494-480B63C0ED07}"/>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70EB4319-3BA4-418A-A5E9-F60173BA8E4D}"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015508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Four content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111B9042-212B-46A5-9683-B0E80DA38729}"/>
              </a:ext>
            </a:extLst>
          </p:cNvPr>
          <p:cNvSpPr>
            <a:spLocks noGrp="1"/>
          </p:cNvSpPr>
          <p:nvPr>
            <p:ph sz="quarter" idx="17"/>
          </p:nvPr>
        </p:nvSpPr>
        <p:spPr>
          <a:xfrm>
            <a:off x="331200" y="1929600"/>
            <a:ext cx="5658438"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CC8272B2-E586-4FA2-8B90-41D4FAB96F2A}"/>
              </a:ext>
            </a:extLst>
          </p:cNvPr>
          <p:cNvSpPr>
            <a:spLocks noGrp="1"/>
          </p:cNvSpPr>
          <p:nvPr>
            <p:ph sz="quarter" idx="18"/>
          </p:nvPr>
        </p:nvSpPr>
        <p:spPr>
          <a:xfrm>
            <a:off x="331200" y="3827714"/>
            <a:ext cx="5658438"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B4EE1E65-7497-40C2-9994-C31475F1F07E}"/>
              </a:ext>
            </a:extLst>
          </p:cNvPr>
          <p:cNvSpPr>
            <a:spLocks noGrp="1"/>
          </p:cNvSpPr>
          <p:nvPr>
            <p:ph sz="quarter" idx="19"/>
          </p:nvPr>
        </p:nvSpPr>
        <p:spPr>
          <a:xfrm>
            <a:off x="6204151" y="1929600"/>
            <a:ext cx="5658438"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80A57BBC-5882-4E81-BCA2-FF31B00865E5}"/>
              </a:ext>
            </a:extLst>
          </p:cNvPr>
          <p:cNvSpPr>
            <a:spLocks noGrp="1"/>
          </p:cNvSpPr>
          <p:nvPr>
            <p:ph sz="quarter" idx="20"/>
          </p:nvPr>
        </p:nvSpPr>
        <p:spPr>
          <a:xfrm>
            <a:off x="6204151" y="3827714"/>
            <a:ext cx="5658438"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a16="http://schemas.microsoft.com/office/drawing/2014/main" id="{D40A4B2B-8988-4AFD-A14B-AAA7F09DD511}"/>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2D5142AE-B3D0-4774-B832-9DD3EC701A42}"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4187744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Four content 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8A928EB5-CEDF-4A8E-81B5-DCF53570E957}"/>
              </a:ext>
            </a:extLst>
          </p:cNvPr>
          <p:cNvSpPr>
            <a:spLocks noGrp="1"/>
          </p:cNvSpPr>
          <p:nvPr>
            <p:ph sz="quarter" idx="17"/>
          </p:nvPr>
        </p:nvSpPr>
        <p:spPr>
          <a:xfrm>
            <a:off x="331200" y="1929600"/>
            <a:ext cx="5658438" cy="1685138"/>
          </a:xfrm>
          <a:solidFill>
            <a:schemeClr val="accent5"/>
          </a:solidFill>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43B0B81C-97D4-4F96-B86E-78446A115C98}"/>
              </a:ext>
            </a:extLst>
          </p:cNvPr>
          <p:cNvSpPr>
            <a:spLocks noGrp="1"/>
          </p:cNvSpPr>
          <p:nvPr>
            <p:ph sz="quarter" idx="18"/>
          </p:nvPr>
        </p:nvSpPr>
        <p:spPr>
          <a:xfrm>
            <a:off x="331200" y="3827714"/>
            <a:ext cx="5658438" cy="1685138"/>
          </a:xfrm>
          <a:solidFill>
            <a:schemeClr val="accent5"/>
          </a:solidFill>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01D9841E-35A4-4050-896A-91A2DAC646E6}"/>
              </a:ext>
            </a:extLst>
          </p:cNvPr>
          <p:cNvSpPr>
            <a:spLocks noGrp="1"/>
          </p:cNvSpPr>
          <p:nvPr>
            <p:ph sz="quarter" idx="19"/>
          </p:nvPr>
        </p:nvSpPr>
        <p:spPr>
          <a:xfrm>
            <a:off x="6204151" y="1929600"/>
            <a:ext cx="5658438" cy="1685138"/>
          </a:xfrm>
          <a:solidFill>
            <a:schemeClr val="accent5"/>
          </a:solidFill>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25AE70BE-1AE8-4A0C-AE03-7895C4186A58}"/>
              </a:ext>
            </a:extLst>
          </p:cNvPr>
          <p:cNvSpPr>
            <a:spLocks noGrp="1"/>
          </p:cNvSpPr>
          <p:nvPr>
            <p:ph sz="quarter" idx="20"/>
          </p:nvPr>
        </p:nvSpPr>
        <p:spPr>
          <a:xfrm>
            <a:off x="6204151" y="3827714"/>
            <a:ext cx="5658438" cy="1685138"/>
          </a:xfrm>
          <a:solidFill>
            <a:schemeClr val="accent5"/>
          </a:solidFill>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a16="http://schemas.microsoft.com/office/drawing/2014/main" id="{2E790894-8E0F-44FE-8E80-5B61F5EE8C79}"/>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059C796D-1B49-4E34-B30C-BB7A6D17ED22}"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540139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Four content 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C398B-D021-7FA7-9C63-8A20EEFB2B52}"/>
              </a:ext>
            </a:extLst>
          </p:cNvPr>
          <p:cNvSpPr>
            <a:spLocks noGrp="1"/>
          </p:cNvSpPr>
          <p:nvPr>
            <p:ph type="title"/>
          </p:nvPr>
        </p:nvSpPr>
        <p:spPr>
          <a:xfrm>
            <a:off x="331200" y="691200"/>
            <a:ext cx="9181165" cy="36360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D88D6622-0569-1373-8513-A84EE6BD9AE3}"/>
              </a:ext>
            </a:extLst>
          </p:cNvPr>
          <p:cNvSpPr>
            <a:spLocks noGrp="1"/>
          </p:cNvSpPr>
          <p:nvPr>
            <p:ph type="ftr" sz="quarter" idx="10"/>
          </p:nvPr>
        </p:nvSpPr>
        <p:spPr>
          <a:xfrm>
            <a:off x="331200" y="6343200"/>
            <a:ext cx="9180000" cy="158400"/>
          </a:xfrm>
        </p:spPr>
        <p:txBody>
          <a:bodyPr/>
          <a:lstStyle/>
          <a:p>
            <a:endParaRPr lang="en-US"/>
          </a:p>
        </p:txBody>
      </p:sp>
      <p:sp>
        <p:nvSpPr>
          <p:cNvPr id="4" name="Date Placeholder 3">
            <a:extLst>
              <a:ext uri="{FF2B5EF4-FFF2-40B4-BE49-F238E27FC236}">
                <a16:creationId xmlns:a16="http://schemas.microsoft.com/office/drawing/2014/main" id="{D4D890ED-22EA-F340-5D69-C4482F8F5A7D}"/>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CA39646E-C2FB-1D0B-85AB-E420ACDD55D6}"/>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FA2FAFDC-E066-B77E-12C1-F5C9CB386058}"/>
              </a:ext>
            </a:extLst>
          </p:cNvPr>
          <p:cNvSpPr>
            <a:spLocks noGrp="1"/>
          </p:cNvSpPr>
          <p:nvPr>
            <p:ph type="body" sz="quarter" idx="14" hasCustomPrompt="1"/>
          </p:nvPr>
        </p:nvSpPr>
        <p:spPr>
          <a:xfrm>
            <a:off x="331789" y="1057498"/>
            <a:ext cx="9180576"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Content Placeholder 8">
            <a:extLst>
              <a:ext uri="{FF2B5EF4-FFF2-40B4-BE49-F238E27FC236}">
                <a16:creationId xmlns:a16="http://schemas.microsoft.com/office/drawing/2014/main" id="{DD8565C4-8F2E-0139-9897-109BEE274160}"/>
              </a:ext>
            </a:extLst>
          </p:cNvPr>
          <p:cNvSpPr>
            <a:spLocks noGrp="1"/>
          </p:cNvSpPr>
          <p:nvPr>
            <p:ph sz="quarter" idx="17"/>
          </p:nvPr>
        </p:nvSpPr>
        <p:spPr>
          <a:xfrm>
            <a:off x="331200"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Content Placeholder 8">
            <a:extLst>
              <a:ext uri="{FF2B5EF4-FFF2-40B4-BE49-F238E27FC236}">
                <a16:creationId xmlns:a16="http://schemas.microsoft.com/office/drawing/2014/main" id="{705BDDFA-0DC1-F1AB-FDCC-0D5F35062979}"/>
              </a:ext>
            </a:extLst>
          </p:cNvPr>
          <p:cNvSpPr>
            <a:spLocks noGrp="1"/>
          </p:cNvSpPr>
          <p:nvPr>
            <p:ph sz="quarter" idx="18"/>
          </p:nvPr>
        </p:nvSpPr>
        <p:spPr>
          <a:xfrm>
            <a:off x="2680508"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Content Placeholder 8">
            <a:extLst>
              <a:ext uri="{FF2B5EF4-FFF2-40B4-BE49-F238E27FC236}">
                <a16:creationId xmlns:a16="http://schemas.microsoft.com/office/drawing/2014/main" id="{1F491B36-CB8B-04C1-6BE0-F0784E027C8F}"/>
              </a:ext>
            </a:extLst>
          </p:cNvPr>
          <p:cNvSpPr>
            <a:spLocks noGrp="1"/>
          </p:cNvSpPr>
          <p:nvPr>
            <p:ph sz="quarter" idx="19"/>
          </p:nvPr>
        </p:nvSpPr>
        <p:spPr>
          <a:xfrm>
            <a:off x="5029816"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Content Placeholder 8">
            <a:extLst>
              <a:ext uri="{FF2B5EF4-FFF2-40B4-BE49-F238E27FC236}">
                <a16:creationId xmlns:a16="http://schemas.microsoft.com/office/drawing/2014/main" id="{8EC902F4-236E-9EB9-D886-80FFA5184005}"/>
              </a:ext>
            </a:extLst>
          </p:cNvPr>
          <p:cNvSpPr>
            <a:spLocks noGrp="1"/>
          </p:cNvSpPr>
          <p:nvPr>
            <p:ph sz="quarter" idx="20"/>
          </p:nvPr>
        </p:nvSpPr>
        <p:spPr>
          <a:xfrm>
            <a:off x="7379124" y="1929600"/>
            <a:ext cx="2134159" cy="3582000"/>
          </a:xfrm>
        </p:spPr>
        <p:txBody>
          <a:bodyPr lIns="0" tIns="0" rIns="0" bIns="0"/>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Text Placeholder 9">
            <a:extLst>
              <a:ext uri="{FF2B5EF4-FFF2-40B4-BE49-F238E27FC236}">
                <a16:creationId xmlns:a16="http://schemas.microsoft.com/office/drawing/2014/main" id="{9533D15F-82ED-36DB-9A8B-4919A07A7BFD}"/>
              </a:ext>
            </a:extLst>
          </p:cNvPr>
          <p:cNvSpPr>
            <a:spLocks noGrp="1"/>
          </p:cNvSpPr>
          <p:nvPr>
            <p:ph type="body" sz="quarter" idx="16"/>
          </p:nvPr>
        </p:nvSpPr>
        <p:spPr>
          <a:xfrm>
            <a:off x="331200" y="5634000"/>
            <a:ext cx="9180576"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12" name="Text Placeholder 9">
            <a:extLst>
              <a:ext uri="{FF2B5EF4-FFF2-40B4-BE49-F238E27FC236}">
                <a16:creationId xmlns:a16="http://schemas.microsoft.com/office/drawing/2014/main" id="{0B6C5DBD-3D8A-1946-1744-DC8042EC8619}"/>
              </a:ext>
            </a:extLst>
          </p:cNvPr>
          <p:cNvSpPr>
            <a:spLocks noGrp="1"/>
          </p:cNvSpPr>
          <p:nvPr>
            <p:ph type="body" sz="quarter" idx="21" hasCustomPrompt="1"/>
          </p:nvPr>
        </p:nvSpPr>
        <p:spPr>
          <a:xfrm>
            <a:off x="9728432" y="0"/>
            <a:ext cx="2463568" cy="6858000"/>
          </a:xfrm>
          <a:solidFill>
            <a:schemeClr val="accent1"/>
          </a:solidFill>
        </p:spPr>
        <p:txBody>
          <a:bodyPr lIns="274320" tIns="640080" rIns="274320" bIns="640080" anchor="ctr"/>
          <a:lstStyle>
            <a:lvl1pPr>
              <a:defRPr sz="1600" b="1">
                <a:solidFill>
                  <a:schemeClr val="bg1"/>
                </a:solidFill>
              </a:defRPr>
            </a:lvl1pPr>
            <a:lvl2pPr>
              <a:defRPr sz="1800" b="1">
                <a:solidFill>
                  <a:schemeClr val="bg1"/>
                </a:solidFill>
              </a:defRPr>
            </a:lvl2pPr>
            <a:lvl3pPr>
              <a:defRPr sz="1800" b="1">
                <a:solidFill>
                  <a:schemeClr val="bg1"/>
                </a:solidFill>
              </a:defRPr>
            </a:lvl3pPr>
            <a:lvl4pPr>
              <a:defRPr sz="1800" b="1">
                <a:solidFill>
                  <a:schemeClr val="bg1"/>
                </a:solidFill>
              </a:defRPr>
            </a:lvl4pPr>
            <a:lvl5pPr>
              <a:defRPr sz="1800" b="1">
                <a:solidFill>
                  <a:schemeClr val="bg1"/>
                </a:solidFill>
              </a:defRPr>
            </a:lvl5pPr>
          </a:lstStyle>
          <a:p>
            <a:pPr lvl="0"/>
            <a:r>
              <a:rPr lang="en-US"/>
              <a:t>This space can be used for additional information, to highlight or separate some content, charts can be placed here as well.</a:t>
            </a:r>
          </a:p>
        </p:txBody>
      </p:sp>
    </p:spTree>
    <p:extLst>
      <p:ext uri="{BB962C8B-B14F-4D97-AF65-F5344CB8AC3E}">
        <p14:creationId xmlns:p14="http://schemas.microsoft.com/office/powerpoint/2010/main" val="285152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29CD7502-5938-4389-B579-94E4A626E742}"/>
              </a:ext>
            </a:extLst>
          </p:cNvPr>
          <p:cNvSpPr>
            <a:spLocks noGrp="1"/>
          </p:cNvSpPr>
          <p:nvPr>
            <p:ph sz="quarter" idx="17"/>
          </p:nvPr>
        </p:nvSpPr>
        <p:spPr>
          <a:xfrm>
            <a:off x="331200"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CA0C8084-3849-47AB-874C-D79A49627A99}"/>
              </a:ext>
            </a:extLst>
          </p:cNvPr>
          <p:cNvSpPr>
            <a:spLocks noGrp="1"/>
          </p:cNvSpPr>
          <p:nvPr>
            <p:ph sz="quarter" idx="18"/>
          </p:nvPr>
        </p:nvSpPr>
        <p:spPr>
          <a:xfrm>
            <a:off x="2680508"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4705789A-64BC-481F-BB51-3113BE639E7E}"/>
              </a:ext>
            </a:extLst>
          </p:cNvPr>
          <p:cNvSpPr>
            <a:spLocks noGrp="1"/>
          </p:cNvSpPr>
          <p:nvPr>
            <p:ph sz="quarter" idx="19"/>
          </p:nvPr>
        </p:nvSpPr>
        <p:spPr>
          <a:xfrm>
            <a:off x="5029816"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E37C0D0A-A50A-45C1-8190-526E16A1EF98}"/>
              </a:ext>
            </a:extLst>
          </p:cNvPr>
          <p:cNvSpPr>
            <a:spLocks noGrp="1"/>
          </p:cNvSpPr>
          <p:nvPr>
            <p:ph sz="quarter" idx="20"/>
          </p:nvPr>
        </p:nvSpPr>
        <p:spPr>
          <a:xfrm>
            <a:off x="7379124"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8">
            <a:extLst>
              <a:ext uri="{FF2B5EF4-FFF2-40B4-BE49-F238E27FC236}">
                <a16:creationId xmlns:a16="http://schemas.microsoft.com/office/drawing/2014/main" id="{369E9214-F99C-45F1-92F0-86CA4C2DF62C}"/>
              </a:ext>
            </a:extLst>
          </p:cNvPr>
          <p:cNvSpPr>
            <a:spLocks noGrp="1"/>
          </p:cNvSpPr>
          <p:nvPr>
            <p:ph sz="quarter" idx="21"/>
          </p:nvPr>
        </p:nvSpPr>
        <p:spPr>
          <a:xfrm>
            <a:off x="9728430" y="1929600"/>
            <a:ext cx="2134159"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9">
            <a:extLst>
              <a:ext uri="{FF2B5EF4-FFF2-40B4-BE49-F238E27FC236}">
                <a16:creationId xmlns:a16="http://schemas.microsoft.com/office/drawing/2014/main" id="{8CA02EF2-4CA1-4BAA-BEF7-557FE01D706A}"/>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D136C97-55C9-4256-8BCC-A29BA1359F85}"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732146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Six content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7DC069AE-4595-4F69-A33D-192621021062}"/>
              </a:ext>
            </a:extLst>
          </p:cNvPr>
          <p:cNvSpPr>
            <a:spLocks noGrp="1"/>
          </p:cNvSpPr>
          <p:nvPr>
            <p:ph sz="quarter" idx="17"/>
          </p:nvPr>
        </p:nvSpPr>
        <p:spPr>
          <a:xfrm>
            <a:off x="331200"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9819553D-0FB3-43C0-986B-7FC595AE43C4}"/>
              </a:ext>
            </a:extLst>
          </p:cNvPr>
          <p:cNvSpPr>
            <a:spLocks noGrp="1"/>
          </p:cNvSpPr>
          <p:nvPr>
            <p:ph sz="quarter" idx="18"/>
          </p:nvPr>
        </p:nvSpPr>
        <p:spPr>
          <a:xfrm>
            <a:off x="2288745"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BFE61DB2-D5AC-443E-944E-263599532F8B}"/>
              </a:ext>
            </a:extLst>
          </p:cNvPr>
          <p:cNvSpPr>
            <a:spLocks noGrp="1"/>
          </p:cNvSpPr>
          <p:nvPr>
            <p:ph sz="quarter" idx="19"/>
          </p:nvPr>
        </p:nvSpPr>
        <p:spPr>
          <a:xfrm>
            <a:off x="4246290"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28E24C1F-EA44-4316-85CB-A3FD52704376}"/>
              </a:ext>
            </a:extLst>
          </p:cNvPr>
          <p:cNvSpPr>
            <a:spLocks noGrp="1"/>
          </p:cNvSpPr>
          <p:nvPr>
            <p:ph sz="quarter" idx="20"/>
          </p:nvPr>
        </p:nvSpPr>
        <p:spPr>
          <a:xfrm>
            <a:off x="6203835"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8">
            <a:extLst>
              <a:ext uri="{FF2B5EF4-FFF2-40B4-BE49-F238E27FC236}">
                <a16:creationId xmlns:a16="http://schemas.microsoft.com/office/drawing/2014/main" id="{0FB7471F-CC87-42BF-8FF7-FCFD02E09754}"/>
              </a:ext>
            </a:extLst>
          </p:cNvPr>
          <p:cNvSpPr>
            <a:spLocks noGrp="1"/>
          </p:cNvSpPr>
          <p:nvPr>
            <p:ph sz="quarter" idx="21"/>
          </p:nvPr>
        </p:nvSpPr>
        <p:spPr>
          <a:xfrm>
            <a:off x="8161380"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8">
            <a:extLst>
              <a:ext uri="{FF2B5EF4-FFF2-40B4-BE49-F238E27FC236}">
                <a16:creationId xmlns:a16="http://schemas.microsoft.com/office/drawing/2014/main" id="{9FEC9E4E-C67E-4E57-9B58-24B9E177B04F}"/>
              </a:ext>
            </a:extLst>
          </p:cNvPr>
          <p:cNvSpPr>
            <a:spLocks noGrp="1"/>
          </p:cNvSpPr>
          <p:nvPr>
            <p:ph sz="quarter" idx="22"/>
          </p:nvPr>
        </p:nvSpPr>
        <p:spPr>
          <a:xfrm>
            <a:off x="10118926" y="1929600"/>
            <a:ext cx="17436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9">
            <a:extLst>
              <a:ext uri="{FF2B5EF4-FFF2-40B4-BE49-F238E27FC236}">
                <a16:creationId xmlns:a16="http://schemas.microsoft.com/office/drawing/2014/main" id="{A2881809-A7B5-4526-BBA2-7A02D8A6955A}"/>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74364FE6-7931-48FF-884B-9C70800E0038}"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795388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Six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AC4CEC49-D3F2-4087-B090-CC600446878F}"/>
              </a:ext>
            </a:extLst>
          </p:cNvPr>
          <p:cNvSpPr>
            <a:spLocks noGrp="1"/>
          </p:cNvSpPr>
          <p:nvPr>
            <p:ph sz="quarter" idx="17"/>
          </p:nvPr>
        </p:nvSpPr>
        <p:spPr>
          <a:xfrm>
            <a:off x="331200" y="1929600"/>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E0F39AC-3C30-4653-B2FB-5DEED0522028}"/>
              </a:ext>
            </a:extLst>
          </p:cNvPr>
          <p:cNvSpPr>
            <a:spLocks noGrp="1"/>
          </p:cNvSpPr>
          <p:nvPr>
            <p:ph sz="quarter" idx="18"/>
          </p:nvPr>
        </p:nvSpPr>
        <p:spPr>
          <a:xfrm>
            <a:off x="4245975" y="1929600"/>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ECDF745A-5CCE-4066-B327-433778B0EADD}"/>
              </a:ext>
            </a:extLst>
          </p:cNvPr>
          <p:cNvSpPr>
            <a:spLocks noGrp="1"/>
          </p:cNvSpPr>
          <p:nvPr>
            <p:ph sz="quarter" idx="19"/>
          </p:nvPr>
        </p:nvSpPr>
        <p:spPr>
          <a:xfrm>
            <a:off x="8160749" y="1929600"/>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CDA5DF35-04D6-4B3E-8C90-1E98EBB7C18A}"/>
              </a:ext>
            </a:extLst>
          </p:cNvPr>
          <p:cNvSpPr>
            <a:spLocks noGrp="1"/>
          </p:cNvSpPr>
          <p:nvPr>
            <p:ph sz="quarter" idx="20"/>
          </p:nvPr>
        </p:nvSpPr>
        <p:spPr>
          <a:xfrm>
            <a:off x="331200" y="3827714"/>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8">
            <a:extLst>
              <a:ext uri="{FF2B5EF4-FFF2-40B4-BE49-F238E27FC236}">
                <a16:creationId xmlns:a16="http://schemas.microsoft.com/office/drawing/2014/main" id="{22076C0C-4A2D-44FD-B598-286736F29BCA}"/>
              </a:ext>
            </a:extLst>
          </p:cNvPr>
          <p:cNvSpPr>
            <a:spLocks noGrp="1"/>
          </p:cNvSpPr>
          <p:nvPr>
            <p:ph sz="quarter" idx="21"/>
          </p:nvPr>
        </p:nvSpPr>
        <p:spPr>
          <a:xfrm>
            <a:off x="4245975" y="3827714"/>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8">
            <a:extLst>
              <a:ext uri="{FF2B5EF4-FFF2-40B4-BE49-F238E27FC236}">
                <a16:creationId xmlns:a16="http://schemas.microsoft.com/office/drawing/2014/main" id="{E41F7DA0-0F6C-441C-B565-0C058C2E1500}"/>
              </a:ext>
            </a:extLst>
          </p:cNvPr>
          <p:cNvSpPr>
            <a:spLocks noGrp="1"/>
          </p:cNvSpPr>
          <p:nvPr>
            <p:ph sz="quarter" idx="22"/>
          </p:nvPr>
        </p:nvSpPr>
        <p:spPr>
          <a:xfrm>
            <a:off x="8160749" y="3827714"/>
            <a:ext cx="3701050"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9">
            <a:extLst>
              <a:ext uri="{FF2B5EF4-FFF2-40B4-BE49-F238E27FC236}">
                <a16:creationId xmlns:a16="http://schemas.microsoft.com/office/drawing/2014/main" id="{41ECC15F-7C10-4935-8982-A8422A134E93}"/>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1D97BD6A-00E0-42B5-8DA6-5D1132394BF6}"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716965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Eight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3D2E957E-1838-4CD0-B6A0-51FEFF23F39D}"/>
              </a:ext>
            </a:extLst>
          </p:cNvPr>
          <p:cNvSpPr>
            <a:spLocks noGrp="1"/>
          </p:cNvSpPr>
          <p:nvPr>
            <p:ph sz="quarter" idx="17"/>
          </p:nvPr>
        </p:nvSpPr>
        <p:spPr>
          <a:xfrm>
            <a:off x="331200" y="1929600"/>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D15157C6-6D4A-4DDE-9987-9DB9A432B242}"/>
              </a:ext>
            </a:extLst>
          </p:cNvPr>
          <p:cNvSpPr>
            <a:spLocks noGrp="1"/>
          </p:cNvSpPr>
          <p:nvPr>
            <p:ph sz="quarter" idx="18"/>
          </p:nvPr>
        </p:nvSpPr>
        <p:spPr>
          <a:xfrm>
            <a:off x="3267545" y="1929600"/>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54051EE1-49F6-492B-B13B-31EA841D39F6}"/>
              </a:ext>
            </a:extLst>
          </p:cNvPr>
          <p:cNvSpPr>
            <a:spLocks noGrp="1"/>
          </p:cNvSpPr>
          <p:nvPr>
            <p:ph sz="quarter" idx="19"/>
          </p:nvPr>
        </p:nvSpPr>
        <p:spPr>
          <a:xfrm>
            <a:off x="6203890" y="1929600"/>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AD543771-ECCC-4B61-B10B-B29AC251EB7C}"/>
              </a:ext>
            </a:extLst>
          </p:cNvPr>
          <p:cNvSpPr>
            <a:spLocks noGrp="1"/>
          </p:cNvSpPr>
          <p:nvPr>
            <p:ph sz="quarter" idx="20"/>
          </p:nvPr>
        </p:nvSpPr>
        <p:spPr>
          <a:xfrm>
            <a:off x="9140236" y="1929600"/>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8">
            <a:extLst>
              <a:ext uri="{FF2B5EF4-FFF2-40B4-BE49-F238E27FC236}">
                <a16:creationId xmlns:a16="http://schemas.microsoft.com/office/drawing/2014/main" id="{20E6F15F-BCD7-43EA-B6A7-A9D7E7E08A37}"/>
              </a:ext>
            </a:extLst>
          </p:cNvPr>
          <p:cNvSpPr>
            <a:spLocks noGrp="1"/>
          </p:cNvSpPr>
          <p:nvPr>
            <p:ph sz="quarter" idx="21"/>
          </p:nvPr>
        </p:nvSpPr>
        <p:spPr>
          <a:xfrm>
            <a:off x="331200" y="3827714"/>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8">
            <a:extLst>
              <a:ext uri="{FF2B5EF4-FFF2-40B4-BE49-F238E27FC236}">
                <a16:creationId xmlns:a16="http://schemas.microsoft.com/office/drawing/2014/main" id="{75A95EF1-3692-4526-8F7E-86DF4458BD9C}"/>
              </a:ext>
            </a:extLst>
          </p:cNvPr>
          <p:cNvSpPr>
            <a:spLocks noGrp="1"/>
          </p:cNvSpPr>
          <p:nvPr>
            <p:ph sz="quarter" idx="22"/>
          </p:nvPr>
        </p:nvSpPr>
        <p:spPr>
          <a:xfrm>
            <a:off x="3267545" y="3827714"/>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8">
            <a:extLst>
              <a:ext uri="{FF2B5EF4-FFF2-40B4-BE49-F238E27FC236}">
                <a16:creationId xmlns:a16="http://schemas.microsoft.com/office/drawing/2014/main" id="{25D091E8-36DA-49BB-805A-67B1175FE099}"/>
              </a:ext>
            </a:extLst>
          </p:cNvPr>
          <p:cNvSpPr>
            <a:spLocks noGrp="1"/>
          </p:cNvSpPr>
          <p:nvPr>
            <p:ph sz="quarter" idx="23"/>
          </p:nvPr>
        </p:nvSpPr>
        <p:spPr>
          <a:xfrm>
            <a:off x="6203890" y="3827714"/>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8">
            <a:extLst>
              <a:ext uri="{FF2B5EF4-FFF2-40B4-BE49-F238E27FC236}">
                <a16:creationId xmlns:a16="http://schemas.microsoft.com/office/drawing/2014/main" id="{30B3BAED-A68C-44C5-936A-FECF662C4458}"/>
              </a:ext>
            </a:extLst>
          </p:cNvPr>
          <p:cNvSpPr>
            <a:spLocks noGrp="1"/>
          </p:cNvSpPr>
          <p:nvPr>
            <p:ph sz="quarter" idx="24"/>
          </p:nvPr>
        </p:nvSpPr>
        <p:spPr>
          <a:xfrm>
            <a:off x="9140236" y="3827714"/>
            <a:ext cx="2721563" cy="168513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D9B8FFAD-A63F-423B-8B3A-78FF6FBA9C0F}"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7" name="Text Placeholder 9">
            <a:extLst>
              <a:ext uri="{FF2B5EF4-FFF2-40B4-BE49-F238E27FC236}">
                <a16:creationId xmlns:a16="http://schemas.microsoft.com/office/drawing/2014/main" id="{2C0C9163-1A50-4D9E-8C77-630EB66F52A8}"/>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511963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hree 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59AF416F-3BC8-4A49-A9DA-4F4E14BD9EE6}"/>
              </a:ext>
            </a:extLst>
          </p:cNvPr>
          <p:cNvSpPr>
            <a:spLocks noGrp="1"/>
          </p:cNvSpPr>
          <p:nvPr>
            <p:ph sz="quarter" idx="22"/>
          </p:nvPr>
        </p:nvSpPr>
        <p:spPr>
          <a:xfrm>
            <a:off x="2289175" y="1929600"/>
            <a:ext cx="9574213" cy="1080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7CD77F5C-7E22-4988-898D-D00F5D9CD09E}"/>
              </a:ext>
            </a:extLst>
          </p:cNvPr>
          <p:cNvSpPr>
            <a:spLocks noGrp="1"/>
          </p:cNvSpPr>
          <p:nvPr>
            <p:ph sz="quarter" idx="23"/>
          </p:nvPr>
        </p:nvSpPr>
        <p:spPr>
          <a:xfrm>
            <a:off x="2289175" y="3178800"/>
            <a:ext cx="9574213" cy="1080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83810668-C703-445D-9664-9098F49777F5}"/>
              </a:ext>
            </a:extLst>
          </p:cNvPr>
          <p:cNvSpPr>
            <a:spLocks noGrp="1"/>
          </p:cNvSpPr>
          <p:nvPr>
            <p:ph sz="quarter" idx="24"/>
          </p:nvPr>
        </p:nvSpPr>
        <p:spPr>
          <a:xfrm>
            <a:off x="2289175" y="4428000"/>
            <a:ext cx="9574213" cy="1080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FB1884A1-CF89-46FD-90B2-856A47701333}"/>
              </a:ext>
            </a:extLst>
          </p:cNvPr>
          <p:cNvSpPr>
            <a:spLocks noGrp="1"/>
          </p:cNvSpPr>
          <p:nvPr>
            <p:ph sz="quarter" idx="21"/>
          </p:nvPr>
        </p:nvSpPr>
        <p:spPr>
          <a:xfrm>
            <a:off x="331201" y="1929600"/>
            <a:ext cx="1743664" cy="1080000"/>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BFD86A11-87FF-4DCC-B9D2-B666660C6E7B}"/>
              </a:ext>
            </a:extLst>
          </p:cNvPr>
          <p:cNvSpPr>
            <a:spLocks noGrp="1"/>
          </p:cNvSpPr>
          <p:nvPr>
            <p:ph sz="quarter" idx="25"/>
          </p:nvPr>
        </p:nvSpPr>
        <p:spPr>
          <a:xfrm>
            <a:off x="331201" y="3178800"/>
            <a:ext cx="1743664" cy="1080000"/>
          </a:xfrm>
        </p:spPr>
        <p:txBody>
          <a:bodyPr lIns="0" tIns="0" rIns="0" bIns="0"/>
          <a:lstStyle>
            <a:lvl1pPr>
              <a:defRPr sz="1600" b="1">
                <a:solidFill>
                  <a:schemeClr val="bg2"/>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6F97BA98-5A30-4E5F-B616-3DD2FB543519}"/>
              </a:ext>
            </a:extLst>
          </p:cNvPr>
          <p:cNvSpPr>
            <a:spLocks noGrp="1"/>
          </p:cNvSpPr>
          <p:nvPr>
            <p:ph sz="quarter" idx="26"/>
          </p:nvPr>
        </p:nvSpPr>
        <p:spPr>
          <a:xfrm>
            <a:off x="331201" y="4428000"/>
            <a:ext cx="1743664" cy="1080000"/>
          </a:xfrm>
        </p:spPr>
        <p:txBody>
          <a:bodyPr lIns="0" tIns="0" rIns="0" bIns="0"/>
          <a:lstStyle>
            <a:lvl1pPr>
              <a:defRPr sz="1600" b="1">
                <a:solidFill>
                  <a:schemeClr val="bg2"/>
                </a:solidFill>
              </a:defRPr>
            </a:lvl1pPr>
          </a:lstStyle>
          <a:p>
            <a:pPr lvl="0"/>
            <a:r>
              <a:rPr lang="en-US"/>
              <a:t>Click to edit Master text styles</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65DD4D7C-2CE8-4ABF-BFD5-63515BA5DBBC}"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F332D07F-212A-4F1F-A913-9C992990BDE5}"/>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288981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Four 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516E3F5E-86F1-4189-95E6-3E3FCAA7E57B}"/>
              </a:ext>
            </a:extLst>
          </p:cNvPr>
          <p:cNvSpPr>
            <a:spLocks noGrp="1"/>
          </p:cNvSpPr>
          <p:nvPr>
            <p:ph sz="quarter" idx="25"/>
          </p:nvPr>
        </p:nvSpPr>
        <p:spPr>
          <a:xfrm>
            <a:off x="2289175" y="1929600"/>
            <a:ext cx="9574213" cy="79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9473803-25B0-48E7-A720-3DC0D09F9EA0}"/>
              </a:ext>
            </a:extLst>
          </p:cNvPr>
          <p:cNvSpPr>
            <a:spLocks noGrp="1"/>
          </p:cNvSpPr>
          <p:nvPr>
            <p:ph sz="quarter" idx="26"/>
          </p:nvPr>
        </p:nvSpPr>
        <p:spPr>
          <a:xfrm>
            <a:off x="2289175" y="2858400"/>
            <a:ext cx="9574213" cy="79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70FEA12C-85FF-468F-97EE-32C99D8CFE06}"/>
              </a:ext>
            </a:extLst>
          </p:cNvPr>
          <p:cNvSpPr>
            <a:spLocks noGrp="1"/>
          </p:cNvSpPr>
          <p:nvPr>
            <p:ph sz="quarter" idx="27"/>
          </p:nvPr>
        </p:nvSpPr>
        <p:spPr>
          <a:xfrm>
            <a:off x="2289175" y="3787200"/>
            <a:ext cx="9574213" cy="79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8238CB58-E5B8-4AB2-95E4-2BACE430AD48}"/>
              </a:ext>
            </a:extLst>
          </p:cNvPr>
          <p:cNvSpPr>
            <a:spLocks noGrp="1"/>
          </p:cNvSpPr>
          <p:nvPr>
            <p:ph sz="quarter" idx="28"/>
          </p:nvPr>
        </p:nvSpPr>
        <p:spPr>
          <a:xfrm>
            <a:off x="2289175" y="4716000"/>
            <a:ext cx="9574213" cy="79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8">
            <a:extLst>
              <a:ext uri="{FF2B5EF4-FFF2-40B4-BE49-F238E27FC236}">
                <a16:creationId xmlns:a16="http://schemas.microsoft.com/office/drawing/2014/main" id="{D4BF1D29-3435-4164-B890-745B9AB2B2BA}"/>
              </a:ext>
            </a:extLst>
          </p:cNvPr>
          <p:cNvSpPr>
            <a:spLocks noGrp="1"/>
          </p:cNvSpPr>
          <p:nvPr>
            <p:ph sz="quarter" idx="24"/>
          </p:nvPr>
        </p:nvSpPr>
        <p:spPr>
          <a:xfrm>
            <a:off x="331201" y="1929600"/>
            <a:ext cx="1743664" cy="792000"/>
          </a:xfrm>
        </p:spPr>
        <p:txBody>
          <a:bodyPr lIns="0" tIns="0" rIns="0" bIns="0"/>
          <a:lstStyle>
            <a:lvl1pPr>
              <a:defRPr sz="1600" b="1">
                <a:solidFill>
                  <a:schemeClr val="bg2"/>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6F29A2FA-2B0C-4A45-92DB-06D5B9DEBF74}"/>
              </a:ext>
            </a:extLst>
          </p:cNvPr>
          <p:cNvSpPr>
            <a:spLocks noGrp="1"/>
          </p:cNvSpPr>
          <p:nvPr>
            <p:ph sz="quarter" idx="29"/>
          </p:nvPr>
        </p:nvSpPr>
        <p:spPr>
          <a:xfrm>
            <a:off x="331201" y="2858400"/>
            <a:ext cx="1743664" cy="792000"/>
          </a:xfrm>
        </p:spPr>
        <p:txBody>
          <a:bodyPr lIns="0" tIns="0" rIns="0" bIns="0"/>
          <a:lstStyle>
            <a:lvl1pPr>
              <a:defRPr sz="1600" b="1">
                <a:solidFill>
                  <a:schemeClr val="bg2"/>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97709378-E74F-4797-905F-17F4A0599703}"/>
              </a:ext>
            </a:extLst>
          </p:cNvPr>
          <p:cNvSpPr>
            <a:spLocks noGrp="1"/>
          </p:cNvSpPr>
          <p:nvPr>
            <p:ph sz="quarter" idx="30"/>
          </p:nvPr>
        </p:nvSpPr>
        <p:spPr>
          <a:xfrm>
            <a:off x="331201" y="3787200"/>
            <a:ext cx="1743664" cy="792000"/>
          </a:xfrm>
        </p:spPr>
        <p:txBody>
          <a:bodyPr lIns="0" tIns="0" rIns="0" bIns="0"/>
          <a:lstStyle>
            <a:lvl1pPr>
              <a:defRPr sz="1600" b="1">
                <a:solidFill>
                  <a:schemeClr val="bg2"/>
                </a:solidFill>
              </a:defRPr>
            </a:lvl1pPr>
          </a:lstStyle>
          <a:p>
            <a:pPr lvl="0"/>
            <a:r>
              <a:rPr lang="en-US"/>
              <a:t>Click to edit Master text styles</a:t>
            </a:r>
          </a:p>
        </p:txBody>
      </p:sp>
      <p:sp>
        <p:nvSpPr>
          <p:cNvPr id="19" name="Content Placeholder 8">
            <a:extLst>
              <a:ext uri="{FF2B5EF4-FFF2-40B4-BE49-F238E27FC236}">
                <a16:creationId xmlns:a16="http://schemas.microsoft.com/office/drawing/2014/main" id="{F1E9E9DA-7BA5-4FCB-9176-B988B0CD8A78}"/>
              </a:ext>
            </a:extLst>
          </p:cNvPr>
          <p:cNvSpPr>
            <a:spLocks noGrp="1"/>
          </p:cNvSpPr>
          <p:nvPr>
            <p:ph sz="quarter" idx="31"/>
          </p:nvPr>
        </p:nvSpPr>
        <p:spPr>
          <a:xfrm>
            <a:off x="331201" y="4716000"/>
            <a:ext cx="1743664" cy="792000"/>
          </a:xfrm>
        </p:spPr>
        <p:txBody>
          <a:bodyPr lIns="0" tIns="0" rIns="0" bIns="0"/>
          <a:lstStyle>
            <a:lvl1pPr>
              <a:defRPr sz="1600" b="1">
                <a:solidFill>
                  <a:schemeClr val="bg2"/>
                </a:solidFill>
              </a:defRPr>
            </a:lvl1pPr>
          </a:lstStyle>
          <a:p>
            <a:pPr lvl="0"/>
            <a:r>
              <a:rPr lang="en-US"/>
              <a:t>Click to edit Master text styles</a:t>
            </a:r>
          </a:p>
        </p:txBody>
      </p:sp>
      <p:sp>
        <p:nvSpPr>
          <p:cNvPr id="20" name="Text Placeholder 9">
            <a:extLst>
              <a:ext uri="{FF2B5EF4-FFF2-40B4-BE49-F238E27FC236}">
                <a16:creationId xmlns:a16="http://schemas.microsoft.com/office/drawing/2014/main" id="{C1B99B3E-00B2-4B94-8810-1F4D37241013}"/>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6DA05FF4-61BB-449E-9F97-8071C0A59403}"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410094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Content &amp; picture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6205538" y="1929600"/>
            <a:ext cx="5657850" cy="3582000"/>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AB71CB31-8784-427F-9939-4AB0493804E2}"/>
              </a:ext>
            </a:extLst>
          </p:cNvPr>
          <p:cNvSpPr>
            <a:spLocks noGrp="1"/>
          </p:cNvSpPr>
          <p:nvPr>
            <p:ph sz="quarter" idx="18"/>
          </p:nvPr>
        </p:nvSpPr>
        <p:spPr>
          <a:xfrm>
            <a:off x="331200" y="1929600"/>
            <a:ext cx="5658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CC8F4DB0-74AF-4ED8-B106-40697AB95BA6}"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321879CC-FD5F-4989-BE5B-B088F2C720C2}"/>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4230199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ontent &amp; picture B">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6205538" y="0"/>
            <a:ext cx="5986462" cy="6858000"/>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4896438"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4895849"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F4AF48D9-D62A-43F2-B1B1-80F00328C2E1}"/>
              </a:ext>
            </a:extLst>
          </p:cNvPr>
          <p:cNvSpPr>
            <a:spLocks noGrp="1"/>
          </p:cNvSpPr>
          <p:nvPr>
            <p:ph sz="quarter" idx="18"/>
          </p:nvPr>
        </p:nvSpPr>
        <p:spPr>
          <a:xfrm>
            <a:off x="331200" y="1929600"/>
            <a:ext cx="4896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C8E9236-4674-48BE-8000-E1CDB179538F}"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377305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tent &amp; picture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4246563" y="1929600"/>
            <a:ext cx="7616825" cy="3582000"/>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D15BD5A4-C0CB-4E6D-82DC-F95E085D10AD}"/>
              </a:ext>
            </a:extLst>
          </p:cNvPr>
          <p:cNvSpPr>
            <a:spLocks noGrp="1"/>
          </p:cNvSpPr>
          <p:nvPr>
            <p:ph sz="quarter" idx="18"/>
          </p:nvPr>
        </p:nvSpPr>
        <p:spPr>
          <a:xfrm>
            <a:off x="331200" y="1929600"/>
            <a:ext cx="37010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E3A2734F-6DC1-4BFA-88C9-7E34A3EF29E8}"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AD224E81-3B71-4BD4-8650-96F92DAA0DC6}"/>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772355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Picture &amp; content 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5658438" cy="3582000"/>
          </a:xfrm>
        </p:spPr>
        <p:txBody>
          <a:bodyPr/>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9" name="Content Placeholder 8">
            <a:extLst>
              <a:ext uri="{FF2B5EF4-FFF2-40B4-BE49-F238E27FC236}">
                <a16:creationId xmlns:a16="http://schemas.microsoft.com/office/drawing/2014/main" id="{701C5F00-64AD-4E5C-9A89-0FB66FF3455E}"/>
              </a:ext>
            </a:extLst>
          </p:cNvPr>
          <p:cNvSpPr>
            <a:spLocks noGrp="1"/>
          </p:cNvSpPr>
          <p:nvPr>
            <p:ph sz="quarter" idx="18"/>
          </p:nvPr>
        </p:nvSpPr>
        <p:spPr>
          <a:xfrm>
            <a:off x="6204151" y="1929600"/>
            <a:ext cx="5658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92D94533-C025-401D-A3B6-4EEF76D00298}"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DC53B099-959A-4FA4-8B87-C7BCAA0E2ADC}"/>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478085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Picture &amp; content B">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3E6C96F-37A2-B699-9EC9-71E24C07826B}"/>
              </a:ext>
            </a:extLst>
          </p:cNvPr>
          <p:cNvSpPr/>
          <p:nvPr userDrawn="1"/>
        </p:nvSpPr>
        <p:spPr bwMode="gray">
          <a:xfrm>
            <a:off x="228600" y="355600"/>
            <a:ext cx="571500" cy="3356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0" y="0"/>
            <a:ext cx="6205538" cy="6858000"/>
          </a:xfrm>
        </p:spPr>
        <p:txBody>
          <a:bodyPr lIns="0" tIns="0" rIns="0" bIns="0"/>
          <a:lstStyle/>
          <a:p>
            <a:r>
              <a:rPr lang="en-US" noProof="0"/>
              <a:t>Click icon to add picture</a:t>
            </a:r>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6965362" y="691200"/>
            <a:ext cx="4896438"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6965951" y="1057498"/>
            <a:ext cx="4895849"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F4AF48D9-D62A-43F2-B1B1-80F00328C2E1}"/>
              </a:ext>
            </a:extLst>
          </p:cNvPr>
          <p:cNvSpPr>
            <a:spLocks noGrp="1"/>
          </p:cNvSpPr>
          <p:nvPr>
            <p:ph sz="quarter" idx="18"/>
          </p:nvPr>
        </p:nvSpPr>
        <p:spPr>
          <a:xfrm>
            <a:off x="6965362" y="1929600"/>
            <a:ext cx="4896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C8E9236-4674-48BE-8000-E1CDB179538F}"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8" name="Text Placeholder 6">
            <a:extLst>
              <a:ext uri="{FF2B5EF4-FFF2-40B4-BE49-F238E27FC236}">
                <a16:creationId xmlns:a16="http://schemas.microsoft.com/office/drawing/2014/main" id="{4C03A032-FF9C-6325-F2AC-151AFE7FBA42}"/>
              </a:ext>
            </a:extLst>
          </p:cNvPr>
          <p:cNvSpPr txBox="1">
            <a:spLocks/>
          </p:cNvSpPr>
          <p:nvPr userDrawn="1"/>
        </p:nvSpPr>
        <p:spPr>
          <a:xfrm>
            <a:off x="6965362" y="514800"/>
            <a:ext cx="308080" cy="32400"/>
          </a:xfrm>
          <a:prstGeom prst="rect">
            <a:avLst/>
          </a:prstGeom>
        </p:spPr>
        <p:txBody>
          <a:bodyPr lIns="0" tIns="0" rIns="0" bIns="4032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a:t>—</a:t>
            </a:r>
          </a:p>
        </p:txBody>
      </p:sp>
    </p:spTree>
    <p:extLst>
      <p:ext uri="{BB962C8B-B14F-4D97-AF65-F5344CB8AC3E}">
        <p14:creationId xmlns:p14="http://schemas.microsoft.com/office/powerpoint/2010/main" val="3389159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Picture &amp; content C">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3E6C96F-37A2-B699-9EC9-71E24C07826B}"/>
              </a:ext>
            </a:extLst>
          </p:cNvPr>
          <p:cNvSpPr/>
          <p:nvPr userDrawn="1"/>
        </p:nvSpPr>
        <p:spPr bwMode="gray">
          <a:xfrm>
            <a:off x="228600" y="355600"/>
            <a:ext cx="571500" cy="3356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0" y="0"/>
            <a:ext cx="4246563" cy="6858000"/>
          </a:xfrm>
        </p:spPr>
        <p:txBody>
          <a:bodyPr lIns="0" tIns="0" rIns="0" bIns="0"/>
          <a:lstStyle/>
          <a:p>
            <a:r>
              <a:rPr lang="en-US" noProof="0"/>
              <a:t>Click icon to add picture</a:t>
            </a:r>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5010150" y="691200"/>
            <a:ext cx="685165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5010975" y="1057498"/>
            <a:ext cx="6850826"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p>
        </p:txBody>
      </p:sp>
      <p:sp>
        <p:nvSpPr>
          <p:cNvPr id="9" name="Content Placeholder 8">
            <a:extLst>
              <a:ext uri="{FF2B5EF4-FFF2-40B4-BE49-F238E27FC236}">
                <a16:creationId xmlns:a16="http://schemas.microsoft.com/office/drawing/2014/main" id="{F4AF48D9-D62A-43F2-B1B1-80F00328C2E1}"/>
              </a:ext>
            </a:extLst>
          </p:cNvPr>
          <p:cNvSpPr>
            <a:spLocks noGrp="1"/>
          </p:cNvSpPr>
          <p:nvPr>
            <p:ph sz="quarter" idx="18"/>
          </p:nvPr>
        </p:nvSpPr>
        <p:spPr>
          <a:xfrm>
            <a:off x="5010150" y="1929600"/>
            <a:ext cx="6851650"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C8E9236-4674-48BE-8000-E1CDB179538F}"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8" name="Text Placeholder 6">
            <a:extLst>
              <a:ext uri="{FF2B5EF4-FFF2-40B4-BE49-F238E27FC236}">
                <a16:creationId xmlns:a16="http://schemas.microsoft.com/office/drawing/2014/main" id="{4C03A032-FF9C-6325-F2AC-151AFE7FBA42}"/>
              </a:ext>
            </a:extLst>
          </p:cNvPr>
          <p:cNvSpPr txBox="1">
            <a:spLocks/>
          </p:cNvSpPr>
          <p:nvPr userDrawn="1"/>
        </p:nvSpPr>
        <p:spPr>
          <a:xfrm>
            <a:off x="5010150" y="514800"/>
            <a:ext cx="308080" cy="32400"/>
          </a:xfrm>
          <a:prstGeom prst="rect">
            <a:avLst/>
          </a:prstGeom>
        </p:spPr>
        <p:txBody>
          <a:bodyPr lIns="0" tIns="0" rIns="0" bIns="4032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a:t>—</a:t>
            </a:r>
          </a:p>
        </p:txBody>
      </p:sp>
    </p:spTree>
    <p:extLst>
      <p:ext uri="{BB962C8B-B14F-4D97-AF65-F5344CB8AC3E}">
        <p14:creationId xmlns:p14="http://schemas.microsoft.com/office/powerpoint/2010/main" val="1368087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wo content &amp;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endParaRPr lang="en-US"/>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267075" y="1929600"/>
            <a:ext cx="5657850" cy="3582000"/>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37772B2F-A922-4FD0-B70C-DF06D70EDEFE}"/>
              </a:ext>
            </a:extLst>
          </p:cNvPr>
          <p:cNvSpPr>
            <a:spLocks noGrp="1"/>
          </p:cNvSpPr>
          <p:nvPr>
            <p:ph sz="quarter" idx="19"/>
          </p:nvPr>
        </p:nvSpPr>
        <p:spPr>
          <a:xfrm>
            <a:off x="331200"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AD2821E5-D990-439A-A494-886D9CF08292}"/>
              </a:ext>
            </a:extLst>
          </p:cNvPr>
          <p:cNvSpPr>
            <a:spLocks noGrp="1"/>
          </p:cNvSpPr>
          <p:nvPr>
            <p:ph sz="quarter" idx="20"/>
          </p:nvPr>
        </p:nvSpPr>
        <p:spPr>
          <a:xfrm>
            <a:off x="9141026" y="1929600"/>
            <a:ext cx="2721563"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B775EAE7-683E-45F5-9A95-E6DD1094D885}"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Text Placeholder 9">
            <a:extLst>
              <a:ext uri="{FF2B5EF4-FFF2-40B4-BE49-F238E27FC236}">
                <a16:creationId xmlns:a16="http://schemas.microsoft.com/office/drawing/2014/main" id="{6F139C90-52BB-4794-B21A-FE69E4C0F947}"/>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4046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Four content &amp; four pictur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199" y="1929600"/>
            <a:ext cx="1743663" cy="1685138"/>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2" name="Picture Placeholder 10">
            <a:extLst>
              <a:ext uri="{FF2B5EF4-FFF2-40B4-BE49-F238E27FC236}">
                <a16:creationId xmlns:a16="http://schemas.microsoft.com/office/drawing/2014/main" id="{E57CBEA0-D649-41AB-96A9-0A1BAA2BBC69}"/>
              </a:ext>
            </a:extLst>
          </p:cNvPr>
          <p:cNvSpPr>
            <a:spLocks noGrp="1"/>
          </p:cNvSpPr>
          <p:nvPr>
            <p:ph type="pic" sz="quarter" idx="18"/>
          </p:nvPr>
        </p:nvSpPr>
        <p:spPr>
          <a:xfrm>
            <a:off x="6205538" y="1929600"/>
            <a:ext cx="1741487" cy="1683898"/>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4FC3BCC6-F11F-4786-B6A2-A61B71BFCA5B}"/>
              </a:ext>
            </a:extLst>
          </p:cNvPr>
          <p:cNvSpPr>
            <a:spLocks noGrp="1"/>
          </p:cNvSpPr>
          <p:nvPr>
            <p:ph type="pic" sz="quarter" idx="20"/>
          </p:nvPr>
        </p:nvSpPr>
        <p:spPr>
          <a:xfrm>
            <a:off x="331199" y="3827463"/>
            <a:ext cx="1743663" cy="1684137"/>
          </a:xfrm>
        </p:spPr>
        <p:txBody>
          <a:bodyPr lIns="0" tIns="0" rIns="0" bIns="0"/>
          <a:lstStyle/>
          <a:p>
            <a:r>
              <a:rPr lang="en-US" noProof="0"/>
              <a:t>Click icon to add picture</a:t>
            </a:r>
          </a:p>
        </p:txBody>
      </p:sp>
      <p:sp>
        <p:nvSpPr>
          <p:cNvPr id="25" name="Picture Placeholder 10">
            <a:extLst>
              <a:ext uri="{FF2B5EF4-FFF2-40B4-BE49-F238E27FC236}">
                <a16:creationId xmlns:a16="http://schemas.microsoft.com/office/drawing/2014/main" id="{76B3C7E3-593C-48D3-9C43-78D8CBB54BCB}"/>
              </a:ext>
            </a:extLst>
          </p:cNvPr>
          <p:cNvSpPr>
            <a:spLocks noGrp="1"/>
          </p:cNvSpPr>
          <p:nvPr>
            <p:ph type="pic" sz="quarter" idx="22"/>
          </p:nvPr>
        </p:nvSpPr>
        <p:spPr>
          <a:xfrm>
            <a:off x="6205538" y="3827463"/>
            <a:ext cx="1741487" cy="1684137"/>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24B60418-CD27-4B6A-B47B-4BDFA7CA6905}"/>
              </a:ext>
            </a:extLst>
          </p:cNvPr>
          <p:cNvSpPr>
            <a:spLocks noGrp="1"/>
          </p:cNvSpPr>
          <p:nvPr>
            <p:ph sz="quarter" idx="24"/>
          </p:nvPr>
        </p:nvSpPr>
        <p:spPr>
          <a:xfrm>
            <a:off x="2289175" y="1929600"/>
            <a:ext cx="3700463" cy="168389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0C9024FC-07E0-4B27-8F60-C634F0536A8E}"/>
              </a:ext>
            </a:extLst>
          </p:cNvPr>
          <p:cNvSpPr>
            <a:spLocks noGrp="1"/>
          </p:cNvSpPr>
          <p:nvPr>
            <p:ph sz="quarter" idx="25"/>
          </p:nvPr>
        </p:nvSpPr>
        <p:spPr>
          <a:xfrm>
            <a:off x="2289175" y="3827702"/>
            <a:ext cx="3700463" cy="168389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8">
            <a:extLst>
              <a:ext uri="{FF2B5EF4-FFF2-40B4-BE49-F238E27FC236}">
                <a16:creationId xmlns:a16="http://schemas.microsoft.com/office/drawing/2014/main" id="{DD5ECF00-2F66-45D3-A4DD-E29E84C05CEF}"/>
              </a:ext>
            </a:extLst>
          </p:cNvPr>
          <p:cNvSpPr>
            <a:spLocks noGrp="1"/>
          </p:cNvSpPr>
          <p:nvPr>
            <p:ph sz="quarter" idx="26"/>
          </p:nvPr>
        </p:nvSpPr>
        <p:spPr>
          <a:xfrm>
            <a:off x="8162126" y="1929600"/>
            <a:ext cx="3700463" cy="168389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8">
            <a:extLst>
              <a:ext uri="{FF2B5EF4-FFF2-40B4-BE49-F238E27FC236}">
                <a16:creationId xmlns:a16="http://schemas.microsoft.com/office/drawing/2014/main" id="{C7C9823B-43AB-4F63-9D6D-5A962847C33C}"/>
              </a:ext>
            </a:extLst>
          </p:cNvPr>
          <p:cNvSpPr>
            <a:spLocks noGrp="1"/>
          </p:cNvSpPr>
          <p:nvPr>
            <p:ph sz="quarter" idx="27"/>
          </p:nvPr>
        </p:nvSpPr>
        <p:spPr>
          <a:xfrm>
            <a:off x="8162126" y="3827702"/>
            <a:ext cx="3700463" cy="1683898"/>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F9683E2-8A1B-4901-92D6-41888719CCBB}"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7" name="Text Placeholder 9">
            <a:extLst>
              <a:ext uri="{FF2B5EF4-FFF2-40B4-BE49-F238E27FC236}">
                <a16:creationId xmlns:a16="http://schemas.microsoft.com/office/drawing/2014/main" id="{86F6A932-1446-4FE1-8B9F-00388D8CFC33}"/>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913902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Six pictur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3701050" cy="1685138"/>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6193F035-179C-488A-981A-C45C4ED70E79}"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Picture Placeholder 10">
            <a:extLst>
              <a:ext uri="{FF2B5EF4-FFF2-40B4-BE49-F238E27FC236}">
                <a16:creationId xmlns:a16="http://schemas.microsoft.com/office/drawing/2014/main" id="{A070848A-0A2B-4E42-BA39-7225BE9CE2BF}"/>
              </a:ext>
            </a:extLst>
          </p:cNvPr>
          <p:cNvSpPr>
            <a:spLocks noGrp="1"/>
          </p:cNvSpPr>
          <p:nvPr>
            <p:ph type="pic" sz="quarter" idx="18"/>
          </p:nvPr>
        </p:nvSpPr>
        <p:spPr>
          <a:xfrm>
            <a:off x="4246369" y="1929600"/>
            <a:ext cx="3701050" cy="1685138"/>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0AE3C9E3-E2A8-46ED-ABF1-7303E76CEF2D}"/>
              </a:ext>
            </a:extLst>
          </p:cNvPr>
          <p:cNvSpPr>
            <a:spLocks noGrp="1"/>
          </p:cNvSpPr>
          <p:nvPr>
            <p:ph type="pic" sz="quarter" idx="19"/>
          </p:nvPr>
        </p:nvSpPr>
        <p:spPr>
          <a:xfrm>
            <a:off x="8161539" y="1929600"/>
            <a:ext cx="3701050" cy="1685138"/>
          </a:xfrm>
        </p:spPr>
        <p:txBody>
          <a:bodyPr lIns="0" tIns="0" rIns="0" bIns="0"/>
          <a:lstStyle/>
          <a:p>
            <a:r>
              <a:rPr lang="en-US" noProof="0"/>
              <a:t>Click icon to add picture</a:t>
            </a:r>
            <a:endParaRPr lang="en-US"/>
          </a:p>
        </p:txBody>
      </p:sp>
      <p:sp>
        <p:nvSpPr>
          <p:cNvPr id="25" name="Picture Placeholder 10">
            <a:extLst>
              <a:ext uri="{FF2B5EF4-FFF2-40B4-BE49-F238E27FC236}">
                <a16:creationId xmlns:a16="http://schemas.microsoft.com/office/drawing/2014/main" id="{9832A96F-2BC5-43BC-99A2-C5EA0E0B92E8}"/>
              </a:ext>
            </a:extLst>
          </p:cNvPr>
          <p:cNvSpPr>
            <a:spLocks noGrp="1"/>
          </p:cNvSpPr>
          <p:nvPr>
            <p:ph type="pic" sz="quarter" idx="20"/>
          </p:nvPr>
        </p:nvSpPr>
        <p:spPr>
          <a:xfrm>
            <a:off x="331200" y="3828250"/>
            <a:ext cx="3701050" cy="1685138"/>
          </a:xfrm>
        </p:spPr>
        <p:txBody>
          <a:bodyPr lIns="0" tIns="0" rIns="0" bIns="0"/>
          <a:lstStyle/>
          <a:p>
            <a:r>
              <a:rPr lang="en-US" noProof="0"/>
              <a:t>Click icon to add picture</a:t>
            </a:r>
            <a:endParaRPr lang="en-US"/>
          </a:p>
        </p:txBody>
      </p:sp>
      <p:sp>
        <p:nvSpPr>
          <p:cNvPr id="26" name="Picture Placeholder 10">
            <a:extLst>
              <a:ext uri="{FF2B5EF4-FFF2-40B4-BE49-F238E27FC236}">
                <a16:creationId xmlns:a16="http://schemas.microsoft.com/office/drawing/2014/main" id="{9C12755E-FD35-421D-92FC-301A3E6C795C}"/>
              </a:ext>
            </a:extLst>
          </p:cNvPr>
          <p:cNvSpPr>
            <a:spLocks noGrp="1"/>
          </p:cNvSpPr>
          <p:nvPr>
            <p:ph type="pic" sz="quarter" idx="21"/>
          </p:nvPr>
        </p:nvSpPr>
        <p:spPr>
          <a:xfrm>
            <a:off x="4246370" y="3828250"/>
            <a:ext cx="3701050" cy="1685138"/>
          </a:xfrm>
        </p:spPr>
        <p:txBody>
          <a:bodyPr lIns="0" tIns="0" rIns="0" bIns="0"/>
          <a:lstStyle/>
          <a:p>
            <a:r>
              <a:rPr lang="en-US" noProof="0"/>
              <a:t>Click icon to add picture</a:t>
            </a:r>
            <a:endParaRPr lang="en-US"/>
          </a:p>
        </p:txBody>
      </p:sp>
      <p:sp>
        <p:nvSpPr>
          <p:cNvPr id="27" name="Picture Placeholder 10">
            <a:extLst>
              <a:ext uri="{FF2B5EF4-FFF2-40B4-BE49-F238E27FC236}">
                <a16:creationId xmlns:a16="http://schemas.microsoft.com/office/drawing/2014/main" id="{36658FB1-3615-4333-B392-A31BA2C7E1DD}"/>
              </a:ext>
            </a:extLst>
          </p:cNvPr>
          <p:cNvSpPr>
            <a:spLocks noGrp="1"/>
          </p:cNvSpPr>
          <p:nvPr>
            <p:ph type="pic" sz="quarter" idx="22"/>
          </p:nvPr>
        </p:nvSpPr>
        <p:spPr>
          <a:xfrm>
            <a:off x="8161539" y="3828250"/>
            <a:ext cx="3701050" cy="1685138"/>
          </a:xfrm>
        </p:spPr>
        <p:txBody>
          <a:bodyPr lIns="0" tIns="0" rIns="0" bIns="0"/>
          <a:lstStyle/>
          <a:p>
            <a:r>
              <a:rPr lang="en-US" noProof="0"/>
              <a:t>Click icon to add picture</a:t>
            </a:r>
            <a:endParaRPr lang="en-US"/>
          </a:p>
        </p:txBody>
      </p:sp>
      <p:sp>
        <p:nvSpPr>
          <p:cNvPr id="14" name="Text Placeholder 9">
            <a:extLst>
              <a:ext uri="{FF2B5EF4-FFF2-40B4-BE49-F238E27FC236}">
                <a16:creationId xmlns:a16="http://schemas.microsoft.com/office/drawing/2014/main" id="{7F3D969B-F1B8-417E-A3D4-EA1488C5BC9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091460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Eight pictur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3262" y="1929600"/>
            <a:ext cx="2721600" cy="1685138"/>
          </a:xfrm>
        </p:spPr>
        <p:txBody>
          <a:bodyPr lIns="0" tIns="0" rIns="0" bIns="0"/>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430468A-A583-475C-91B3-9EEC22E344FB}" type="datetime4">
              <a:rPr lang="en-US" noProof="0" smtClean="0"/>
              <a:t>October 20, 2026</a:t>
            </a:fld>
            <a:endParaRPr lang="en-US" noProof="0"/>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Picture Placeholder 10">
            <a:extLst>
              <a:ext uri="{FF2B5EF4-FFF2-40B4-BE49-F238E27FC236}">
                <a16:creationId xmlns:a16="http://schemas.microsoft.com/office/drawing/2014/main" id="{1E005323-AD61-4D2C-AED7-77715F765150}"/>
              </a:ext>
            </a:extLst>
          </p:cNvPr>
          <p:cNvSpPr>
            <a:spLocks noGrp="1"/>
          </p:cNvSpPr>
          <p:nvPr>
            <p:ph type="pic" sz="quarter" idx="18"/>
          </p:nvPr>
        </p:nvSpPr>
        <p:spPr>
          <a:xfrm>
            <a:off x="3269171" y="1929600"/>
            <a:ext cx="2721600" cy="1685138"/>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E265B3D8-2A9B-4D13-BF6C-564CE2C2C168}"/>
              </a:ext>
            </a:extLst>
          </p:cNvPr>
          <p:cNvSpPr>
            <a:spLocks noGrp="1"/>
          </p:cNvSpPr>
          <p:nvPr>
            <p:ph type="pic" sz="quarter" idx="19"/>
          </p:nvPr>
        </p:nvSpPr>
        <p:spPr>
          <a:xfrm>
            <a:off x="6205080" y="1929600"/>
            <a:ext cx="2721600" cy="1685138"/>
          </a:xfrm>
        </p:spPr>
        <p:txBody>
          <a:bodyPr lIns="0" tIns="0" rIns="0" bIns="0"/>
          <a:lstStyle/>
          <a:p>
            <a:r>
              <a:rPr lang="en-US" noProof="0"/>
              <a:t>Click icon to add picture</a:t>
            </a:r>
            <a:endParaRPr lang="en-US"/>
          </a:p>
        </p:txBody>
      </p:sp>
      <p:sp>
        <p:nvSpPr>
          <p:cNvPr id="25" name="Picture Placeholder 10">
            <a:extLst>
              <a:ext uri="{FF2B5EF4-FFF2-40B4-BE49-F238E27FC236}">
                <a16:creationId xmlns:a16="http://schemas.microsoft.com/office/drawing/2014/main" id="{42FC6897-A625-48C9-B09E-E8160A89BB9F}"/>
              </a:ext>
            </a:extLst>
          </p:cNvPr>
          <p:cNvSpPr>
            <a:spLocks noGrp="1"/>
          </p:cNvSpPr>
          <p:nvPr>
            <p:ph type="pic" sz="quarter" idx="20"/>
          </p:nvPr>
        </p:nvSpPr>
        <p:spPr>
          <a:xfrm>
            <a:off x="9140989" y="1929600"/>
            <a:ext cx="2721600" cy="1685138"/>
          </a:xfrm>
        </p:spPr>
        <p:txBody>
          <a:bodyPr lIns="0" tIns="0" rIns="0" bIns="0"/>
          <a:lstStyle/>
          <a:p>
            <a:r>
              <a:rPr lang="en-US" noProof="0"/>
              <a:t>Click icon to add picture</a:t>
            </a:r>
            <a:endParaRPr lang="en-US"/>
          </a:p>
        </p:txBody>
      </p:sp>
      <p:sp>
        <p:nvSpPr>
          <p:cNvPr id="26" name="Picture Placeholder 10">
            <a:extLst>
              <a:ext uri="{FF2B5EF4-FFF2-40B4-BE49-F238E27FC236}">
                <a16:creationId xmlns:a16="http://schemas.microsoft.com/office/drawing/2014/main" id="{ED948E42-FDE5-4236-912E-FAD45E412CE6}"/>
              </a:ext>
            </a:extLst>
          </p:cNvPr>
          <p:cNvSpPr>
            <a:spLocks noGrp="1"/>
          </p:cNvSpPr>
          <p:nvPr>
            <p:ph type="pic" sz="quarter" idx="21"/>
          </p:nvPr>
        </p:nvSpPr>
        <p:spPr>
          <a:xfrm>
            <a:off x="333262" y="3828250"/>
            <a:ext cx="2721600" cy="1685138"/>
          </a:xfrm>
        </p:spPr>
        <p:txBody>
          <a:bodyPr lIns="0" tIns="0" rIns="0" bIns="0"/>
          <a:lstStyle/>
          <a:p>
            <a:r>
              <a:rPr lang="en-US" noProof="0"/>
              <a:t>Click icon to add picture</a:t>
            </a:r>
            <a:endParaRPr lang="en-US"/>
          </a:p>
        </p:txBody>
      </p:sp>
      <p:sp>
        <p:nvSpPr>
          <p:cNvPr id="27" name="Picture Placeholder 10">
            <a:extLst>
              <a:ext uri="{FF2B5EF4-FFF2-40B4-BE49-F238E27FC236}">
                <a16:creationId xmlns:a16="http://schemas.microsoft.com/office/drawing/2014/main" id="{05F2CC5F-8E4F-4642-B2B0-2BE00A820765}"/>
              </a:ext>
            </a:extLst>
          </p:cNvPr>
          <p:cNvSpPr>
            <a:spLocks noGrp="1"/>
          </p:cNvSpPr>
          <p:nvPr>
            <p:ph type="pic" sz="quarter" idx="22"/>
          </p:nvPr>
        </p:nvSpPr>
        <p:spPr>
          <a:xfrm>
            <a:off x="3269171" y="3828250"/>
            <a:ext cx="2721600" cy="1685138"/>
          </a:xfrm>
        </p:spPr>
        <p:txBody>
          <a:bodyPr lIns="0" tIns="0" rIns="0" bIns="0"/>
          <a:lstStyle/>
          <a:p>
            <a:r>
              <a:rPr lang="en-US" noProof="0"/>
              <a:t>Click icon to add picture</a:t>
            </a:r>
            <a:endParaRPr lang="en-US"/>
          </a:p>
        </p:txBody>
      </p:sp>
      <p:sp>
        <p:nvSpPr>
          <p:cNvPr id="28" name="Picture Placeholder 10">
            <a:extLst>
              <a:ext uri="{FF2B5EF4-FFF2-40B4-BE49-F238E27FC236}">
                <a16:creationId xmlns:a16="http://schemas.microsoft.com/office/drawing/2014/main" id="{1D8BDEDA-0F19-4637-BBCF-46A127B54FFD}"/>
              </a:ext>
            </a:extLst>
          </p:cNvPr>
          <p:cNvSpPr>
            <a:spLocks noGrp="1"/>
          </p:cNvSpPr>
          <p:nvPr>
            <p:ph type="pic" sz="quarter" idx="23"/>
          </p:nvPr>
        </p:nvSpPr>
        <p:spPr>
          <a:xfrm>
            <a:off x="6205080" y="3828250"/>
            <a:ext cx="2721600" cy="1685138"/>
          </a:xfrm>
        </p:spPr>
        <p:txBody>
          <a:bodyPr lIns="0" tIns="0" rIns="0" bIns="0"/>
          <a:lstStyle/>
          <a:p>
            <a:r>
              <a:rPr lang="en-US" noProof="0"/>
              <a:t>Click icon to add picture</a:t>
            </a:r>
            <a:endParaRPr lang="en-US"/>
          </a:p>
        </p:txBody>
      </p:sp>
      <p:sp>
        <p:nvSpPr>
          <p:cNvPr id="29" name="Picture Placeholder 10">
            <a:extLst>
              <a:ext uri="{FF2B5EF4-FFF2-40B4-BE49-F238E27FC236}">
                <a16:creationId xmlns:a16="http://schemas.microsoft.com/office/drawing/2014/main" id="{432A8BA0-84B2-4316-8A93-63EFB05A0FF9}"/>
              </a:ext>
            </a:extLst>
          </p:cNvPr>
          <p:cNvSpPr>
            <a:spLocks noGrp="1"/>
          </p:cNvSpPr>
          <p:nvPr>
            <p:ph type="pic" sz="quarter" idx="24"/>
          </p:nvPr>
        </p:nvSpPr>
        <p:spPr>
          <a:xfrm>
            <a:off x="9140989" y="3828250"/>
            <a:ext cx="2721600" cy="1685138"/>
          </a:xfrm>
        </p:spPr>
        <p:txBody>
          <a:bodyPr lIns="0" tIns="0" rIns="0" bIns="0"/>
          <a:lstStyle/>
          <a:p>
            <a:r>
              <a:rPr lang="en-US" noProof="0"/>
              <a:t>Click icon to add picture</a:t>
            </a:r>
            <a:endParaRPr lang="en-US"/>
          </a:p>
        </p:txBody>
      </p:sp>
      <p:sp>
        <p:nvSpPr>
          <p:cNvPr id="16" name="Text Placeholder 9">
            <a:extLst>
              <a:ext uri="{FF2B5EF4-FFF2-40B4-BE49-F238E27FC236}">
                <a16:creationId xmlns:a16="http://schemas.microsoft.com/office/drawing/2014/main" id="{BB1ADEE7-69F7-4612-BA69-1E14BB9BCCD9}"/>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024226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wo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199" y="4719600"/>
            <a:ext cx="5658437" cy="788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5658438" cy="26676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6205538" y="4719600"/>
            <a:ext cx="5657850" cy="788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D66B2ABB-D636-4A64-BA44-A7267F23329F}"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6205538" y="1929600"/>
            <a:ext cx="5657850" cy="2667600"/>
          </a:xfrm>
        </p:spPr>
        <p:txBody>
          <a:bodyPr lIns="0" tIns="0" rIns="0" bIns="0"/>
          <a:lstStyle/>
          <a:p>
            <a:r>
              <a:rPr lang="en-US" noProof="0"/>
              <a:t>Click icon to add picture</a:t>
            </a:r>
            <a:endParaRPr lang="en-US"/>
          </a:p>
        </p:txBody>
      </p:sp>
      <p:sp>
        <p:nvSpPr>
          <p:cNvPr id="13" name="Text Placeholder 9">
            <a:extLst>
              <a:ext uri="{FF2B5EF4-FFF2-40B4-BE49-F238E27FC236}">
                <a16:creationId xmlns:a16="http://schemas.microsoft.com/office/drawing/2014/main" id="{A00D889A-2322-4DDB-A5EF-532FA124D0A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433449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wo pictures &amp; text boxes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FAC61-1279-7B60-CECC-86A719FA5D86}"/>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612ECBC9-7903-0325-4714-B64BC595A9B4}"/>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E448B956-DC0E-0B78-5410-11E0E2F220F6}"/>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1B618CCB-2103-080F-B675-E4C472681C14}"/>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07F52BB6-D70A-2B2C-B861-43846E0384C2}"/>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622007A1-F280-15BD-766A-2A8B68C6C1AD}"/>
              </a:ext>
            </a:extLst>
          </p:cNvPr>
          <p:cNvSpPr>
            <a:spLocks noGrp="1"/>
          </p:cNvSpPr>
          <p:nvPr>
            <p:ph type="body" sz="quarter" idx="15"/>
          </p:nvPr>
        </p:nvSpPr>
        <p:spPr>
          <a:xfrm>
            <a:off x="331199"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CB15DC7C-95AF-DF77-404F-4AAA9568B803}"/>
              </a:ext>
            </a:extLst>
          </p:cNvPr>
          <p:cNvSpPr>
            <a:spLocks noGrp="1"/>
          </p:cNvSpPr>
          <p:nvPr>
            <p:ph type="pic" sz="quarter" idx="17"/>
          </p:nvPr>
        </p:nvSpPr>
        <p:spPr>
          <a:xfrm>
            <a:off x="0" y="3429000"/>
            <a:ext cx="4160520" cy="3429000"/>
          </a:xfrm>
        </p:spPr>
        <p:txBody>
          <a:bodyPr lIns="0" tIns="0" rIns="0" bIns="0"/>
          <a:lstStyle/>
          <a:p>
            <a:r>
              <a:rPr lang="en-US" noProof="0"/>
              <a:t>Click icon to add picture</a:t>
            </a:r>
            <a:endParaRPr lang="en-US"/>
          </a:p>
        </p:txBody>
      </p:sp>
      <p:sp>
        <p:nvSpPr>
          <p:cNvPr id="9" name="Text Placeholder 11">
            <a:extLst>
              <a:ext uri="{FF2B5EF4-FFF2-40B4-BE49-F238E27FC236}">
                <a16:creationId xmlns:a16="http://schemas.microsoft.com/office/drawing/2014/main" id="{D4679F60-C64F-3014-8490-313B90245B14}"/>
              </a:ext>
            </a:extLst>
          </p:cNvPr>
          <p:cNvSpPr>
            <a:spLocks noGrp="1"/>
          </p:cNvSpPr>
          <p:nvPr>
            <p:ph type="body" sz="quarter" idx="18"/>
          </p:nvPr>
        </p:nvSpPr>
        <p:spPr>
          <a:xfrm>
            <a:off x="4246563"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Picture Placeholder 10">
            <a:extLst>
              <a:ext uri="{FF2B5EF4-FFF2-40B4-BE49-F238E27FC236}">
                <a16:creationId xmlns:a16="http://schemas.microsoft.com/office/drawing/2014/main" id="{00E1C5C4-2E56-4FDF-430C-4D4CD25E1AC1}"/>
              </a:ext>
            </a:extLst>
          </p:cNvPr>
          <p:cNvSpPr>
            <a:spLocks noGrp="1"/>
          </p:cNvSpPr>
          <p:nvPr>
            <p:ph type="pic" sz="quarter" idx="19"/>
          </p:nvPr>
        </p:nvSpPr>
        <p:spPr>
          <a:xfrm>
            <a:off x="4161982" y="3429000"/>
            <a:ext cx="3867912" cy="34290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1446701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wo pictures &amp; text boxes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93467-31B0-B26B-0A69-CEE1BBF92D7C}"/>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BC68DB0D-B0C8-A70B-9EA0-CF87F7D006CD}"/>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ADF54DE3-2E20-4DE8-B5E1-349CFC50CC70}"/>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B6C146C5-EFC9-3F84-BAA9-A0D23F6E67BE}"/>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992CDA1E-EA55-E4C2-CB79-AD61C1E3602B}"/>
              </a:ext>
            </a:extLst>
          </p:cNvPr>
          <p:cNvSpPr>
            <a:spLocks noGrp="1"/>
          </p:cNvSpPr>
          <p:nvPr>
            <p:ph type="body" sz="quarter" idx="14" hasCustomPrompt="1"/>
          </p:nvPr>
        </p:nvSpPr>
        <p:spPr>
          <a:xfrm>
            <a:off x="331789" y="1927224"/>
            <a:ext cx="2422044"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F169E811-1A99-80DE-40CA-0E49ABE0349B}"/>
              </a:ext>
            </a:extLst>
          </p:cNvPr>
          <p:cNvSpPr>
            <a:spLocks noGrp="1"/>
          </p:cNvSpPr>
          <p:nvPr>
            <p:ph type="body" sz="quarter" idx="15"/>
          </p:nvPr>
        </p:nvSpPr>
        <p:spPr>
          <a:xfrm>
            <a:off x="3157728" y="52002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216F5BAA-6C08-E976-9914-2635E3C044BF}"/>
              </a:ext>
            </a:extLst>
          </p:cNvPr>
          <p:cNvSpPr>
            <a:spLocks noGrp="1"/>
          </p:cNvSpPr>
          <p:nvPr>
            <p:ph type="pic" sz="quarter" idx="17"/>
          </p:nvPr>
        </p:nvSpPr>
        <p:spPr>
          <a:xfrm>
            <a:off x="3157728" y="1927224"/>
            <a:ext cx="4517136" cy="3136392"/>
          </a:xfrm>
        </p:spPr>
        <p:txBody>
          <a:bodyPr lIns="0" tIns="0" rIns="0" bIns="0"/>
          <a:lstStyle/>
          <a:p>
            <a:r>
              <a:rPr lang="en-US" noProof="0"/>
              <a:t>Click icon to add picture</a:t>
            </a:r>
            <a:endParaRPr lang="en-US"/>
          </a:p>
        </p:txBody>
      </p:sp>
      <p:sp>
        <p:nvSpPr>
          <p:cNvPr id="9" name="Text Placeholder 11">
            <a:extLst>
              <a:ext uri="{FF2B5EF4-FFF2-40B4-BE49-F238E27FC236}">
                <a16:creationId xmlns:a16="http://schemas.microsoft.com/office/drawing/2014/main" id="{DAA22A5E-5748-150B-DB95-169F64379EB5}"/>
              </a:ext>
            </a:extLst>
          </p:cNvPr>
          <p:cNvSpPr>
            <a:spLocks noGrp="1"/>
          </p:cNvSpPr>
          <p:nvPr>
            <p:ph type="body" sz="quarter" idx="18"/>
          </p:nvPr>
        </p:nvSpPr>
        <p:spPr>
          <a:xfrm>
            <a:off x="7674864" y="52002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Picture Placeholder 10">
            <a:extLst>
              <a:ext uri="{FF2B5EF4-FFF2-40B4-BE49-F238E27FC236}">
                <a16:creationId xmlns:a16="http://schemas.microsoft.com/office/drawing/2014/main" id="{35323466-C553-6238-DD1B-476EDA1F5D78}"/>
              </a:ext>
            </a:extLst>
          </p:cNvPr>
          <p:cNvSpPr>
            <a:spLocks noGrp="1"/>
          </p:cNvSpPr>
          <p:nvPr>
            <p:ph type="pic" sz="quarter" idx="19"/>
          </p:nvPr>
        </p:nvSpPr>
        <p:spPr>
          <a:xfrm>
            <a:off x="7674864" y="1927224"/>
            <a:ext cx="4517136" cy="3136392"/>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3404308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wo pictures &amp; descri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AC835-87D6-25C6-1C0C-B16378EA1CA8}"/>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3E0FB9F6-057D-DEAE-3326-D871FC4C73B1}"/>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4B13111F-1867-8F94-C54C-C14750D90225}"/>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EF82FC2B-518F-F076-7481-C19EFDFB1205}"/>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077C1678-5BCA-4DC1-8A51-3AEFECC5B08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67A71E51-260F-C225-0141-1C78748CA3EE}"/>
              </a:ext>
            </a:extLst>
          </p:cNvPr>
          <p:cNvSpPr>
            <a:spLocks noGrp="1"/>
          </p:cNvSpPr>
          <p:nvPr>
            <p:ph type="body" sz="quarter" idx="15"/>
          </p:nvPr>
        </p:nvSpPr>
        <p:spPr>
          <a:xfrm>
            <a:off x="9142414" y="1929600"/>
            <a:ext cx="2719586" cy="4027498"/>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5B4FFFA6-62DB-C634-46E8-2BBE78F1FE91}"/>
              </a:ext>
            </a:extLst>
          </p:cNvPr>
          <p:cNvSpPr>
            <a:spLocks noGrp="1"/>
          </p:cNvSpPr>
          <p:nvPr>
            <p:ph type="pic" sz="quarter" idx="17"/>
          </p:nvPr>
        </p:nvSpPr>
        <p:spPr>
          <a:xfrm>
            <a:off x="0" y="1929600"/>
            <a:ext cx="4462272" cy="4928400"/>
          </a:xfrm>
        </p:spPr>
        <p:txBody>
          <a:bodyPr lIns="0" tIns="0" rIns="0" bIns="0"/>
          <a:lstStyle/>
          <a:p>
            <a:r>
              <a:rPr lang="en-US" noProof="0"/>
              <a:t>Click icon to add picture</a:t>
            </a:r>
            <a:endParaRPr lang="en-US"/>
          </a:p>
        </p:txBody>
      </p:sp>
      <p:sp>
        <p:nvSpPr>
          <p:cNvPr id="9" name="Picture Placeholder 10">
            <a:extLst>
              <a:ext uri="{FF2B5EF4-FFF2-40B4-BE49-F238E27FC236}">
                <a16:creationId xmlns:a16="http://schemas.microsoft.com/office/drawing/2014/main" id="{9B2024F1-6D5D-1D1C-1DDB-77BCBA748A23}"/>
              </a:ext>
            </a:extLst>
          </p:cNvPr>
          <p:cNvSpPr>
            <a:spLocks noGrp="1"/>
          </p:cNvSpPr>
          <p:nvPr>
            <p:ph type="pic" sz="quarter" idx="19"/>
          </p:nvPr>
        </p:nvSpPr>
        <p:spPr>
          <a:xfrm>
            <a:off x="4462653" y="1929600"/>
            <a:ext cx="4462272" cy="49284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1081512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hree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4420800"/>
            <a:ext cx="3701050" cy="108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3699460" cy="23652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4246563" y="4420800"/>
            <a:ext cx="3700462" cy="108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4246561" y="1929600"/>
            <a:ext cx="3700463" cy="2365200"/>
          </a:xfrm>
        </p:spPr>
        <p:txBody>
          <a:bodyPr lIns="0" tIns="0" rIns="0" bIns="0"/>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8162925" y="4420800"/>
            <a:ext cx="3700463" cy="108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E60DA76D-A31E-4D1F-AF67-0C4DBC02A76D}"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8162925" y="1929600"/>
            <a:ext cx="3700463" cy="2365200"/>
          </a:xfrm>
        </p:spPr>
        <p:txBody>
          <a:bodyPr lIns="0" tIns="0" rIns="0" bIns="0"/>
          <a:lstStyle/>
          <a:p>
            <a:r>
              <a:rPr lang="en-US" noProof="0"/>
              <a:t>Click icon to add picture</a:t>
            </a:r>
            <a:endParaRPr lang="en-US"/>
          </a:p>
        </p:txBody>
      </p:sp>
      <p:sp>
        <p:nvSpPr>
          <p:cNvPr id="14" name="Text Placeholder 9">
            <a:extLst>
              <a:ext uri="{FF2B5EF4-FFF2-40B4-BE49-F238E27FC236}">
                <a16:creationId xmlns:a16="http://schemas.microsoft.com/office/drawing/2014/main" id="{3F6BC82E-5E7C-45F5-91CD-D280E38D1F4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478324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hree pictures &amp; text boxes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39901-3878-567C-6F7B-62F568F5EA81}"/>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52465E89-325E-25CE-C35D-AD7B0E2BA753}"/>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EE7C8C55-BF0B-AB3A-01C9-D37FA0AC0D8D}"/>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72C8C4A6-E706-08CD-E591-31C776881C2F}"/>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0C3656E4-F3AA-6EE7-E3C0-CE78B0D5C663}"/>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9E0BF222-DE36-6B8E-3ADD-DE5450E802BC}"/>
              </a:ext>
            </a:extLst>
          </p:cNvPr>
          <p:cNvSpPr>
            <a:spLocks noGrp="1"/>
          </p:cNvSpPr>
          <p:nvPr>
            <p:ph type="body" sz="quarter" idx="15"/>
          </p:nvPr>
        </p:nvSpPr>
        <p:spPr>
          <a:xfrm>
            <a:off x="331199"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6090B701-78C3-C044-E7EC-1B49E3C301E8}"/>
              </a:ext>
            </a:extLst>
          </p:cNvPr>
          <p:cNvSpPr>
            <a:spLocks noGrp="1"/>
          </p:cNvSpPr>
          <p:nvPr>
            <p:ph type="pic" sz="quarter" idx="17"/>
          </p:nvPr>
        </p:nvSpPr>
        <p:spPr>
          <a:xfrm>
            <a:off x="0" y="3429000"/>
            <a:ext cx="4160520" cy="3429000"/>
          </a:xfrm>
        </p:spPr>
        <p:txBody>
          <a:bodyPr lIns="0" tIns="0" rIns="0" bIns="0"/>
          <a:lstStyle/>
          <a:p>
            <a:r>
              <a:rPr lang="en-US" noProof="0"/>
              <a:t>Click icon to add picture</a:t>
            </a:r>
            <a:endParaRPr lang="en-US"/>
          </a:p>
        </p:txBody>
      </p:sp>
      <p:sp>
        <p:nvSpPr>
          <p:cNvPr id="9" name="Text Placeholder 11">
            <a:extLst>
              <a:ext uri="{FF2B5EF4-FFF2-40B4-BE49-F238E27FC236}">
                <a16:creationId xmlns:a16="http://schemas.microsoft.com/office/drawing/2014/main" id="{69BCFFDA-C3AF-2E7B-90ED-9900D4167C39}"/>
              </a:ext>
            </a:extLst>
          </p:cNvPr>
          <p:cNvSpPr>
            <a:spLocks noGrp="1"/>
          </p:cNvSpPr>
          <p:nvPr>
            <p:ph type="body" sz="quarter" idx="18"/>
          </p:nvPr>
        </p:nvSpPr>
        <p:spPr>
          <a:xfrm>
            <a:off x="4246563"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Picture Placeholder 10">
            <a:extLst>
              <a:ext uri="{FF2B5EF4-FFF2-40B4-BE49-F238E27FC236}">
                <a16:creationId xmlns:a16="http://schemas.microsoft.com/office/drawing/2014/main" id="{53B80110-9520-18FD-D36C-C9B976C745B5}"/>
              </a:ext>
            </a:extLst>
          </p:cNvPr>
          <p:cNvSpPr>
            <a:spLocks noGrp="1"/>
          </p:cNvSpPr>
          <p:nvPr>
            <p:ph type="pic" sz="quarter" idx="19"/>
          </p:nvPr>
        </p:nvSpPr>
        <p:spPr>
          <a:xfrm>
            <a:off x="4161982" y="3429000"/>
            <a:ext cx="3867912" cy="3429000"/>
          </a:xfrm>
        </p:spPr>
        <p:txBody>
          <a:bodyPr lIns="0" tIns="0" rIns="0" bIns="0"/>
          <a:lstStyle/>
          <a:p>
            <a:r>
              <a:rPr lang="en-US" noProof="0"/>
              <a:t>Click icon to add picture</a:t>
            </a:r>
            <a:endParaRPr lang="en-US"/>
          </a:p>
        </p:txBody>
      </p:sp>
      <p:sp>
        <p:nvSpPr>
          <p:cNvPr id="11" name="Text Placeholder 11">
            <a:extLst>
              <a:ext uri="{FF2B5EF4-FFF2-40B4-BE49-F238E27FC236}">
                <a16:creationId xmlns:a16="http://schemas.microsoft.com/office/drawing/2014/main" id="{8840A287-AA7C-1164-424E-57005EFA7C0F}"/>
              </a:ext>
            </a:extLst>
          </p:cNvPr>
          <p:cNvSpPr>
            <a:spLocks noGrp="1"/>
          </p:cNvSpPr>
          <p:nvPr>
            <p:ph type="body" sz="quarter" idx="20"/>
          </p:nvPr>
        </p:nvSpPr>
        <p:spPr>
          <a:xfrm>
            <a:off x="8161927" y="1929600"/>
            <a:ext cx="370332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535AC138-46EC-3DA3-0F28-7B8889071F03}"/>
              </a:ext>
            </a:extLst>
          </p:cNvPr>
          <p:cNvSpPr>
            <a:spLocks noGrp="1"/>
          </p:cNvSpPr>
          <p:nvPr>
            <p:ph type="pic" sz="quarter" idx="21"/>
          </p:nvPr>
        </p:nvSpPr>
        <p:spPr>
          <a:xfrm>
            <a:off x="8031480" y="3429000"/>
            <a:ext cx="4160520" cy="34290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1542381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hree pictures &amp; text boxes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7E946-8B12-F6C2-90DD-0AEB05863D42}"/>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9F3F8FD4-F79F-BBCE-CDA8-C0C6B8FBE1CB}"/>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D806FA28-409D-CEEB-7D91-FE5023B00EAE}"/>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FABD96B3-34E7-65FF-456D-F32ACD9B16B9}"/>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B851678F-D8EB-2069-FF1C-22C7776FEEAE}"/>
              </a:ext>
            </a:extLst>
          </p:cNvPr>
          <p:cNvSpPr>
            <a:spLocks noGrp="1"/>
          </p:cNvSpPr>
          <p:nvPr>
            <p:ph type="body" sz="quarter" idx="14" hasCustomPrompt="1"/>
          </p:nvPr>
        </p:nvSpPr>
        <p:spPr>
          <a:xfrm>
            <a:off x="331789" y="1927224"/>
            <a:ext cx="2422044"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318DF5F0-616C-E1B2-F94F-A3892597809E}"/>
              </a:ext>
            </a:extLst>
          </p:cNvPr>
          <p:cNvSpPr>
            <a:spLocks noGrp="1"/>
          </p:cNvSpPr>
          <p:nvPr>
            <p:ph type="body" sz="quarter" idx="15"/>
          </p:nvPr>
        </p:nvSpPr>
        <p:spPr>
          <a:xfrm>
            <a:off x="3157728" y="5200200"/>
            <a:ext cx="2798064"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3E7CDFFF-4EB0-0A69-7997-7829DEA74BA3}"/>
              </a:ext>
            </a:extLst>
          </p:cNvPr>
          <p:cNvSpPr>
            <a:spLocks noGrp="1"/>
          </p:cNvSpPr>
          <p:nvPr>
            <p:ph type="pic" sz="quarter" idx="17"/>
          </p:nvPr>
        </p:nvSpPr>
        <p:spPr>
          <a:xfrm>
            <a:off x="3157728" y="1927224"/>
            <a:ext cx="2953512" cy="3136392"/>
          </a:xfrm>
        </p:spPr>
        <p:txBody>
          <a:bodyPr lIns="0" tIns="0" rIns="0" bIns="0"/>
          <a:lstStyle/>
          <a:p>
            <a:r>
              <a:rPr lang="en-US" noProof="0"/>
              <a:t>Click icon to add picture</a:t>
            </a:r>
            <a:endParaRPr lang="en-US"/>
          </a:p>
        </p:txBody>
      </p:sp>
      <p:sp>
        <p:nvSpPr>
          <p:cNvPr id="9" name="Text Placeholder 11">
            <a:extLst>
              <a:ext uri="{FF2B5EF4-FFF2-40B4-BE49-F238E27FC236}">
                <a16:creationId xmlns:a16="http://schemas.microsoft.com/office/drawing/2014/main" id="{7D38B606-5A94-1DF8-F564-D4E7BF675A24}"/>
              </a:ext>
            </a:extLst>
          </p:cNvPr>
          <p:cNvSpPr>
            <a:spLocks noGrp="1"/>
          </p:cNvSpPr>
          <p:nvPr>
            <p:ph type="body" sz="quarter" idx="18"/>
          </p:nvPr>
        </p:nvSpPr>
        <p:spPr>
          <a:xfrm>
            <a:off x="6111240" y="5200200"/>
            <a:ext cx="2798064"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Picture Placeholder 10">
            <a:extLst>
              <a:ext uri="{FF2B5EF4-FFF2-40B4-BE49-F238E27FC236}">
                <a16:creationId xmlns:a16="http://schemas.microsoft.com/office/drawing/2014/main" id="{92CFE117-420C-7B9E-ED0C-7CB8F248293D}"/>
              </a:ext>
            </a:extLst>
          </p:cNvPr>
          <p:cNvSpPr>
            <a:spLocks noGrp="1"/>
          </p:cNvSpPr>
          <p:nvPr>
            <p:ph type="pic" sz="quarter" idx="19"/>
          </p:nvPr>
        </p:nvSpPr>
        <p:spPr>
          <a:xfrm>
            <a:off x="6111240" y="1927224"/>
            <a:ext cx="2953512" cy="3136392"/>
          </a:xfrm>
        </p:spPr>
        <p:txBody>
          <a:bodyPr lIns="0" tIns="0" rIns="0" bIns="0"/>
          <a:lstStyle/>
          <a:p>
            <a:r>
              <a:rPr lang="en-US" noProof="0"/>
              <a:t>Click icon to add picture</a:t>
            </a:r>
            <a:endParaRPr lang="en-US"/>
          </a:p>
        </p:txBody>
      </p:sp>
      <p:sp>
        <p:nvSpPr>
          <p:cNvPr id="11" name="Text Placeholder 11">
            <a:extLst>
              <a:ext uri="{FF2B5EF4-FFF2-40B4-BE49-F238E27FC236}">
                <a16:creationId xmlns:a16="http://schemas.microsoft.com/office/drawing/2014/main" id="{C2C40EB7-4527-3CFA-2B47-3BD797257D9A}"/>
              </a:ext>
            </a:extLst>
          </p:cNvPr>
          <p:cNvSpPr>
            <a:spLocks noGrp="1"/>
          </p:cNvSpPr>
          <p:nvPr>
            <p:ph type="body" sz="quarter" idx="20"/>
          </p:nvPr>
        </p:nvSpPr>
        <p:spPr>
          <a:xfrm>
            <a:off x="9065324" y="5200200"/>
            <a:ext cx="2798064"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31BA7AFC-A49F-988B-82B3-3E768ED02F60}"/>
              </a:ext>
            </a:extLst>
          </p:cNvPr>
          <p:cNvSpPr>
            <a:spLocks noGrp="1"/>
          </p:cNvSpPr>
          <p:nvPr>
            <p:ph type="pic" sz="quarter" idx="21"/>
          </p:nvPr>
        </p:nvSpPr>
        <p:spPr>
          <a:xfrm>
            <a:off x="9065324" y="1927224"/>
            <a:ext cx="3127248" cy="3136392"/>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307148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hree pictures &amp; descri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291C9-4F13-1C53-0D29-8B4F95EDF8D7}"/>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D30F5A4D-86A4-3B8B-569A-BCFEABBBD580}"/>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C234DC91-C253-039A-84E0-3DF91790262B}"/>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0E4ECE1D-AD44-4D18-1B8E-9B3643EE0AE8}"/>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61CBEA37-4E6C-886E-5284-5170A3A140AB}"/>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81BE5845-D81D-D5A2-A0EC-9224C116F9CD}"/>
              </a:ext>
            </a:extLst>
          </p:cNvPr>
          <p:cNvSpPr>
            <a:spLocks noGrp="1"/>
          </p:cNvSpPr>
          <p:nvPr>
            <p:ph type="body" sz="quarter" idx="15"/>
          </p:nvPr>
        </p:nvSpPr>
        <p:spPr>
          <a:xfrm>
            <a:off x="9142414" y="1929600"/>
            <a:ext cx="2719586" cy="4027498"/>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3C6E0DDC-217A-6FF3-673A-BC0CBA8574FD}"/>
              </a:ext>
            </a:extLst>
          </p:cNvPr>
          <p:cNvSpPr>
            <a:spLocks noGrp="1"/>
          </p:cNvSpPr>
          <p:nvPr>
            <p:ph type="pic" sz="quarter" idx="17"/>
          </p:nvPr>
        </p:nvSpPr>
        <p:spPr>
          <a:xfrm>
            <a:off x="0" y="1929600"/>
            <a:ext cx="2971800" cy="4928400"/>
          </a:xfrm>
        </p:spPr>
        <p:txBody>
          <a:bodyPr lIns="0" tIns="0" rIns="0" bIns="0"/>
          <a:lstStyle/>
          <a:p>
            <a:r>
              <a:rPr lang="en-US" noProof="0"/>
              <a:t>Click icon to add picture</a:t>
            </a:r>
            <a:endParaRPr lang="en-US"/>
          </a:p>
        </p:txBody>
      </p:sp>
      <p:sp>
        <p:nvSpPr>
          <p:cNvPr id="9" name="Picture Placeholder 10">
            <a:extLst>
              <a:ext uri="{FF2B5EF4-FFF2-40B4-BE49-F238E27FC236}">
                <a16:creationId xmlns:a16="http://schemas.microsoft.com/office/drawing/2014/main" id="{0E6E7E98-2D75-359B-6735-0541241142AD}"/>
              </a:ext>
            </a:extLst>
          </p:cNvPr>
          <p:cNvSpPr>
            <a:spLocks noGrp="1"/>
          </p:cNvSpPr>
          <p:nvPr>
            <p:ph type="pic" sz="quarter" idx="19"/>
          </p:nvPr>
        </p:nvSpPr>
        <p:spPr>
          <a:xfrm>
            <a:off x="2974974" y="1929600"/>
            <a:ext cx="2971800" cy="4928400"/>
          </a:xfrm>
        </p:spPr>
        <p:txBody>
          <a:bodyPr lIns="0" tIns="0" rIns="0" bIns="0"/>
          <a:lstStyle/>
          <a:p>
            <a:r>
              <a:rPr lang="en-US" noProof="0"/>
              <a:t>Click icon to add picture</a:t>
            </a:r>
            <a:endParaRPr lang="en-US"/>
          </a:p>
        </p:txBody>
      </p:sp>
      <p:sp>
        <p:nvSpPr>
          <p:cNvPr id="10" name="Picture Placeholder 10">
            <a:extLst>
              <a:ext uri="{FF2B5EF4-FFF2-40B4-BE49-F238E27FC236}">
                <a16:creationId xmlns:a16="http://schemas.microsoft.com/office/drawing/2014/main" id="{685FBAA7-7315-D4AF-B4A4-84A3EA1B568A}"/>
              </a:ext>
            </a:extLst>
          </p:cNvPr>
          <p:cNvSpPr>
            <a:spLocks noGrp="1"/>
          </p:cNvSpPr>
          <p:nvPr>
            <p:ph type="pic" sz="quarter" idx="20"/>
          </p:nvPr>
        </p:nvSpPr>
        <p:spPr>
          <a:xfrm>
            <a:off x="5946773" y="1929600"/>
            <a:ext cx="2974975" cy="49284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1073139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Four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199" y="4068000"/>
            <a:ext cx="2721563"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199" y="1929600"/>
            <a:ext cx="2721563" cy="20160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3267450" y="4068000"/>
            <a:ext cx="2722563"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3267783" y="1929600"/>
            <a:ext cx="2721563" cy="2016000"/>
          </a:xfrm>
        </p:spPr>
        <p:txBody>
          <a:bodyPr lIns="0" tIns="0" rIns="0" bIns="0"/>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6204701" y="4068000"/>
            <a:ext cx="2721600"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6204367" y="1929600"/>
            <a:ext cx="2721600" cy="2016000"/>
          </a:xfrm>
        </p:spPr>
        <p:txBody>
          <a:bodyPr lIns="0" tIns="0" rIns="0" bIns="0"/>
          <a:lstStyle/>
          <a:p>
            <a:r>
              <a:rPr lang="en-US" noProof="0"/>
              <a:t>Click icon to add picture</a:t>
            </a:r>
            <a:endParaRPr lang="en-US"/>
          </a:p>
        </p:txBody>
      </p:sp>
      <p:sp>
        <p:nvSpPr>
          <p:cNvPr id="33" name="Text Placeholder 11">
            <a:extLst>
              <a:ext uri="{FF2B5EF4-FFF2-40B4-BE49-F238E27FC236}">
                <a16:creationId xmlns:a16="http://schemas.microsoft.com/office/drawing/2014/main" id="{932C5289-B8D0-4FEF-9F54-0D65EFD89201}"/>
              </a:ext>
            </a:extLst>
          </p:cNvPr>
          <p:cNvSpPr>
            <a:spLocks noGrp="1"/>
          </p:cNvSpPr>
          <p:nvPr>
            <p:ph type="body" sz="quarter" idx="22"/>
          </p:nvPr>
        </p:nvSpPr>
        <p:spPr>
          <a:xfrm>
            <a:off x="9140989" y="4068000"/>
            <a:ext cx="2721600" cy="1443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3859AA10-B672-4B0C-BC45-3E91ECF3EE17}"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5" name="Picture Placeholder 10">
            <a:extLst>
              <a:ext uri="{FF2B5EF4-FFF2-40B4-BE49-F238E27FC236}">
                <a16:creationId xmlns:a16="http://schemas.microsoft.com/office/drawing/2014/main" id="{CA4C3A35-E23E-4C15-8D67-07EFD5F941E0}"/>
              </a:ext>
            </a:extLst>
          </p:cNvPr>
          <p:cNvSpPr>
            <a:spLocks noGrp="1"/>
          </p:cNvSpPr>
          <p:nvPr>
            <p:ph type="pic" sz="quarter" idx="23"/>
          </p:nvPr>
        </p:nvSpPr>
        <p:spPr>
          <a:xfrm>
            <a:off x="9140989" y="1929600"/>
            <a:ext cx="2721600" cy="2016000"/>
          </a:xfrm>
        </p:spPr>
        <p:txBody>
          <a:bodyPr lIns="0" tIns="0" rIns="0" bIns="0"/>
          <a:lstStyle/>
          <a:p>
            <a:r>
              <a:rPr lang="en-US" noProof="0"/>
              <a:t>Click icon to add picture</a:t>
            </a:r>
            <a:endParaRPr lang="en-US"/>
          </a:p>
        </p:txBody>
      </p:sp>
      <p:sp>
        <p:nvSpPr>
          <p:cNvPr id="16" name="Text Placeholder 9">
            <a:extLst>
              <a:ext uri="{FF2B5EF4-FFF2-40B4-BE49-F238E27FC236}">
                <a16:creationId xmlns:a16="http://schemas.microsoft.com/office/drawing/2014/main" id="{CDAC575A-6618-4D58-8557-3418AC6A26F2}"/>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795520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Four pictures &amp; text boxes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6CA75-11C8-11F4-38F3-2C08D8F37BBC}"/>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DBCDB1A9-1F11-3834-3CC5-115B9C807FE7}"/>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C8FD58C4-DCD9-0E66-56A1-CE6ED3EA64C6}"/>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4DA99120-C446-1A6A-CBBD-494AB010395F}"/>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5108448B-C67F-F2DF-30B4-B614122A48C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71C9BBEE-C553-7B7B-8BCE-CE52618EAF08}"/>
              </a:ext>
            </a:extLst>
          </p:cNvPr>
          <p:cNvSpPr>
            <a:spLocks noGrp="1"/>
          </p:cNvSpPr>
          <p:nvPr>
            <p:ph type="body" sz="quarter" idx="15"/>
          </p:nvPr>
        </p:nvSpPr>
        <p:spPr>
          <a:xfrm>
            <a:off x="331199" y="1929600"/>
            <a:ext cx="269748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Text Placeholder 11">
            <a:extLst>
              <a:ext uri="{FF2B5EF4-FFF2-40B4-BE49-F238E27FC236}">
                <a16:creationId xmlns:a16="http://schemas.microsoft.com/office/drawing/2014/main" id="{A2C65CF7-B7D3-2FC8-2500-FC061D51272C}"/>
              </a:ext>
            </a:extLst>
          </p:cNvPr>
          <p:cNvSpPr>
            <a:spLocks noGrp="1"/>
          </p:cNvSpPr>
          <p:nvPr>
            <p:ph type="body" sz="quarter" idx="18"/>
          </p:nvPr>
        </p:nvSpPr>
        <p:spPr>
          <a:xfrm>
            <a:off x="3275639" y="1929600"/>
            <a:ext cx="269748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Text Placeholder 11">
            <a:extLst>
              <a:ext uri="{FF2B5EF4-FFF2-40B4-BE49-F238E27FC236}">
                <a16:creationId xmlns:a16="http://schemas.microsoft.com/office/drawing/2014/main" id="{32003C22-01A2-AB04-5FD8-C5EC97EE3572}"/>
              </a:ext>
            </a:extLst>
          </p:cNvPr>
          <p:cNvSpPr>
            <a:spLocks noGrp="1"/>
          </p:cNvSpPr>
          <p:nvPr>
            <p:ph type="body" sz="quarter" idx="20"/>
          </p:nvPr>
        </p:nvSpPr>
        <p:spPr>
          <a:xfrm>
            <a:off x="6220079" y="1929600"/>
            <a:ext cx="269748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Text Placeholder 11">
            <a:extLst>
              <a:ext uri="{FF2B5EF4-FFF2-40B4-BE49-F238E27FC236}">
                <a16:creationId xmlns:a16="http://schemas.microsoft.com/office/drawing/2014/main" id="{A5359350-17C7-BFC0-8597-500F5190AEE3}"/>
              </a:ext>
            </a:extLst>
          </p:cNvPr>
          <p:cNvSpPr>
            <a:spLocks noGrp="1"/>
          </p:cNvSpPr>
          <p:nvPr>
            <p:ph type="body" sz="quarter" idx="23"/>
          </p:nvPr>
        </p:nvSpPr>
        <p:spPr>
          <a:xfrm>
            <a:off x="9164520" y="1929600"/>
            <a:ext cx="2697480"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D5994943-1F91-799B-85DE-A327AF72E39E}"/>
              </a:ext>
            </a:extLst>
          </p:cNvPr>
          <p:cNvSpPr>
            <a:spLocks noGrp="1"/>
          </p:cNvSpPr>
          <p:nvPr>
            <p:ph type="pic" sz="quarter" idx="17"/>
          </p:nvPr>
        </p:nvSpPr>
        <p:spPr>
          <a:xfrm>
            <a:off x="0" y="3429000"/>
            <a:ext cx="3044952" cy="3429000"/>
          </a:xfrm>
        </p:spPr>
        <p:txBody>
          <a:bodyPr lIns="0" tIns="0" rIns="0" bIns="0"/>
          <a:lstStyle/>
          <a:p>
            <a:r>
              <a:rPr lang="en-US" noProof="0"/>
              <a:t>Click icon to add picture</a:t>
            </a:r>
            <a:endParaRPr lang="en-US"/>
          </a:p>
        </p:txBody>
      </p:sp>
      <p:sp>
        <p:nvSpPr>
          <p:cNvPr id="12" name="Picture Placeholder 10">
            <a:extLst>
              <a:ext uri="{FF2B5EF4-FFF2-40B4-BE49-F238E27FC236}">
                <a16:creationId xmlns:a16="http://schemas.microsoft.com/office/drawing/2014/main" id="{68FD9CCE-E850-F96A-DF0A-E3B3E6489BC8}"/>
              </a:ext>
            </a:extLst>
          </p:cNvPr>
          <p:cNvSpPr>
            <a:spLocks noGrp="1"/>
          </p:cNvSpPr>
          <p:nvPr>
            <p:ph type="pic" sz="quarter" idx="19"/>
          </p:nvPr>
        </p:nvSpPr>
        <p:spPr>
          <a:xfrm>
            <a:off x="3044952" y="3429000"/>
            <a:ext cx="3049016" cy="3429000"/>
          </a:xfrm>
        </p:spPr>
        <p:txBody>
          <a:bodyPr lIns="0" tIns="0" rIns="0" bIns="0"/>
          <a:lstStyle/>
          <a:p>
            <a:r>
              <a:rPr lang="en-US" noProof="0"/>
              <a:t>Click icon to add picture</a:t>
            </a:r>
            <a:endParaRPr lang="en-US"/>
          </a:p>
        </p:txBody>
      </p:sp>
      <p:sp>
        <p:nvSpPr>
          <p:cNvPr id="13" name="Picture Placeholder 10">
            <a:extLst>
              <a:ext uri="{FF2B5EF4-FFF2-40B4-BE49-F238E27FC236}">
                <a16:creationId xmlns:a16="http://schemas.microsoft.com/office/drawing/2014/main" id="{C433D109-B376-AD18-00A5-771EE1A4FE29}"/>
              </a:ext>
            </a:extLst>
          </p:cNvPr>
          <p:cNvSpPr>
            <a:spLocks noGrp="1"/>
          </p:cNvSpPr>
          <p:nvPr>
            <p:ph type="pic" sz="quarter" idx="21"/>
          </p:nvPr>
        </p:nvSpPr>
        <p:spPr>
          <a:xfrm>
            <a:off x="6089904" y="3429000"/>
            <a:ext cx="3053080" cy="3429000"/>
          </a:xfrm>
        </p:spPr>
        <p:txBody>
          <a:bodyPr lIns="0" tIns="0" rIns="0" bIns="0"/>
          <a:lstStyle/>
          <a:p>
            <a:r>
              <a:rPr lang="en-US" noProof="0"/>
              <a:t>Click icon to add picture</a:t>
            </a:r>
            <a:endParaRPr lang="en-US"/>
          </a:p>
        </p:txBody>
      </p:sp>
      <p:sp>
        <p:nvSpPr>
          <p:cNvPr id="14" name="Picture Placeholder 10">
            <a:extLst>
              <a:ext uri="{FF2B5EF4-FFF2-40B4-BE49-F238E27FC236}">
                <a16:creationId xmlns:a16="http://schemas.microsoft.com/office/drawing/2014/main" id="{DFAE2697-9921-CE23-3B66-375A974D4E68}"/>
              </a:ext>
            </a:extLst>
          </p:cNvPr>
          <p:cNvSpPr>
            <a:spLocks noGrp="1"/>
          </p:cNvSpPr>
          <p:nvPr>
            <p:ph type="pic" sz="quarter" idx="22"/>
          </p:nvPr>
        </p:nvSpPr>
        <p:spPr>
          <a:xfrm>
            <a:off x="9138920" y="3429000"/>
            <a:ext cx="3053080" cy="34290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3503827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Four pictures &amp; text boxes 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6B2EA-4B3F-F123-A5EA-87BE556C1422}"/>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C6094FE1-D6F0-664C-1D81-7E6AE61562A7}"/>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1A4F52C3-F04E-0FA2-F081-B85C7B5FD6A5}"/>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6287B60B-6009-E3A0-F457-0952015A79DA}"/>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795F8BFE-B93A-7D96-5C59-32383350099F}"/>
              </a:ext>
            </a:extLst>
          </p:cNvPr>
          <p:cNvSpPr>
            <a:spLocks noGrp="1"/>
          </p:cNvSpPr>
          <p:nvPr>
            <p:ph type="body" sz="quarter" idx="14" hasCustomPrompt="1"/>
          </p:nvPr>
        </p:nvSpPr>
        <p:spPr>
          <a:xfrm>
            <a:off x="331789" y="1927224"/>
            <a:ext cx="2422044"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5AC289A9-61FF-919C-A713-D96BEEF20F9B}"/>
              </a:ext>
            </a:extLst>
          </p:cNvPr>
          <p:cNvSpPr>
            <a:spLocks noGrp="1"/>
          </p:cNvSpPr>
          <p:nvPr>
            <p:ph type="body" sz="quarter" idx="15"/>
          </p:nvPr>
        </p:nvSpPr>
        <p:spPr>
          <a:xfrm>
            <a:off x="3157728" y="5200200"/>
            <a:ext cx="2075688"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Text Placeholder 11">
            <a:extLst>
              <a:ext uri="{FF2B5EF4-FFF2-40B4-BE49-F238E27FC236}">
                <a16:creationId xmlns:a16="http://schemas.microsoft.com/office/drawing/2014/main" id="{8703759B-37D5-9836-B8D4-7FAF1C471801}"/>
              </a:ext>
            </a:extLst>
          </p:cNvPr>
          <p:cNvSpPr>
            <a:spLocks noGrp="1"/>
          </p:cNvSpPr>
          <p:nvPr>
            <p:ph type="body" sz="quarter" idx="18"/>
          </p:nvPr>
        </p:nvSpPr>
        <p:spPr>
          <a:xfrm>
            <a:off x="5416296" y="5200200"/>
            <a:ext cx="2075688"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9" name="Text Placeholder 11">
            <a:extLst>
              <a:ext uri="{FF2B5EF4-FFF2-40B4-BE49-F238E27FC236}">
                <a16:creationId xmlns:a16="http://schemas.microsoft.com/office/drawing/2014/main" id="{419DF3DA-499C-CD92-64F9-D0F143511B85}"/>
              </a:ext>
            </a:extLst>
          </p:cNvPr>
          <p:cNvSpPr>
            <a:spLocks noGrp="1"/>
          </p:cNvSpPr>
          <p:nvPr>
            <p:ph type="body" sz="quarter" idx="20"/>
          </p:nvPr>
        </p:nvSpPr>
        <p:spPr>
          <a:xfrm>
            <a:off x="7674864" y="5200200"/>
            <a:ext cx="2075688"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0" name="Text Placeholder 11">
            <a:extLst>
              <a:ext uri="{FF2B5EF4-FFF2-40B4-BE49-F238E27FC236}">
                <a16:creationId xmlns:a16="http://schemas.microsoft.com/office/drawing/2014/main" id="{3DA574A4-7D8E-8CD5-863A-D1DD360E2A25}"/>
              </a:ext>
            </a:extLst>
          </p:cNvPr>
          <p:cNvSpPr>
            <a:spLocks noGrp="1"/>
          </p:cNvSpPr>
          <p:nvPr>
            <p:ph type="body" sz="quarter" idx="23"/>
          </p:nvPr>
        </p:nvSpPr>
        <p:spPr>
          <a:xfrm>
            <a:off x="9933432" y="5200200"/>
            <a:ext cx="2075688" cy="11430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D6D82625-D560-1802-3C1E-8DAFEA0ACC62}"/>
              </a:ext>
            </a:extLst>
          </p:cNvPr>
          <p:cNvSpPr>
            <a:spLocks noGrp="1"/>
          </p:cNvSpPr>
          <p:nvPr>
            <p:ph type="pic" sz="quarter" idx="17"/>
          </p:nvPr>
        </p:nvSpPr>
        <p:spPr>
          <a:xfrm>
            <a:off x="3157728" y="1927224"/>
            <a:ext cx="2258568" cy="3136392"/>
          </a:xfrm>
        </p:spPr>
        <p:txBody>
          <a:bodyPr lIns="0" tIns="0" rIns="0" bIns="0"/>
          <a:lstStyle/>
          <a:p>
            <a:r>
              <a:rPr lang="en-US" noProof="0"/>
              <a:t>Click icon to add picture</a:t>
            </a:r>
            <a:endParaRPr lang="en-US"/>
          </a:p>
        </p:txBody>
      </p:sp>
      <p:sp>
        <p:nvSpPr>
          <p:cNvPr id="12" name="Picture Placeholder 10">
            <a:extLst>
              <a:ext uri="{FF2B5EF4-FFF2-40B4-BE49-F238E27FC236}">
                <a16:creationId xmlns:a16="http://schemas.microsoft.com/office/drawing/2014/main" id="{364D5035-9BCE-CFCE-AD2E-00B8AA8ACAAF}"/>
              </a:ext>
            </a:extLst>
          </p:cNvPr>
          <p:cNvSpPr>
            <a:spLocks noGrp="1"/>
          </p:cNvSpPr>
          <p:nvPr>
            <p:ph type="pic" sz="quarter" idx="19"/>
          </p:nvPr>
        </p:nvSpPr>
        <p:spPr>
          <a:xfrm>
            <a:off x="5416296" y="1927224"/>
            <a:ext cx="2258568" cy="3136392"/>
          </a:xfrm>
        </p:spPr>
        <p:txBody>
          <a:bodyPr lIns="0" tIns="0" rIns="0" bIns="0"/>
          <a:lstStyle/>
          <a:p>
            <a:r>
              <a:rPr lang="en-US" noProof="0"/>
              <a:t>Click icon to add picture</a:t>
            </a:r>
            <a:endParaRPr lang="en-US"/>
          </a:p>
        </p:txBody>
      </p:sp>
      <p:sp>
        <p:nvSpPr>
          <p:cNvPr id="13" name="Picture Placeholder 10">
            <a:extLst>
              <a:ext uri="{FF2B5EF4-FFF2-40B4-BE49-F238E27FC236}">
                <a16:creationId xmlns:a16="http://schemas.microsoft.com/office/drawing/2014/main" id="{21761756-C013-C4EE-F768-37ECCBD621F4}"/>
              </a:ext>
            </a:extLst>
          </p:cNvPr>
          <p:cNvSpPr>
            <a:spLocks noGrp="1"/>
          </p:cNvSpPr>
          <p:nvPr>
            <p:ph type="pic" sz="quarter" idx="21"/>
          </p:nvPr>
        </p:nvSpPr>
        <p:spPr>
          <a:xfrm>
            <a:off x="7674864" y="1927224"/>
            <a:ext cx="2258568" cy="3136392"/>
          </a:xfrm>
        </p:spPr>
        <p:txBody>
          <a:bodyPr lIns="0" tIns="0" rIns="0" bIns="0"/>
          <a:lstStyle/>
          <a:p>
            <a:r>
              <a:rPr lang="en-US" noProof="0"/>
              <a:t>Click icon to add picture</a:t>
            </a:r>
            <a:endParaRPr lang="en-US"/>
          </a:p>
        </p:txBody>
      </p:sp>
      <p:sp>
        <p:nvSpPr>
          <p:cNvPr id="14" name="Picture Placeholder 10">
            <a:extLst>
              <a:ext uri="{FF2B5EF4-FFF2-40B4-BE49-F238E27FC236}">
                <a16:creationId xmlns:a16="http://schemas.microsoft.com/office/drawing/2014/main" id="{5BFCC3D5-8804-66D5-4DB5-132AD07EBE7E}"/>
              </a:ext>
            </a:extLst>
          </p:cNvPr>
          <p:cNvSpPr>
            <a:spLocks noGrp="1"/>
          </p:cNvSpPr>
          <p:nvPr>
            <p:ph type="pic" sz="quarter" idx="22"/>
          </p:nvPr>
        </p:nvSpPr>
        <p:spPr>
          <a:xfrm>
            <a:off x="9933432" y="1927224"/>
            <a:ext cx="2258568" cy="3136392"/>
          </a:xfrm>
        </p:spPr>
        <p:txBody>
          <a:bodyPr lIns="0" tIns="0" rIns="0" bIns="0"/>
          <a:lstStyle/>
          <a:p>
            <a:r>
              <a:rPr lang="en-US" noProof="0"/>
              <a:t>Click icon to add picture</a:t>
            </a:r>
            <a:endParaRPr lang="en-US"/>
          </a:p>
        </p:txBody>
      </p:sp>
      <p:sp>
        <p:nvSpPr>
          <p:cNvPr id="15" name="Rectangle 14">
            <a:extLst>
              <a:ext uri="{FF2B5EF4-FFF2-40B4-BE49-F238E27FC236}">
                <a16:creationId xmlns:a16="http://schemas.microsoft.com/office/drawing/2014/main" id="{2B31B83E-AAD2-911A-66C8-65DCB68B6C6F}"/>
              </a:ext>
            </a:extLst>
          </p:cNvPr>
          <p:cNvSpPr/>
          <p:nvPr userDrawn="1"/>
        </p:nvSpPr>
        <p:spPr bwMode="gray">
          <a:xfrm>
            <a:off x="11286067" y="6343200"/>
            <a:ext cx="575733" cy="3878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pic>
        <p:nvPicPr>
          <p:cNvPr id="16" name="Picture 15" descr="A black and white logo&#10;&#10;AI-generated content may be incorrect.">
            <a:extLst>
              <a:ext uri="{FF2B5EF4-FFF2-40B4-BE49-F238E27FC236}">
                <a16:creationId xmlns:a16="http://schemas.microsoft.com/office/drawing/2014/main" id="{4C955341-3901-B152-B31E-6378E955A110}"/>
              </a:ext>
            </a:extLst>
          </p:cNvPr>
          <p:cNvPicPr>
            <a:picLocks noChangeAspect="1"/>
          </p:cNvPicPr>
          <p:nvPr userDrawn="1"/>
        </p:nvPicPr>
        <p:blipFill>
          <a:blip r:embed="rId2"/>
          <a:stretch>
            <a:fillRect/>
          </a:stretch>
        </p:blipFill>
        <p:spPr>
          <a:xfrm>
            <a:off x="10727267" y="6382588"/>
            <a:ext cx="1244600" cy="238023"/>
          </a:xfrm>
          <a:prstGeom prst="rect">
            <a:avLst/>
          </a:prstGeom>
        </p:spPr>
      </p:pic>
    </p:spTree>
    <p:extLst>
      <p:ext uri="{BB962C8B-B14F-4D97-AF65-F5344CB8AC3E}">
        <p14:creationId xmlns:p14="http://schemas.microsoft.com/office/powerpoint/2010/main" val="2399777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Four pictures &amp; descri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158D2-BF02-6D8B-2657-4F55E807A0B2}"/>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16BEC0D6-C6CD-BB72-C1C4-E1ADE6242C51}"/>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397CBE13-14D5-CB74-CC1E-C80A25B02F9C}"/>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7F74D404-DD89-52F0-D4F0-7F32CBF141AF}"/>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
        <p:nvSpPr>
          <p:cNvPr id="6" name="Text Placeholder 9">
            <a:extLst>
              <a:ext uri="{FF2B5EF4-FFF2-40B4-BE49-F238E27FC236}">
                <a16:creationId xmlns:a16="http://schemas.microsoft.com/office/drawing/2014/main" id="{C8615787-F3A0-0D1E-1BE7-5F204902FB28}"/>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7" name="Text Placeholder 11">
            <a:extLst>
              <a:ext uri="{FF2B5EF4-FFF2-40B4-BE49-F238E27FC236}">
                <a16:creationId xmlns:a16="http://schemas.microsoft.com/office/drawing/2014/main" id="{3E5107EE-359F-C30C-11D7-75EB465A9948}"/>
              </a:ext>
            </a:extLst>
          </p:cNvPr>
          <p:cNvSpPr>
            <a:spLocks noGrp="1"/>
          </p:cNvSpPr>
          <p:nvPr>
            <p:ph type="body" sz="quarter" idx="15"/>
          </p:nvPr>
        </p:nvSpPr>
        <p:spPr>
          <a:xfrm>
            <a:off x="9142414" y="1929600"/>
            <a:ext cx="2719586" cy="4027498"/>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Picture Placeholder 10">
            <a:extLst>
              <a:ext uri="{FF2B5EF4-FFF2-40B4-BE49-F238E27FC236}">
                <a16:creationId xmlns:a16="http://schemas.microsoft.com/office/drawing/2014/main" id="{F7498406-CA9D-4715-8256-91CC499394C4}"/>
              </a:ext>
            </a:extLst>
          </p:cNvPr>
          <p:cNvSpPr>
            <a:spLocks noGrp="1"/>
          </p:cNvSpPr>
          <p:nvPr>
            <p:ph type="pic" sz="quarter" idx="17"/>
          </p:nvPr>
        </p:nvSpPr>
        <p:spPr>
          <a:xfrm>
            <a:off x="0" y="1929600"/>
            <a:ext cx="2231136" cy="4928400"/>
          </a:xfrm>
        </p:spPr>
        <p:txBody>
          <a:bodyPr lIns="0" tIns="0" rIns="0" bIns="0"/>
          <a:lstStyle/>
          <a:p>
            <a:r>
              <a:rPr lang="en-US" noProof="0"/>
              <a:t>Click icon to add picture</a:t>
            </a:r>
            <a:endParaRPr lang="en-US"/>
          </a:p>
        </p:txBody>
      </p:sp>
      <p:sp>
        <p:nvSpPr>
          <p:cNvPr id="9" name="Picture Placeholder 10">
            <a:extLst>
              <a:ext uri="{FF2B5EF4-FFF2-40B4-BE49-F238E27FC236}">
                <a16:creationId xmlns:a16="http://schemas.microsoft.com/office/drawing/2014/main" id="{457DC084-6F55-89FB-825F-1C007616A43D}"/>
              </a:ext>
            </a:extLst>
          </p:cNvPr>
          <p:cNvSpPr>
            <a:spLocks noGrp="1"/>
          </p:cNvSpPr>
          <p:nvPr>
            <p:ph type="pic" sz="quarter" idx="19"/>
          </p:nvPr>
        </p:nvSpPr>
        <p:spPr>
          <a:xfrm>
            <a:off x="2224802" y="1929600"/>
            <a:ext cx="2231136" cy="4928400"/>
          </a:xfrm>
        </p:spPr>
        <p:txBody>
          <a:bodyPr lIns="0" tIns="0" rIns="0" bIns="0"/>
          <a:lstStyle/>
          <a:p>
            <a:r>
              <a:rPr lang="en-US" noProof="0"/>
              <a:t>Click icon to add picture</a:t>
            </a:r>
            <a:endParaRPr lang="en-US"/>
          </a:p>
        </p:txBody>
      </p:sp>
      <p:sp>
        <p:nvSpPr>
          <p:cNvPr id="10" name="Picture Placeholder 10">
            <a:extLst>
              <a:ext uri="{FF2B5EF4-FFF2-40B4-BE49-F238E27FC236}">
                <a16:creationId xmlns:a16="http://schemas.microsoft.com/office/drawing/2014/main" id="{A655AB4A-A301-3405-82C2-A760925DD14D}"/>
              </a:ext>
            </a:extLst>
          </p:cNvPr>
          <p:cNvSpPr>
            <a:spLocks noGrp="1"/>
          </p:cNvSpPr>
          <p:nvPr>
            <p:ph type="pic" sz="quarter" idx="20"/>
          </p:nvPr>
        </p:nvSpPr>
        <p:spPr>
          <a:xfrm>
            <a:off x="4449604" y="1929600"/>
            <a:ext cx="2231136" cy="4928400"/>
          </a:xfrm>
        </p:spPr>
        <p:txBody>
          <a:bodyPr lIns="0" tIns="0" rIns="0" bIns="0"/>
          <a:lstStyle/>
          <a:p>
            <a:r>
              <a:rPr lang="en-US" noProof="0"/>
              <a:t>Click icon to add picture</a:t>
            </a:r>
            <a:endParaRPr lang="en-US"/>
          </a:p>
        </p:txBody>
      </p:sp>
      <p:sp>
        <p:nvSpPr>
          <p:cNvPr id="11" name="Picture Placeholder 10">
            <a:extLst>
              <a:ext uri="{FF2B5EF4-FFF2-40B4-BE49-F238E27FC236}">
                <a16:creationId xmlns:a16="http://schemas.microsoft.com/office/drawing/2014/main" id="{50C040CA-2BE0-9525-9398-7E45552B40D5}"/>
              </a:ext>
            </a:extLst>
          </p:cNvPr>
          <p:cNvSpPr>
            <a:spLocks noGrp="1"/>
          </p:cNvSpPr>
          <p:nvPr>
            <p:ph type="pic" sz="quarter" idx="21"/>
          </p:nvPr>
        </p:nvSpPr>
        <p:spPr>
          <a:xfrm>
            <a:off x="6674406" y="1929600"/>
            <a:ext cx="2231136" cy="4928400"/>
          </a:xfrm>
        </p:spPr>
        <p:txBody>
          <a:bodyPr lIns="0" tIns="0" rIns="0" bIns="0"/>
          <a:lstStyle/>
          <a:p>
            <a:r>
              <a:rPr lang="en-US" noProof="0"/>
              <a:t>Click icon to add picture</a:t>
            </a:r>
            <a:endParaRPr lang="en-US"/>
          </a:p>
        </p:txBody>
      </p:sp>
    </p:spTree>
    <p:extLst>
      <p:ext uri="{BB962C8B-B14F-4D97-AF65-F5344CB8AC3E}">
        <p14:creationId xmlns:p14="http://schemas.microsoft.com/office/powerpoint/2010/main" val="392121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Five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199" y="1929600"/>
            <a:ext cx="2134799" cy="15588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2680347"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2680346" y="1929600"/>
            <a:ext cx="2134800" cy="1558800"/>
          </a:xfrm>
        </p:spPr>
        <p:txBody>
          <a:bodyPr lIns="0" tIns="0" rIns="0" bIns="0"/>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5029494"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5029494" y="1929600"/>
            <a:ext cx="2134800" cy="1558800"/>
          </a:xfrm>
        </p:spPr>
        <p:txBody>
          <a:bodyPr lIns="0" tIns="0" rIns="0" bIns="0"/>
          <a:lstStyle/>
          <a:p>
            <a:r>
              <a:rPr lang="en-US" noProof="0"/>
              <a:t>Click icon to add picture</a:t>
            </a:r>
            <a:endParaRPr lang="en-US"/>
          </a:p>
        </p:txBody>
      </p:sp>
      <p:sp>
        <p:nvSpPr>
          <p:cNvPr id="33" name="Text Placeholder 11">
            <a:extLst>
              <a:ext uri="{FF2B5EF4-FFF2-40B4-BE49-F238E27FC236}">
                <a16:creationId xmlns:a16="http://schemas.microsoft.com/office/drawing/2014/main" id="{932C5289-B8D0-4FEF-9F54-0D65EFD89201}"/>
              </a:ext>
            </a:extLst>
          </p:cNvPr>
          <p:cNvSpPr>
            <a:spLocks noGrp="1"/>
          </p:cNvSpPr>
          <p:nvPr>
            <p:ph type="body" sz="quarter" idx="22"/>
          </p:nvPr>
        </p:nvSpPr>
        <p:spPr>
          <a:xfrm>
            <a:off x="7378641"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CA4C3A35-E23E-4C15-8D67-07EFD5F941E0}"/>
              </a:ext>
            </a:extLst>
          </p:cNvPr>
          <p:cNvSpPr>
            <a:spLocks noGrp="1"/>
          </p:cNvSpPr>
          <p:nvPr>
            <p:ph type="pic" sz="quarter" idx="23"/>
          </p:nvPr>
        </p:nvSpPr>
        <p:spPr>
          <a:xfrm>
            <a:off x="7378642" y="1929600"/>
            <a:ext cx="2134800" cy="1558800"/>
          </a:xfrm>
        </p:spPr>
        <p:txBody>
          <a:bodyPr lIns="0" tIns="0" rIns="0" bIns="0"/>
          <a:lstStyle/>
          <a:p>
            <a:r>
              <a:rPr lang="en-US" noProof="0"/>
              <a:t>Click icon to add picture</a:t>
            </a:r>
            <a:endParaRPr lang="en-US"/>
          </a:p>
        </p:txBody>
      </p:sp>
      <p:sp>
        <p:nvSpPr>
          <p:cNvPr id="34" name="Text Placeholder 11">
            <a:extLst>
              <a:ext uri="{FF2B5EF4-FFF2-40B4-BE49-F238E27FC236}">
                <a16:creationId xmlns:a16="http://schemas.microsoft.com/office/drawing/2014/main" id="{AF557D37-8C58-45BB-BCD2-B899758EECF1}"/>
              </a:ext>
            </a:extLst>
          </p:cNvPr>
          <p:cNvSpPr>
            <a:spLocks noGrp="1"/>
          </p:cNvSpPr>
          <p:nvPr>
            <p:ph type="body" sz="quarter" idx="24"/>
          </p:nvPr>
        </p:nvSpPr>
        <p:spPr>
          <a:xfrm>
            <a:off x="9727789" y="3610800"/>
            <a:ext cx="2134800" cy="1897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F8CD4778-A113-4B3E-BE85-4C38827792B4}"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6" name="Picture Placeholder 10">
            <a:extLst>
              <a:ext uri="{FF2B5EF4-FFF2-40B4-BE49-F238E27FC236}">
                <a16:creationId xmlns:a16="http://schemas.microsoft.com/office/drawing/2014/main" id="{EF28028A-6874-45E0-BC8D-8A1F2FBBA251}"/>
              </a:ext>
            </a:extLst>
          </p:cNvPr>
          <p:cNvSpPr>
            <a:spLocks noGrp="1"/>
          </p:cNvSpPr>
          <p:nvPr>
            <p:ph type="pic" sz="quarter" idx="25"/>
          </p:nvPr>
        </p:nvSpPr>
        <p:spPr>
          <a:xfrm>
            <a:off x="9727789" y="1929600"/>
            <a:ext cx="2134800" cy="1558800"/>
          </a:xfrm>
        </p:spPr>
        <p:txBody>
          <a:bodyPr/>
          <a:lstStyle/>
          <a:p>
            <a:r>
              <a:rPr lang="en-US" noProof="0"/>
              <a:t>Click icon to add picture</a:t>
            </a:r>
            <a:endParaRPr lang="en-US"/>
          </a:p>
        </p:txBody>
      </p:sp>
      <p:sp>
        <p:nvSpPr>
          <p:cNvPr id="18" name="Text Placeholder 9">
            <a:extLst>
              <a:ext uri="{FF2B5EF4-FFF2-40B4-BE49-F238E27FC236}">
                <a16:creationId xmlns:a16="http://schemas.microsoft.com/office/drawing/2014/main" id="{731086D8-E45A-41ED-AC3B-AE44C8249062}"/>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00817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Six pictures &amp;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331200" y="1929600"/>
            <a:ext cx="1742400" cy="1224000"/>
          </a:xfrm>
        </p:spPr>
        <p:txBody>
          <a:bodyPr lIns="0" tIns="0" rIns="0" bIns="0"/>
          <a:lstStyle/>
          <a:p>
            <a:r>
              <a:rPr lang="en-US" noProof="0"/>
              <a:t>Click icon to add picture</a:t>
            </a:r>
            <a:endParaRPr lang="en-US"/>
          </a:p>
        </p:txBody>
      </p:sp>
      <p:sp>
        <p:nvSpPr>
          <p:cNvPr id="31" name="Text Placeholder 11">
            <a:extLst>
              <a:ext uri="{FF2B5EF4-FFF2-40B4-BE49-F238E27FC236}">
                <a16:creationId xmlns:a16="http://schemas.microsoft.com/office/drawing/2014/main" id="{6A070371-E7DC-4C2B-BB60-219E2F6D1CEA}"/>
              </a:ext>
            </a:extLst>
          </p:cNvPr>
          <p:cNvSpPr>
            <a:spLocks noGrp="1"/>
          </p:cNvSpPr>
          <p:nvPr>
            <p:ph type="body" sz="quarter" idx="18"/>
          </p:nvPr>
        </p:nvSpPr>
        <p:spPr>
          <a:xfrm>
            <a:off x="2288998"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EFAE11EA-B7EE-4605-AC20-DF5266E57D1B}"/>
              </a:ext>
            </a:extLst>
          </p:cNvPr>
          <p:cNvSpPr>
            <a:spLocks noGrp="1"/>
          </p:cNvSpPr>
          <p:nvPr>
            <p:ph type="pic" sz="quarter" idx="19"/>
          </p:nvPr>
        </p:nvSpPr>
        <p:spPr>
          <a:xfrm>
            <a:off x="2288998" y="1929600"/>
            <a:ext cx="1742400" cy="1224000"/>
          </a:xfrm>
        </p:spPr>
        <p:txBody>
          <a:bodyPr/>
          <a:lstStyle/>
          <a:p>
            <a:r>
              <a:rPr lang="en-US" noProof="0"/>
              <a:t>Click icon to add picture</a:t>
            </a:r>
            <a:endParaRPr lang="en-US"/>
          </a:p>
        </p:txBody>
      </p:sp>
      <p:sp>
        <p:nvSpPr>
          <p:cNvPr id="32" name="Text Placeholder 11">
            <a:extLst>
              <a:ext uri="{FF2B5EF4-FFF2-40B4-BE49-F238E27FC236}">
                <a16:creationId xmlns:a16="http://schemas.microsoft.com/office/drawing/2014/main" id="{16AF0EBF-62A4-42DC-9C7E-514C93CDDDF4}"/>
              </a:ext>
            </a:extLst>
          </p:cNvPr>
          <p:cNvSpPr>
            <a:spLocks noGrp="1"/>
          </p:cNvSpPr>
          <p:nvPr>
            <p:ph type="body" sz="quarter" idx="20"/>
          </p:nvPr>
        </p:nvSpPr>
        <p:spPr>
          <a:xfrm>
            <a:off x="4246796"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75C67401-BB72-41AA-A861-52013F7781F0}"/>
              </a:ext>
            </a:extLst>
          </p:cNvPr>
          <p:cNvSpPr>
            <a:spLocks noGrp="1"/>
          </p:cNvSpPr>
          <p:nvPr>
            <p:ph type="pic" sz="quarter" idx="21"/>
          </p:nvPr>
        </p:nvSpPr>
        <p:spPr>
          <a:xfrm>
            <a:off x="4246796" y="1929600"/>
            <a:ext cx="1742400" cy="1224000"/>
          </a:xfrm>
        </p:spPr>
        <p:txBody>
          <a:bodyPr lIns="0" tIns="0" rIns="0" bIns="0"/>
          <a:lstStyle/>
          <a:p>
            <a:r>
              <a:rPr lang="en-US" noProof="0"/>
              <a:t>Click icon to add picture</a:t>
            </a:r>
            <a:endParaRPr lang="en-US"/>
          </a:p>
        </p:txBody>
      </p:sp>
      <p:sp>
        <p:nvSpPr>
          <p:cNvPr id="33" name="Text Placeholder 11">
            <a:extLst>
              <a:ext uri="{FF2B5EF4-FFF2-40B4-BE49-F238E27FC236}">
                <a16:creationId xmlns:a16="http://schemas.microsoft.com/office/drawing/2014/main" id="{932C5289-B8D0-4FEF-9F54-0D65EFD89201}"/>
              </a:ext>
            </a:extLst>
          </p:cNvPr>
          <p:cNvSpPr>
            <a:spLocks noGrp="1"/>
          </p:cNvSpPr>
          <p:nvPr>
            <p:ph type="body" sz="quarter" idx="22"/>
          </p:nvPr>
        </p:nvSpPr>
        <p:spPr>
          <a:xfrm>
            <a:off x="6204594"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CA4C3A35-E23E-4C15-8D67-07EFD5F941E0}"/>
              </a:ext>
            </a:extLst>
          </p:cNvPr>
          <p:cNvSpPr>
            <a:spLocks noGrp="1"/>
          </p:cNvSpPr>
          <p:nvPr>
            <p:ph type="pic" sz="quarter" idx="23"/>
          </p:nvPr>
        </p:nvSpPr>
        <p:spPr>
          <a:xfrm>
            <a:off x="6204594" y="1929600"/>
            <a:ext cx="1742400" cy="1224000"/>
          </a:xfrm>
        </p:spPr>
        <p:txBody>
          <a:bodyPr/>
          <a:lstStyle/>
          <a:p>
            <a:r>
              <a:rPr lang="en-US" noProof="0"/>
              <a:t>Click icon to add picture</a:t>
            </a:r>
            <a:endParaRPr lang="en-US"/>
          </a:p>
        </p:txBody>
      </p:sp>
      <p:sp>
        <p:nvSpPr>
          <p:cNvPr id="34" name="Text Placeholder 11">
            <a:extLst>
              <a:ext uri="{FF2B5EF4-FFF2-40B4-BE49-F238E27FC236}">
                <a16:creationId xmlns:a16="http://schemas.microsoft.com/office/drawing/2014/main" id="{AF557D37-8C58-45BB-BCD2-B899758EECF1}"/>
              </a:ext>
            </a:extLst>
          </p:cNvPr>
          <p:cNvSpPr>
            <a:spLocks noGrp="1"/>
          </p:cNvSpPr>
          <p:nvPr>
            <p:ph type="body" sz="quarter" idx="24"/>
          </p:nvPr>
        </p:nvSpPr>
        <p:spPr>
          <a:xfrm>
            <a:off x="8162392"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Picture Placeholder 10">
            <a:extLst>
              <a:ext uri="{FF2B5EF4-FFF2-40B4-BE49-F238E27FC236}">
                <a16:creationId xmlns:a16="http://schemas.microsoft.com/office/drawing/2014/main" id="{EF28028A-6874-45E0-BC8D-8A1F2FBBA251}"/>
              </a:ext>
            </a:extLst>
          </p:cNvPr>
          <p:cNvSpPr>
            <a:spLocks noGrp="1"/>
          </p:cNvSpPr>
          <p:nvPr>
            <p:ph type="pic" sz="quarter" idx="25"/>
          </p:nvPr>
        </p:nvSpPr>
        <p:spPr>
          <a:xfrm>
            <a:off x="8162392" y="1929600"/>
            <a:ext cx="1742400" cy="1224000"/>
          </a:xfrm>
        </p:spPr>
        <p:txBody>
          <a:bodyPr lIns="0" tIns="0" rIns="0" bIns="0"/>
          <a:lstStyle/>
          <a:p>
            <a:r>
              <a:rPr lang="en-US" noProof="0"/>
              <a:t>Click icon to add picture</a:t>
            </a:r>
            <a:endParaRPr lang="en-US"/>
          </a:p>
        </p:txBody>
      </p:sp>
      <p:sp>
        <p:nvSpPr>
          <p:cNvPr id="35" name="Text Placeholder 11">
            <a:extLst>
              <a:ext uri="{FF2B5EF4-FFF2-40B4-BE49-F238E27FC236}">
                <a16:creationId xmlns:a16="http://schemas.microsoft.com/office/drawing/2014/main" id="{620D32C3-A646-46A3-A89B-D8B54CCB2006}"/>
              </a:ext>
            </a:extLst>
          </p:cNvPr>
          <p:cNvSpPr>
            <a:spLocks noGrp="1"/>
          </p:cNvSpPr>
          <p:nvPr>
            <p:ph type="body" sz="quarter" idx="26"/>
          </p:nvPr>
        </p:nvSpPr>
        <p:spPr>
          <a:xfrm>
            <a:off x="10120189" y="3276000"/>
            <a:ext cx="1742400" cy="2232000"/>
          </a:xfrm>
        </p:spPr>
        <p:txBody>
          <a:bodyPr lIns="0" tIns="0" rIns="0" bIns="0"/>
          <a:lstStyle>
            <a:lvl1pPr>
              <a:defRPr sz="1200" b="0">
                <a:latin typeface="+mn-lt"/>
                <a:ea typeface="ABBvoice Light" panose="020D0403020503020204" pitchFamily="34" charset="0"/>
                <a:cs typeface="ABBvoice Light" panose="020D0403020503020204" pitchFamily="34" charset="0"/>
              </a:defRPr>
            </a:lvl1pPr>
            <a:lvl2pPr>
              <a:defRPr sz="1200" b="0">
                <a:latin typeface="+mn-lt"/>
                <a:ea typeface="ABBvoice Light" panose="020D0403020503020204" pitchFamily="34" charset="0"/>
                <a:cs typeface="ABBvoice Light" panose="020D0403020503020204" pitchFamily="34" charset="0"/>
              </a:defRPr>
            </a:lvl2pPr>
            <a:lvl3pPr>
              <a:defRPr sz="1200" b="0">
                <a:latin typeface="+mn-lt"/>
                <a:ea typeface="ABBvoice Light" panose="020D0403020503020204" pitchFamily="34" charset="0"/>
                <a:cs typeface="ABBvoice Light" panose="020D0403020503020204" pitchFamily="34" charset="0"/>
              </a:defRPr>
            </a:lvl3pPr>
            <a:lvl4pPr>
              <a:defRPr sz="1200" b="0">
                <a:latin typeface="+mn-lt"/>
                <a:ea typeface="ABBvoice Light" panose="020D0403020503020204" pitchFamily="34" charset="0"/>
                <a:cs typeface="ABBvoice Light" panose="020D0403020503020204" pitchFamily="34" charset="0"/>
              </a:defRPr>
            </a:lvl4pPr>
            <a:lvl5pPr>
              <a:defRPr sz="12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4E2AFF6-F61C-424F-AD48-E5E504B17376}"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7" name="Picture Placeholder 10">
            <a:extLst>
              <a:ext uri="{FF2B5EF4-FFF2-40B4-BE49-F238E27FC236}">
                <a16:creationId xmlns:a16="http://schemas.microsoft.com/office/drawing/2014/main" id="{AF50D2F7-148B-415F-9691-B8FFA28455D4}"/>
              </a:ext>
            </a:extLst>
          </p:cNvPr>
          <p:cNvSpPr>
            <a:spLocks noGrp="1"/>
          </p:cNvSpPr>
          <p:nvPr>
            <p:ph type="pic" sz="quarter" idx="27"/>
          </p:nvPr>
        </p:nvSpPr>
        <p:spPr>
          <a:xfrm>
            <a:off x="10120189" y="1929600"/>
            <a:ext cx="1742400" cy="1224000"/>
          </a:xfrm>
        </p:spPr>
        <p:txBody>
          <a:bodyPr lIns="0" tIns="0" rIns="0" bIns="0"/>
          <a:lstStyle/>
          <a:p>
            <a:r>
              <a:rPr lang="en-US" noProof="0"/>
              <a:t>Click icon to add picture</a:t>
            </a:r>
            <a:endParaRPr lang="en-US"/>
          </a:p>
        </p:txBody>
      </p:sp>
      <p:sp>
        <p:nvSpPr>
          <p:cNvPr id="20" name="Text Placeholder 9">
            <a:extLst>
              <a:ext uri="{FF2B5EF4-FFF2-40B4-BE49-F238E27FC236}">
                <a16:creationId xmlns:a16="http://schemas.microsoft.com/office/drawing/2014/main" id="{D760D6FD-6CAE-4F90-B86F-38E9400A0AC3}"/>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66676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Content &amp; nine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4896438"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4895849"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p:nvPr>
        </p:nvSpPr>
        <p:spPr>
          <a:xfrm>
            <a:off x="6205538" y="279205"/>
            <a:ext cx="1834650" cy="1686395"/>
          </a:xfrm>
        </p:spPr>
        <p:txBody>
          <a:bodyPr lIns="0" tIns="0" rIns="0" bIns="0"/>
          <a:lstStyle/>
          <a:p>
            <a:r>
              <a:rPr lang="en-US" noProof="0"/>
              <a:t>Click icon to add picture</a:t>
            </a:r>
            <a:endParaRPr lang="en-US"/>
          </a:p>
        </p:txBody>
      </p:sp>
      <p:sp>
        <p:nvSpPr>
          <p:cNvPr id="12" name="Picture Placeholder 10">
            <a:extLst>
              <a:ext uri="{FF2B5EF4-FFF2-40B4-BE49-F238E27FC236}">
                <a16:creationId xmlns:a16="http://schemas.microsoft.com/office/drawing/2014/main" id="{59548B43-B5A0-4273-B56B-10B599F0056D}"/>
              </a:ext>
            </a:extLst>
          </p:cNvPr>
          <p:cNvSpPr>
            <a:spLocks noGrp="1"/>
          </p:cNvSpPr>
          <p:nvPr>
            <p:ph type="pic" sz="quarter" idx="18"/>
          </p:nvPr>
        </p:nvSpPr>
        <p:spPr>
          <a:xfrm>
            <a:off x="8117138" y="279205"/>
            <a:ext cx="1834650" cy="1686395"/>
          </a:xfrm>
        </p:spPr>
        <p:txBody>
          <a:bodyPr lIns="0" tIns="0" rIns="0" bIns="0"/>
          <a:lstStyle/>
          <a:p>
            <a:r>
              <a:rPr lang="en-US" noProof="0"/>
              <a:t>Click icon to add picture</a:t>
            </a:r>
            <a:endParaRPr lang="en-US"/>
          </a:p>
        </p:txBody>
      </p:sp>
      <p:sp>
        <p:nvSpPr>
          <p:cNvPr id="24" name="Picture Placeholder 10">
            <a:extLst>
              <a:ext uri="{FF2B5EF4-FFF2-40B4-BE49-F238E27FC236}">
                <a16:creationId xmlns:a16="http://schemas.microsoft.com/office/drawing/2014/main" id="{35CD4B9C-945C-40FF-BD47-450E004E75F8}"/>
              </a:ext>
            </a:extLst>
          </p:cNvPr>
          <p:cNvSpPr>
            <a:spLocks noGrp="1"/>
          </p:cNvSpPr>
          <p:nvPr>
            <p:ph type="pic" sz="quarter" idx="19"/>
          </p:nvPr>
        </p:nvSpPr>
        <p:spPr>
          <a:xfrm>
            <a:off x="10028738" y="279205"/>
            <a:ext cx="1834650" cy="1686395"/>
          </a:xfrm>
        </p:spPr>
        <p:txBody>
          <a:bodyPr lIns="0" tIns="0" rIns="0" bIns="0"/>
          <a:lstStyle/>
          <a:p>
            <a:r>
              <a:rPr lang="en-US" noProof="0"/>
              <a:t>Click icon to add picture</a:t>
            </a:r>
            <a:endParaRPr lang="en-US"/>
          </a:p>
        </p:txBody>
      </p:sp>
      <p:sp>
        <p:nvSpPr>
          <p:cNvPr id="25" name="Picture Placeholder 10">
            <a:extLst>
              <a:ext uri="{FF2B5EF4-FFF2-40B4-BE49-F238E27FC236}">
                <a16:creationId xmlns:a16="http://schemas.microsoft.com/office/drawing/2014/main" id="{C37EE18F-5138-46F6-8F64-45A9C1B34E2B}"/>
              </a:ext>
            </a:extLst>
          </p:cNvPr>
          <p:cNvSpPr>
            <a:spLocks noGrp="1"/>
          </p:cNvSpPr>
          <p:nvPr>
            <p:ph type="pic" sz="quarter" idx="20"/>
          </p:nvPr>
        </p:nvSpPr>
        <p:spPr>
          <a:xfrm>
            <a:off x="6205538" y="2052205"/>
            <a:ext cx="1834650" cy="1686395"/>
          </a:xfrm>
        </p:spPr>
        <p:txBody>
          <a:bodyPr lIns="0" tIns="0" rIns="0" bIns="0"/>
          <a:lstStyle/>
          <a:p>
            <a:r>
              <a:rPr lang="en-US" noProof="0"/>
              <a:t>Click icon to add picture</a:t>
            </a:r>
            <a:endParaRPr lang="en-US"/>
          </a:p>
        </p:txBody>
      </p:sp>
      <p:sp>
        <p:nvSpPr>
          <p:cNvPr id="26" name="Picture Placeholder 10">
            <a:extLst>
              <a:ext uri="{FF2B5EF4-FFF2-40B4-BE49-F238E27FC236}">
                <a16:creationId xmlns:a16="http://schemas.microsoft.com/office/drawing/2014/main" id="{31F1B58F-EB8F-46BE-AEA0-7CD46F5312C3}"/>
              </a:ext>
            </a:extLst>
          </p:cNvPr>
          <p:cNvSpPr>
            <a:spLocks noGrp="1"/>
          </p:cNvSpPr>
          <p:nvPr>
            <p:ph type="pic" sz="quarter" idx="21"/>
          </p:nvPr>
        </p:nvSpPr>
        <p:spPr>
          <a:xfrm>
            <a:off x="8117138" y="2052205"/>
            <a:ext cx="1834650" cy="1686395"/>
          </a:xfrm>
        </p:spPr>
        <p:txBody>
          <a:bodyPr/>
          <a:lstStyle/>
          <a:p>
            <a:r>
              <a:rPr lang="en-US" noProof="0"/>
              <a:t>Click icon to add picture</a:t>
            </a:r>
            <a:endParaRPr lang="en-US"/>
          </a:p>
        </p:txBody>
      </p:sp>
      <p:sp>
        <p:nvSpPr>
          <p:cNvPr id="27" name="Picture Placeholder 10">
            <a:extLst>
              <a:ext uri="{FF2B5EF4-FFF2-40B4-BE49-F238E27FC236}">
                <a16:creationId xmlns:a16="http://schemas.microsoft.com/office/drawing/2014/main" id="{A0E14069-0987-4022-836B-AAB206CC5CA6}"/>
              </a:ext>
            </a:extLst>
          </p:cNvPr>
          <p:cNvSpPr>
            <a:spLocks noGrp="1"/>
          </p:cNvSpPr>
          <p:nvPr>
            <p:ph type="pic" sz="quarter" idx="22"/>
          </p:nvPr>
        </p:nvSpPr>
        <p:spPr>
          <a:xfrm>
            <a:off x="10028738" y="2052205"/>
            <a:ext cx="1834650" cy="1686395"/>
          </a:xfrm>
        </p:spPr>
        <p:txBody>
          <a:bodyPr lIns="0" tIns="0" rIns="0" bIns="0"/>
          <a:lstStyle/>
          <a:p>
            <a:r>
              <a:rPr lang="en-US" noProof="0"/>
              <a:t>Click icon to add picture</a:t>
            </a:r>
            <a:endParaRPr lang="en-US"/>
          </a:p>
        </p:txBody>
      </p:sp>
      <p:sp>
        <p:nvSpPr>
          <p:cNvPr id="28" name="Picture Placeholder 10">
            <a:extLst>
              <a:ext uri="{FF2B5EF4-FFF2-40B4-BE49-F238E27FC236}">
                <a16:creationId xmlns:a16="http://schemas.microsoft.com/office/drawing/2014/main" id="{742A9089-F92B-49A4-BABA-71AA8366E460}"/>
              </a:ext>
            </a:extLst>
          </p:cNvPr>
          <p:cNvSpPr>
            <a:spLocks noGrp="1"/>
          </p:cNvSpPr>
          <p:nvPr>
            <p:ph type="pic" sz="quarter" idx="23"/>
          </p:nvPr>
        </p:nvSpPr>
        <p:spPr>
          <a:xfrm>
            <a:off x="6205538" y="3825205"/>
            <a:ext cx="1834650" cy="1686395"/>
          </a:xfrm>
        </p:spPr>
        <p:txBody>
          <a:bodyPr lIns="0" tIns="0" rIns="0" bIns="0"/>
          <a:lstStyle/>
          <a:p>
            <a:r>
              <a:rPr lang="en-US" noProof="0"/>
              <a:t>Click icon to add picture</a:t>
            </a:r>
            <a:endParaRPr lang="en-US"/>
          </a:p>
        </p:txBody>
      </p:sp>
      <p:sp>
        <p:nvSpPr>
          <p:cNvPr id="29" name="Picture Placeholder 10">
            <a:extLst>
              <a:ext uri="{FF2B5EF4-FFF2-40B4-BE49-F238E27FC236}">
                <a16:creationId xmlns:a16="http://schemas.microsoft.com/office/drawing/2014/main" id="{C0EF4526-4C12-4244-8872-7B4E2C535F2F}"/>
              </a:ext>
            </a:extLst>
          </p:cNvPr>
          <p:cNvSpPr>
            <a:spLocks noGrp="1"/>
          </p:cNvSpPr>
          <p:nvPr>
            <p:ph type="pic" sz="quarter" idx="24"/>
          </p:nvPr>
        </p:nvSpPr>
        <p:spPr>
          <a:xfrm>
            <a:off x="8117138" y="3825205"/>
            <a:ext cx="1834650" cy="1686395"/>
          </a:xfrm>
        </p:spPr>
        <p:txBody>
          <a:bodyPr lIns="0" tIns="0" rIns="0" bIns="0"/>
          <a:lstStyle/>
          <a:p>
            <a:r>
              <a:rPr lang="en-US" noProof="0"/>
              <a:t>Click icon to add picture</a:t>
            </a:r>
            <a:endParaRPr lang="en-US"/>
          </a:p>
        </p:txBody>
      </p:sp>
      <p:sp>
        <p:nvSpPr>
          <p:cNvPr id="36" name="Picture Placeholder 10">
            <a:extLst>
              <a:ext uri="{FF2B5EF4-FFF2-40B4-BE49-F238E27FC236}">
                <a16:creationId xmlns:a16="http://schemas.microsoft.com/office/drawing/2014/main" id="{2437BD9E-8D26-498F-82EA-45C3AF5A77AD}"/>
              </a:ext>
            </a:extLst>
          </p:cNvPr>
          <p:cNvSpPr>
            <a:spLocks noGrp="1"/>
          </p:cNvSpPr>
          <p:nvPr>
            <p:ph type="pic" sz="quarter" idx="25"/>
          </p:nvPr>
        </p:nvSpPr>
        <p:spPr>
          <a:xfrm>
            <a:off x="10028738" y="3825205"/>
            <a:ext cx="1834650" cy="1686395"/>
          </a:xfrm>
        </p:spPr>
        <p:txBody>
          <a:bodyPr lIns="0" tIns="0" rIns="0" bIns="0"/>
          <a:lstStyle/>
          <a:p>
            <a:r>
              <a:rPr lang="en-US" noProof="0"/>
              <a:t>Click icon to add picture</a:t>
            </a:r>
            <a:endParaRPr lang="en-US"/>
          </a:p>
        </p:txBody>
      </p:sp>
      <p:sp>
        <p:nvSpPr>
          <p:cNvPr id="9" name="Content Placeholder 8">
            <a:extLst>
              <a:ext uri="{FF2B5EF4-FFF2-40B4-BE49-F238E27FC236}">
                <a16:creationId xmlns:a16="http://schemas.microsoft.com/office/drawing/2014/main" id="{AE84A20A-6C50-422B-A13D-BA125DC2739D}"/>
              </a:ext>
            </a:extLst>
          </p:cNvPr>
          <p:cNvSpPr>
            <a:spLocks noGrp="1"/>
          </p:cNvSpPr>
          <p:nvPr>
            <p:ph sz="quarter" idx="26"/>
          </p:nvPr>
        </p:nvSpPr>
        <p:spPr>
          <a:xfrm>
            <a:off x="331200" y="1929600"/>
            <a:ext cx="4896438" cy="35820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A19BC4A7-5571-459D-9C43-D8AB65C6A600}"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AC4A9BBF-197B-4C9D-B440-391CB9BAAF06}"/>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1010454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Picture full screen">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42F1E3-1CF0-4318-B2CA-0E8CE1BBC509}"/>
              </a:ext>
            </a:extLst>
          </p:cNvPr>
          <p:cNvSpPr>
            <a:spLocks noGrp="1"/>
          </p:cNvSpPr>
          <p:nvPr>
            <p:ph type="pic" sz="quarter" idx="15"/>
          </p:nvPr>
        </p:nvSpPr>
        <p:spPr>
          <a:xfrm>
            <a:off x="0" y="0"/>
            <a:ext cx="12192000" cy="6858000"/>
          </a:xfrm>
        </p:spPr>
        <p:txBody>
          <a:bodyPr lIns="0" tIns="0" rIns="0" bIns="0"/>
          <a:lstStyle/>
          <a:p>
            <a:r>
              <a:rPr lang="en-US" noProof="0"/>
              <a:t>Click icon to add picture</a:t>
            </a:r>
            <a:endParaRPr lang="en-US"/>
          </a:p>
        </p:txBody>
      </p:sp>
      <p:sp>
        <p:nvSpPr>
          <p:cNvPr id="80" name="Title 1">
            <a:extLst>
              <a:ext uri="{FF2B5EF4-FFF2-40B4-BE49-F238E27FC236}">
                <a16:creationId xmlns:a16="http://schemas.microsoft.com/office/drawing/2014/main" id="{30A68600-7881-4B67-B186-6217D1ABAC79}"/>
              </a:ext>
            </a:extLst>
          </p:cNvPr>
          <p:cNvSpPr>
            <a:spLocks noGrp="1"/>
          </p:cNvSpPr>
          <p:nvPr>
            <p:ph type="title"/>
          </p:nvPr>
        </p:nvSpPr>
        <p:spPr>
          <a:xfrm>
            <a:off x="331200" y="691200"/>
            <a:ext cx="11530600" cy="367200"/>
          </a:xfrm>
        </p:spPr>
        <p:txBody>
          <a:bodyPr/>
          <a:lstStyle/>
          <a:p>
            <a:r>
              <a:rPr lang="en-US" noProof="0"/>
              <a:t>Click to edit Master title style</a:t>
            </a:r>
          </a:p>
        </p:txBody>
      </p:sp>
      <p:sp>
        <p:nvSpPr>
          <p:cNvPr id="7" name="Text Placeholder 9">
            <a:extLst>
              <a:ext uri="{FF2B5EF4-FFF2-40B4-BE49-F238E27FC236}">
                <a16:creationId xmlns:a16="http://schemas.microsoft.com/office/drawing/2014/main" id="{233B759A-8EC4-474C-9D8F-27FFD7EFC0CB}"/>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 name="Footer Placeholder 2">
            <a:extLst>
              <a:ext uri="{FF2B5EF4-FFF2-40B4-BE49-F238E27FC236}">
                <a16:creationId xmlns:a16="http://schemas.microsoft.com/office/drawing/2014/main" id="{84F6A480-9627-4834-A7C2-9C9C23E027E2}"/>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28357F29-FBD8-4C17-AA78-F7962A8410D8}"/>
              </a:ext>
            </a:extLst>
          </p:cNvPr>
          <p:cNvSpPr>
            <a:spLocks noGrp="1"/>
          </p:cNvSpPr>
          <p:nvPr>
            <p:ph type="dt" sz="half" idx="11"/>
          </p:nvPr>
        </p:nvSpPr>
        <p:spPr/>
        <p:txBody>
          <a:bodyPr lIns="0" tIns="0" rIns="0" bIns="0"/>
          <a:lstStyle/>
          <a:p>
            <a:fld id="{E2FD292C-8ACD-4DDF-85DC-F78023C9F065}"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4A6EB2A1-5955-4872-8062-32929D0BDAB8}"/>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37" name="Text Placeholder 9">
            <a:extLst>
              <a:ext uri="{FF2B5EF4-FFF2-40B4-BE49-F238E27FC236}">
                <a16:creationId xmlns:a16="http://schemas.microsoft.com/office/drawing/2014/main" id="{E9BF6FE6-5893-4416-9A56-5FE878A6910E}"/>
              </a:ext>
            </a:extLst>
          </p:cNvPr>
          <p:cNvSpPr>
            <a:spLocks noGrp="1"/>
          </p:cNvSpPr>
          <p:nvPr>
            <p:ph type="body" sz="quarter" idx="16"/>
          </p:nvPr>
        </p:nvSpPr>
        <p:spPr>
          <a:xfrm>
            <a:off x="334800" y="514800"/>
            <a:ext cx="306000" cy="32400"/>
          </a:xfrm>
          <a:solidFill>
            <a:schemeClr val="bg2"/>
          </a:solidFill>
          <a:ln w="6350">
            <a:solidFill>
              <a:schemeClr val="bg2"/>
            </a:solidFill>
            <a:miter lim="800000"/>
          </a:ln>
        </p:spPr>
        <p:txBody>
          <a:bodyPr lIns="0" tIns="0" rIns="0" bIns="0"/>
          <a:lstStyle>
            <a:lvl1pPr>
              <a:defRPr>
                <a:noFill/>
              </a:defRPr>
            </a:lvl1pPr>
          </a:lstStyle>
          <a:p>
            <a:pPr lvl="0"/>
            <a:r>
              <a:rPr lang="en-US" noProof="0"/>
              <a:t>Click to edit Master text styles</a:t>
            </a:r>
            <a:endParaRPr lang="en-US"/>
          </a:p>
        </p:txBody>
      </p:sp>
      <p:sp>
        <p:nvSpPr>
          <p:cNvPr id="6" name="CopyrightTex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7185D9D8-D11B-3B47-230F-74A7A19935AB}"/>
              </a:ext>
            </a:extLst>
          </p:cNvPr>
          <p:cNvSpPr txBox="1"/>
          <p:nvPr userDrawn="1"/>
        </p:nvSpPr>
        <p:spPr bwMode="gray">
          <a:xfrm>
            <a:off x="331200" y="6522896"/>
            <a:ext cx="1533600"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endParaRPr lang="en-US"/>
          </a:p>
        </p:txBody>
      </p:sp>
      <p:sp>
        <p:nvSpPr>
          <p:cNvPr id="12" name="Slide number">
            <a:extLst>
              <a:ext uri="{FF2B5EF4-FFF2-40B4-BE49-F238E27FC236}">
                <a16:creationId xmlns:a16="http://schemas.microsoft.com/office/drawing/2014/main" id="{41A3BA16-6B6A-D206-D9D9-E6B17F9FD035}"/>
              </a:ext>
            </a:extLst>
          </p:cNvPr>
          <p:cNvSpPr/>
          <p:nvPr userDrawn="1"/>
        </p:nvSpPr>
        <p:spPr bwMode="gray">
          <a:xfrm>
            <a:off x="2181600" y="6548400"/>
            <a:ext cx="644513"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r>
              <a:rPr lang="en-US" sz="800">
                <a:solidFill>
                  <a:schemeClr val="tx1"/>
                </a:solidFill>
              </a:rPr>
              <a:t>Slide </a:t>
            </a:r>
            <a:fld id="{6ACD6C49-4324-4266-B7DB-7E26C75ACED4}" type="slidenum">
              <a:rPr lang="en-US" sz="800" smtClean="0">
                <a:solidFill>
                  <a:schemeClr val="tx1"/>
                </a:solidFill>
              </a:rPr>
              <a:t>‹#›</a:t>
            </a:fld>
            <a:endParaRPr lang="en-US" sz="800">
              <a:solidFill>
                <a:schemeClr val="tx1"/>
              </a:solidFill>
            </a:endParaRPr>
          </a:p>
        </p:txBody>
      </p:sp>
      <p:pic>
        <p:nvPicPr>
          <p:cNvPr id="11" name="Picture 10" descr="A black and white logo&#10;&#10;AI-generated content may be incorrect.">
            <a:extLst>
              <a:ext uri="{FF2B5EF4-FFF2-40B4-BE49-F238E27FC236}">
                <a16:creationId xmlns:a16="http://schemas.microsoft.com/office/drawing/2014/main" id="{084B971E-E4E0-E94C-DEF9-B1D3A70970C4}"/>
              </a:ext>
            </a:extLst>
          </p:cNvPr>
          <p:cNvPicPr>
            <a:picLocks noChangeAspect="1"/>
          </p:cNvPicPr>
          <p:nvPr userDrawn="1"/>
        </p:nvPicPr>
        <p:blipFill>
          <a:blip r:embed="rId2"/>
          <a:stretch>
            <a:fillRect/>
          </a:stretch>
        </p:blipFill>
        <p:spPr>
          <a:xfrm>
            <a:off x="10727267" y="6382588"/>
            <a:ext cx="1244600" cy="238023"/>
          </a:xfrm>
          <a:prstGeom prst="rect">
            <a:avLst/>
          </a:prstGeom>
        </p:spPr>
      </p:pic>
      <p:sp>
        <p:nvSpPr>
          <p:cNvPr id="10" name="Date dynamic" hidden="1">
            <a:extLst>
              <a:ext uri="{FF2B5EF4-FFF2-40B4-BE49-F238E27FC236}">
                <a16:creationId xmlns:a16="http://schemas.microsoft.com/office/drawing/2014/main" id="{0B08ACCB-C2A9-AB0F-53B9-508FB5BB603A}"/>
              </a:ext>
            </a:extLst>
          </p:cNvPr>
          <p:cNvSpPr/>
          <p:nvPr userDrawn="1"/>
        </p:nvSpPr>
        <p:spPr bwMode="gray">
          <a:xfrm>
            <a:off x="2934000" y="6548400"/>
            <a:ext cx="1296000"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r>
              <a:rPr lang="en-US" sz="800">
                <a:solidFill>
                  <a:schemeClr val="tx1"/>
                </a:solidFill>
              </a:rPr>
              <a:t>May 8, 2023</a:t>
            </a:r>
            <a:endParaRPr lang="en-US"/>
          </a:p>
        </p:txBody>
      </p:sp>
    </p:spTree>
    <p:extLst>
      <p:ext uri="{BB962C8B-B14F-4D97-AF65-F5344CB8AC3E}">
        <p14:creationId xmlns:p14="http://schemas.microsoft.com/office/powerpoint/2010/main" val="443682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Picture full screen (big caption)">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EAA09D2E-D7D5-FBB9-4B87-CC6CD2E49D6D}"/>
              </a:ext>
            </a:extLst>
          </p:cNvPr>
          <p:cNvSpPr>
            <a:spLocks noGrp="1"/>
          </p:cNvSpPr>
          <p:nvPr>
            <p:ph type="pic" sz="quarter" idx="15"/>
          </p:nvPr>
        </p:nvSpPr>
        <p:spPr>
          <a:xfrm>
            <a:off x="0" y="0"/>
            <a:ext cx="12192000" cy="6858000"/>
          </a:xfrm>
        </p:spPr>
        <p:txBody>
          <a:bodyPr lIns="0" tIns="0" rIns="0" bIns="0"/>
          <a:lstStyle/>
          <a:p>
            <a:r>
              <a:rPr lang="en-US" noProof="0"/>
              <a:t>Click icon to add picture</a:t>
            </a:r>
            <a:endParaRPr lang="en-US"/>
          </a:p>
        </p:txBody>
      </p:sp>
      <p:sp>
        <p:nvSpPr>
          <p:cNvPr id="7" name="Text Placeholder 9">
            <a:extLst>
              <a:ext uri="{FF2B5EF4-FFF2-40B4-BE49-F238E27FC236}">
                <a16:creationId xmlns:a16="http://schemas.microsoft.com/office/drawing/2014/main" id="{60E2C2D2-B7EB-2053-0B06-8BC75B8E4122}"/>
              </a:ext>
            </a:extLst>
          </p:cNvPr>
          <p:cNvSpPr>
            <a:spLocks noGrp="1"/>
          </p:cNvSpPr>
          <p:nvPr>
            <p:ph type="body" sz="quarter" idx="14" hasCustomPrompt="1"/>
          </p:nvPr>
        </p:nvSpPr>
        <p:spPr>
          <a:xfrm>
            <a:off x="331789" y="5293466"/>
            <a:ext cx="8594771" cy="486000"/>
          </a:xfrm>
        </p:spPr>
        <p:txBody>
          <a:bodyPr lIns="0" tIns="0" rIns="0" bIns="0"/>
          <a:lstStyle>
            <a:lvl1pPr>
              <a:defRPr sz="20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2" name="Title 1">
            <a:extLst>
              <a:ext uri="{FF2B5EF4-FFF2-40B4-BE49-F238E27FC236}">
                <a16:creationId xmlns:a16="http://schemas.microsoft.com/office/drawing/2014/main" id="{305F8B3F-EE2C-9020-E1E7-B0365650AB78}"/>
              </a:ext>
            </a:extLst>
          </p:cNvPr>
          <p:cNvSpPr>
            <a:spLocks noGrp="1"/>
          </p:cNvSpPr>
          <p:nvPr>
            <p:ph type="title" hasCustomPrompt="1"/>
          </p:nvPr>
        </p:nvSpPr>
        <p:spPr>
          <a:xfrm>
            <a:off x="331200" y="2946400"/>
            <a:ext cx="8594771" cy="2246999"/>
          </a:xfrm>
        </p:spPr>
        <p:txBody>
          <a:bodyPr anchor="b"/>
          <a:lstStyle>
            <a:lvl1pPr>
              <a:defRPr sz="6000" b="0" cap="all" baseline="0">
                <a:latin typeface="ABBvoice Display SemiBold" panose="020D0704020603060204" pitchFamily="34" charset="0"/>
                <a:cs typeface="ABBvoice Display Beta SemiBold" panose="020D0704020603060204" pitchFamily="34" charset="0"/>
              </a:defRPr>
            </a:lvl1pPr>
          </a:lstStyle>
          <a:p>
            <a:r>
              <a:rPr lang="en-US"/>
              <a:t>Big caption</a:t>
            </a:r>
          </a:p>
        </p:txBody>
      </p:sp>
      <p:sp>
        <p:nvSpPr>
          <p:cNvPr id="3" name="Footer Placeholder 2">
            <a:extLst>
              <a:ext uri="{FF2B5EF4-FFF2-40B4-BE49-F238E27FC236}">
                <a16:creationId xmlns:a16="http://schemas.microsoft.com/office/drawing/2014/main" id="{F4273CE9-8AEE-AD06-CBD8-70F010A7D6B7}"/>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88BC6633-994B-77A9-AC8E-3EB4747035EF}"/>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5" name="Slide Number Placeholder 4">
            <a:extLst>
              <a:ext uri="{FF2B5EF4-FFF2-40B4-BE49-F238E27FC236}">
                <a16:creationId xmlns:a16="http://schemas.microsoft.com/office/drawing/2014/main" id="{9F2888C2-6D99-9F06-53FC-4B7B33F4CFC7}"/>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Tree>
    <p:extLst>
      <p:ext uri="{BB962C8B-B14F-4D97-AF65-F5344CB8AC3E}">
        <p14:creationId xmlns:p14="http://schemas.microsoft.com/office/powerpoint/2010/main" val="77088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Rounded picture &amp; text boxes">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2B44EC52-177B-4EE6-B503-BC62C90040B3}"/>
              </a:ext>
            </a:extLst>
          </p:cNvPr>
          <p:cNvSpPr>
            <a:spLocks noGrp="1"/>
          </p:cNvSpPr>
          <p:nvPr>
            <p:ph type="pic" sz="quarter" idx="17"/>
          </p:nvPr>
        </p:nvSpPr>
        <p:spPr bwMode="gray">
          <a:xfrm>
            <a:off x="331789" y="2304000"/>
            <a:ext cx="2935286" cy="2935286"/>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4032250" y="2304000"/>
            <a:ext cx="7818950" cy="2343600"/>
          </a:xfrm>
        </p:spPr>
        <p:txBody>
          <a:bodyPr lIns="0" tIns="0" rIns="0" bIns="0" anchor="b"/>
          <a:lstStyle>
            <a:lvl1pPr>
              <a:defRPr sz="3600" b="0" cap="all" baseline="0">
                <a:latin typeface="ABBvoice Display SemiBold" panose="020D0704020603060204" pitchFamily="34" charset="0"/>
                <a:ea typeface="ABBvoice Light" panose="020D0403020503020204" pitchFamily="34" charset="0"/>
                <a:cs typeface="ABBvoice Display Beta SemiBold" panose="020D0704020603060204" pitchFamily="34" charset="0"/>
              </a:defRPr>
            </a:lvl1pPr>
            <a:lvl2pPr indent="-284400">
              <a:defRPr sz="2400" b="0">
                <a:latin typeface="ABBvoice Light" panose="020D0403020503020204" pitchFamily="34" charset="0"/>
                <a:ea typeface="ABBvoice Light" panose="020D0403020503020204" pitchFamily="34" charset="0"/>
                <a:cs typeface="ABBvoice Light" panose="020D0403020503020204" pitchFamily="34" charset="0"/>
              </a:defRPr>
            </a:lvl2pPr>
            <a:lvl3pPr marL="568800" indent="-284400">
              <a:defRPr sz="2400" b="0">
                <a:latin typeface="ABBvoice Light" panose="020D0403020503020204" pitchFamily="34" charset="0"/>
                <a:ea typeface="ABBvoice Light" panose="020D0403020503020204" pitchFamily="34" charset="0"/>
                <a:cs typeface="ABBvoice Light" panose="020D0403020503020204" pitchFamily="34" charset="0"/>
              </a:defRPr>
            </a:lvl3pPr>
            <a:lvl4pPr marL="568800" indent="-284400">
              <a:defRPr sz="2400" b="0">
                <a:latin typeface="ABBvoice Light" panose="020D0403020503020204" pitchFamily="34" charset="0"/>
                <a:ea typeface="ABBvoice Light" panose="020D0403020503020204" pitchFamily="34" charset="0"/>
                <a:cs typeface="ABBvoice Light" panose="020D0403020503020204" pitchFamily="34" charset="0"/>
              </a:defRPr>
            </a:lvl4pPr>
            <a:lvl5pPr marL="568800" indent="-284400">
              <a:defRPr sz="2400" b="0">
                <a:latin typeface="ABBvoice Light" panose="020D0403020503020204" pitchFamily="34" charset="0"/>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1" name="Text Placeholder 11">
            <a:extLst>
              <a:ext uri="{FF2B5EF4-FFF2-40B4-BE49-F238E27FC236}">
                <a16:creationId xmlns:a16="http://schemas.microsoft.com/office/drawing/2014/main" id="{45EE9DB0-5B20-4895-89CC-4D1979114BE5}"/>
              </a:ext>
            </a:extLst>
          </p:cNvPr>
          <p:cNvSpPr>
            <a:spLocks noGrp="1"/>
          </p:cNvSpPr>
          <p:nvPr>
            <p:ph type="body" sz="quarter" idx="18"/>
          </p:nvPr>
        </p:nvSpPr>
        <p:spPr>
          <a:xfrm>
            <a:off x="4032250" y="4737600"/>
            <a:ext cx="7818950" cy="684000"/>
          </a:xfrm>
        </p:spPr>
        <p:txBody>
          <a:bodyPr lIns="0" tIns="0" rIns="0" bIns="0"/>
          <a:lstStyle>
            <a:lvl1pPr>
              <a:defRPr sz="1800" b="1">
                <a:solidFill>
                  <a:schemeClr val="tx2"/>
                </a:solidFill>
                <a:latin typeface="+mn-lt"/>
                <a:ea typeface="ABBvoice Light" panose="020D0403020503020204" pitchFamily="34" charset="0"/>
                <a:cs typeface="ABBvoice Light" panose="020D0403020503020204" pitchFamily="34" charset="0"/>
              </a:defRPr>
            </a:lvl1pPr>
            <a:lvl2pPr>
              <a:defRPr sz="1400" b="1">
                <a:latin typeface="+mn-lt"/>
                <a:ea typeface="ABBvoice Light" panose="020D0403020503020204" pitchFamily="34" charset="0"/>
                <a:cs typeface="ABBvoice Light" panose="020D0403020503020204" pitchFamily="34" charset="0"/>
              </a:defRPr>
            </a:lvl2pPr>
            <a:lvl3pPr>
              <a:defRPr sz="1400" b="1">
                <a:latin typeface="+mn-lt"/>
                <a:ea typeface="ABBvoice Light" panose="020D0403020503020204" pitchFamily="34" charset="0"/>
                <a:cs typeface="ABBvoice Light" panose="020D0403020503020204" pitchFamily="34" charset="0"/>
              </a:defRPr>
            </a:lvl3pPr>
            <a:lvl4pPr>
              <a:defRPr sz="1400" b="1">
                <a:latin typeface="+mn-lt"/>
                <a:ea typeface="ABBvoice Light" panose="020D0403020503020204" pitchFamily="34" charset="0"/>
                <a:cs typeface="ABBvoice Light" panose="020D0403020503020204" pitchFamily="34" charset="0"/>
              </a:defRPr>
            </a:lvl4pPr>
            <a:lvl5pPr>
              <a:defRPr sz="1400" b="1">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F576353-D5DB-4F2A-A22E-FA267E06FBC8}"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727541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Four rounded picture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2B44EC52-177B-4EE6-B503-BC62C90040B3}"/>
              </a:ext>
            </a:extLst>
          </p:cNvPr>
          <p:cNvSpPr>
            <a:spLocks noGrp="1"/>
          </p:cNvSpPr>
          <p:nvPr>
            <p:ph type="pic" sz="quarter" idx="17"/>
          </p:nvPr>
        </p:nvSpPr>
        <p:spPr bwMode="gray">
          <a:xfrm>
            <a:off x="338400"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198"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Picture Placeholder 10">
            <a:extLst>
              <a:ext uri="{FF2B5EF4-FFF2-40B4-BE49-F238E27FC236}">
                <a16:creationId xmlns:a16="http://schemas.microsoft.com/office/drawing/2014/main" id="{2767594A-9B1B-4FC9-A3EF-98EEA86AC62C}"/>
              </a:ext>
            </a:extLst>
          </p:cNvPr>
          <p:cNvSpPr>
            <a:spLocks noGrp="1"/>
          </p:cNvSpPr>
          <p:nvPr>
            <p:ph type="pic" sz="quarter" idx="18"/>
          </p:nvPr>
        </p:nvSpPr>
        <p:spPr bwMode="gray">
          <a:xfrm>
            <a:off x="3272596"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31" name="Text Placeholder 11">
            <a:extLst>
              <a:ext uri="{FF2B5EF4-FFF2-40B4-BE49-F238E27FC236}">
                <a16:creationId xmlns:a16="http://schemas.microsoft.com/office/drawing/2014/main" id="{5E9B6A50-8E7E-44DE-87B0-BBA84E8C9C4D}"/>
              </a:ext>
            </a:extLst>
          </p:cNvPr>
          <p:cNvSpPr>
            <a:spLocks noGrp="1"/>
          </p:cNvSpPr>
          <p:nvPr>
            <p:ph type="body" sz="quarter" idx="19"/>
          </p:nvPr>
        </p:nvSpPr>
        <p:spPr>
          <a:xfrm>
            <a:off x="3267795"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403055A0-7433-437E-92E6-21BA8C2F2EC9}"/>
              </a:ext>
            </a:extLst>
          </p:cNvPr>
          <p:cNvSpPr>
            <a:spLocks noGrp="1"/>
          </p:cNvSpPr>
          <p:nvPr>
            <p:ph type="pic" sz="quarter" idx="20"/>
          </p:nvPr>
        </p:nvSpPr>
        <p:spPr bwMode="gray">
          <a:xfrm>
            <a:off x="6206792"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32" name="Text Placeholder 11">
            <a:extLst>
              <a:ext uri="{FF2B5EF4-FFF2-40B4-BE49-F238E27FC236}">
                <a16:creationId xmlns:a16="http://schemas.microsoft.com/office/drawing/2014/main" id="{F4B5EE1A-3316-46F5-BB7B-CCCA30464A87}"/>
              </a:ext>
            </a:extLst>
          </p:cNvPr>
          <p:cNvSpPr>
            <a:spLocks noGrp="1"/>
          </p:cNvSpPr>
          <p:nvPr>
            <p:ph type="body" sz="quarter" idx="21"/>
          </p:nvPr>
        </p:nvSpPr>
        <p:spPr>
          <a:xfrm>
            <a:off x="6204392"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00FD68CA-5637-4712-BABD-05E96DCD3BCF}"/>
              </a:ext>
            </a:extLst>
          </p:cNvPr>
          <p:cNvSpPr>
            <a:spLocks noGrp="1"/>
          </p:cNvSpPr>
          <p:nvPr>
            <p:ph type="pic" sz="quarter" idx="22"/>
          </p:nvPr>
        </p:nvSpPr>
        <p:spPr bwMode="gray">
          <a:xfrm>
            <a:off x="9140989" y="1944000"/>
            <a:ext cx="2721600" cy="2664000"/>
          </a:xfrm>
          <a:custGeom>
            <a:avLst/>
            <a:gdLst>
              <a:gd name="connsiteX0" fmla="*/ 1486800 w 2973600"/>
              <a:gd name="connsiteY0" fmla="*/ 0 h 2973600"/>
              <a:gd name="connsiteX1" fmla="*/ 2973600 w 2973600"/>
              <a:gd name="connsiteY1" fmla="*/ 1486800 h 2973600"/>
              <a:gd name="connsiteX2" fmla="*/ 1486800 w 2973600"/>
              <a:gd name="connsiteY2" fmla="*/ 2973600 h 2973600"/>
              <a:gd name="connsiteX3" fmla="*/ 0 w 2973600"/>
              <a:gd name="connsiteY3" fmla="*/ 1486800 h 2973600"/>
              <a:gd name="connsiteX4" fmla="*/ 1486800 w 2973600"/>
              <a:gd name="connsiteY4" fmla="*/ 0 h 297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3600" h="2973600">
                <a:moveTo>
                  <a:pt x="1486800" y="0"/>
                </a:moveTo>
                <a:cubicBezTo>
                  <a:pt x="2307937" y="0"/>
                  <a:pt x="2973600" y="665663"/>
                  <a:pt x="2973600" y="1486800"/>
                </a:cubicBezTo>
                <a:cubicBezTo>
                  <a:pt x="2973600" y="2307937"/>
                  <a:pt x="2307937" y="2973600"/>
                  <a:pt x="1486800" y="2973600"/>
                </a:cubicBezTo>
                <a:cubicBezTo>
                  <a:pt x="665663" y="2973600"/>
                  <a:pt x="0" y="2307937"/>
                  <a:pt x="0" y="1486800"/>
                </a:cubicBezTo>
                <a:cubicBezTo>
                  <a:pt x="0" y="665663"/>
                  <a:pt x="665663" y="0"/>
                  <a:pt x="1486800" y="0"/>
                </a:cubicBezTo>
                <a:close/>
              </a:path>
            </a:pathLst>
          </a:custGeom>
        </p:spPr>
        <p:txBody>
          <a:bodyPr wrap="square" bIns="504000" anchor="ctr">
            <a:noAutofit/>
          </a:bodyPr>
          <a:lstStyle>
            <a:lvl1pPr algn="ctr">
              <a:defRPr/>
            </a:lvl1pPr>
          </a:lstStyle>
          <a:p>
            <a:r>
              <a:rPr lang="en-US" noProof="0"/>
              <a:t>Click icon to add picture</a:t>
            </a:r>
            <a:endParaRPr lang="en-US"/>
          </a:p>
        </p:txBody>
      </p:sp>
      <p:sp>
        <p:nvSpPr>
          <p:cNvPr id="33" name="Text Placeholder 11">
            <a:extLst>
              <a:ext uri="{FF2B5EF4-FFF2-40B4-BE49-F238E27FC236}">
                <a16:creationId xmlns:a16="http://schemas.microsoft.com/office/drawing/2014/main" id="{B81787D8-AACD-4182-9B1C-706B7FA5B2FE}"/>
              </a:ext>
            </a:extLst>
          </p:cNvPr>
          <p:cNvSpPr>
            <a:spLocks noGrp="1"/>
          </p:cNvSpPr>
          <p:nvPr>
            <p:ph type="body" sz="quarter" idx="23"/>
          </p:nvPr>
        </p:nvSpPr>
        <p:spPr>
          <a:xfrm>
            <a:off x="9140989" y="4708800"/>
            <a:ext cx="2721600" cy="11052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902337EE-EDB6-43FF-843D-172081B7296F}"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698205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Four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1200" y="2552400"/>
            <a:ext cx="914400" cy="914400"/>
          </a:xfrm>
        </p:spPr>
        <p:txBody>
          <a:bodyPr lIns="0" tIns="0" rIns="0" bIns="0"/>
          <a:lstStyle>
            <a:lvl1pPr algn="ctr">
              <a:defRPr sz="8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827463"/>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3267796" y="2552400"/>
            <a:ext cx="914400" cy="914400"/>
          </a:xfrm>
        </p:spPr>
        <p:txBody>
          <a:bodyPr lIns="0" tIns="0" rIns="0" bIns="0"/>
          <a:lstStyle>
            <a:lvl1pPr algn="ctr">
              <a:defRPr sz="8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3267796" y="3827463"/>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6204392" y="2552400"/>
            <a:ext cx="914400" cy="914400"/>
          </a:xfrm>
        </p:spPr>
        <p:txBody>
          <a:bodyPr lIns="0" tIns="0" rIns="0" bIns="0"/>
          <a:lstStyle>
            <a:lvl1pPr algn="ctr">
              <a:defRPr sz="8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6204392" y="3827463"/>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9140989" y="2552400"/>
            <a:ext cx="914400" cy="914400"/>
          </a:xfrm>
        </p:spPr>
        <p:txBody>
          <a:bodyPr lIns="0" tIns="0" rIns="0" bIns="0"/>
          <a:lstStyle>
            <a:lvl1pPr algn="ctr">
              <a:defRPr sz="8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9140989" y="3827463"/>
            <a:ext cx="27216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3A501F0-1B55-4808-B191-E00ECFEF3979}"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6" name="Text Placeholder 9">
            <a:extLst>
              <a:ext uri="{FF2B5EF4-FFF2-40B4-BE49-F238E27FC236}">
                <a16:creationId xmlns:a16="http://schemas.microsoft.com/office/drawing/2014/main" id="{C9A43077-8463-4968-88C4-11AE5FC21D22}"/>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591708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Five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1200" y="2552400"/>
            <a:ext cx="914400" cy="914400"/>
          </a:xfrm>
        </p:spPr>
        <p:txBody>
          <a:bodyPr lIns="0" tIns="0" rIns="0" bIns="0"/>
          <a:lstStyle>
            <a:lvl1pPr algn="ctr">
              <a:defRPr sz="8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2774847" y="2552400"/>
            <a:ext cx="914400" cy="914400"/>
          </a:xfrm>
        </p:spPr>
        <p:txBody>
          <a:bodyPr lIns="0" tIns="0" rIns="0" bIns="0"/>
          <a:lstStyle>
            <a:lvl1pPr algn="ctr">
              <a:defRPr sz="8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2774847"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5218494" y="2552400"/>
            <a:ext cx="914400" cy="914400"/>
          </a:xfrm>
        </p:spPr>
        <p:txBody>
          <a:bodyPr lIns="0" tIns="0" rIns="0" bIns="0"/>
          <a:lstStyle>
            <a:lvl1pPr algn="ctr">
              <a:defRPr sz="8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5218494"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7662141" y="2552400"/>
            <a:ext cx="914400" cy="914400"/>
          </a:xfrm>
        </p:spPr>
        <p:txBody>
          <a:bodyPr lIns="0" tIns="0" rIns="0" bIns="0"/>
          <a:lstStyle>
            <a:lvl1pPr algn="ctr">
              <a:defRPr sz="8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7662141"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10105789" y="2552400"/>
            <a:ext cx="914400" cy="914400"/>
          </a:xfrm>
        </p:spPr>
        <p:txBody>
          <a:bodyPr lIns="0" tIns="0" rIns="0" bIns="0"/>
          <a:lstStyle>
            <a:lvl1pPr algn="ctr">
              <a:defRPr sz="800" b="1"/>
            </a:lvl1pPr>
          </a:lstStyle>
          <a:p>
            <a:r>
              <a:rPr lang="en-US" noProof="0"/>
              <a:t>Please add icon</a:t>
            </a:r>
            <a:endParaRPr lang="en-US"/>
          </a:p>
        </p:txBody>
      </p:sp>
      <p:sp>
        <p:nvSpPr>
          <p:cNvPr id="34"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10105789" y="3827462"/>
            <a:ext cx="1756800" cy="1685925"/>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a:lstStyle/>
          <a:p>
            <a:fld id="{F6B12C3D-BC2E-4B7A-B360-CE0523781F6B}"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E3342590-42A3-4E78-9950-B9D9986172B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2701589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Six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4800" y="19296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932400" y="1929600"/>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4396763" y="1929600"/>
            <a:ext cx="457200" cy="457200"/>
          </a:xfrm>
        </p:spPr>
        <p:txBody>
          <a:bodyPr lIns="0" tIns="0" rIns="0" bIns="0"/>
          <a:lstStyle>
            <a:lvl1pPr algn="ctr">
              <a:defRPr sz="7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4994363" y="1929600"/>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8458725" y="1929600"/>
            <a:ext cx="457200" cy="457200"/>
          </a:xfrm>
        </p:spPr>
        <p:txBody>
          <a:bodyPr lIns="0" tIns="0" rIns="0" bIns="0"/>
          <a:lstStyle>
            <a:lvl1pPr algn="ctr">
              <a:defRPr sz="7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9056325" y="1929600"/>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334800" y="3829844"/>
            <a:ext cx="457200" cy="457200"/>
          </a:xfrm>
        </p:spPr>
        <p:txBody>
          <a:bodyPr lIns="0" tIns="0" rIns="0" bIns="0"/>
          <a:lstStyle>
            <a:lvl1pPr algn="ctr">
              <a:defRPr sz="7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932400" y="3829844"/>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4396763" y="3829844"/>
            <a:ext cx="457200" cy="457200"/>
          </a:xfrm>
        </p:spPr>
        <p:txBody>
          <a:bodyPr lIns="0" tIns="0" rIns="0" bIns="0"/>
          <a:lstStyle>
            <a:lvl1pPr algn="ctr">
              <a:defRPr sz="700" b="1"/>
            </a:lvl1pPr>
          </a:lstStyle>
          <a:p>
            <a:r>
              <a:rPr lang="en-US" noProof="0"/>
              <a:t>Please add icon</a:t>
            </a:r>
            <a:endParaRPr lang="en-US"/>
          </a:p>
        </p:txBody>
      </p:sp>
      <p:sp>
        <p:nvSpPr>
          <p:cNvPr id="34"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4994363" y="3829844"/>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7" name="Picture Placeholder 10">
            <a:extLst>
              <a:ext uri="{FF2B5EF4-FFF2-40B4-BE49-F238E27FC236}">
                <a16:creationId xmlns:a16="http://schemas.microsoft.com/office/drawing/2014/main" id="{D5F0F628-8A10-418E-9B30-5C02EB627E1C}"/>
              </a:ext>
            </a:extLst>
          </p:cNvPr>
          <p:cNvSpPr>
            <a:spLocks noGrp="1"/>
          </p:cNvSpPr>
          <p:nvPr>
            <p:ph type="pic" sz="quarter" idx="26" hasCustomPrompt="1"/>
          </p:nvPr>
        </p:nvSpPr>
        <p:spPr>
          <a:xfrm>
            <a:off x="8458725" y="3829844"/>
            <a:ext cx="457200" cy="457200"/>
          </a:xfrm>
        </p:spPr>
        <p:txBody>
          <a:bodyPr lIns="0" tIns="0" rIns="0" bIns="0"/>
          <a:lstStyle>
            <a:lvl1pPr algn="ctr">
              <a:defRPr sz="700" b="1"/>
            </a:lvl1pPr>
          </a:lstStyle>
          <a:p>
            <a:r>
              <a:rPr lang="en-US" noProof="0"/>
              <a:t>Please add icon</a:t>
            </a:r>
            <a:endParaRPr lang="en-US"/>
          </a:p>
        </p:txBody>
      </p:sp>
      <p:sp>
        <p:nvSpPr>
          <p:cNvPr id="35" name="Text Placeholder 11">
            <a:extLst>
              <a:ext uri="{FF2B5EF4-FFF2-40B4-BE49-F238E27FC236}">
                <a16:creationId xmlns:a16="http://schemas.microsoft.com/office/drawing/2014/main" id="{677AB433-7578-4A04-94CE-256E9DF81444}"/>
              </a:ext>
            </a:extLst>
          </p:cNvPr>
          <p:cNvSpPr>
            <a:spLocks noGrp="1"/>
          </p:cNvSpPr>
          <p:nvPr>
            <p:ph type="body" sz="quarter" idx="27"/>
          </p:nvPr>
        </p:nvSpPr>
        <p:spPr>
          <a:xfrm>
            <a:off x="9056325" y="3829844"/>
            <a:ext cx="2808000" cy="14148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FE7C1509-102B-44DC-8AA2-A8A1DB0A6DCC}"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20" name="Text Placeholder 9">
            <a:extLst>
              <a:ext uri="{FF2B5EF4-FFF2-40B4-BE49-F238E27FC236}">
                <a16:creationId xmlns:a16="http://schemas.microsoft.com/office/drawing/2014/main" id="{664C5B26-A749-427A-8626-9ECBE088C9D8}"/>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4117812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Nine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34800" y="19296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0"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932400" y="19296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4396294" y="1929600"/>
            <a:ext cx="457200" cy="457200"/>
          </a:xfrm>
        </p:spPr>
        <p:txBody>
          <a:bodyPr lIns="0" tIns="0" rIns="0" bIns="0"/>
          <a:lstStyle>
            <a:lvl1pPr algn="ctr">
              <a:defRPr sz="700" b="1"/>
            </a:lvl1pPr>
          </a:lstStyle>
          <a:p>
            <a:r>
              <a:rPr lang="en-US" noProof="0"/>
              <a:t>Please add icon</a:t>
            </a:r>
            <a:endParaRPr lang="en-US"/>
          </a:p>
        </p:txBody>
      </p:sp>
      <p:sp>
        <p:nvSpPr>
          <p:cNvPr id="31"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4993894" y="19296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8457788" y="1929600"/>
            <a:ext cx="457200" cy="457200"/>
          </a:xfrm>
        </p:spPr>
        <p:txBody>
          <a:bodyPr lIns="0" tIns="0" rIns="0" bIns="0"/>
          <a:lstStyle>
            <a:lvl1pPr algn="ctr">
              <a:defRPr sz="700" b="1"/>
            </a:lvl1pPr>
          </a:lstStyle>
          <a:p>
            <a:r>
              <a:rPr lang="en-US" noProof="0"/>
              <a:t>Please add icon</a:t>
            </a:r>
            <a:endParaRPr lang="en-US"/>
          </a:p>
        </p:txBody>
      </p:sp>
      <p:sp>
        <p:nvSpPr>
          <p:cNvPr id="32"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9055388" y="19296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5"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334800" y="3272400"/>
            <a:ext cx="457200" cy="457200"/>
          </a:xfrm>
        </p:spPr>
        <p:txBody>
          <a:bodyPr lIns="0" tIns="0" rIns="0" bIns="0"/>
          <a:lstStyle>
            <a:lvl1pPr algn="ctr">
              <a:defRPr sz="700" b="1"/>
            </a:lvl1pPr>
          </a:lstStyle>
          <a:p>
            <a:r>
              <a:rPr lang="en-US" noProof="0"/>
              <a:t>Please add icon</a:t>
            </a:r>
            <a:endParaRPr lang="en-US"/>
          </a:p>
        </p:txBody>
      </p:sp>
      <p:sp>
        <p:nvSpPr>
          <p:cNvPr id="33"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932400" y="32724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6"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4396294" y="3272400"/>
            <a:ext cx="457200" cy="457200"/>
          </a:xfrm>
        </p:spPr>
        <p:txBody>
          <a:bodyPr lIns="0" tIns="0" rIns="0" bIns="0"/>
          <a:lstStyle>
            <a:lvl1pPr algn="ctr">
              <a:defRPr sz="700" b="1"/>
            </a:lvl1pPr>
          </a:lstStyle>
          <a:p>
            <a:r>
              <a:rPr lang="en-US" noProof="0"/>
              <a:t>Please add icon</a:t>
            </a:r>
            <a:endParaRPr lang="en-US"/>
          </a:p>
        </p:txBody>
      </p:sp>
      <p:sp>
        <p:nvSpPr>
          <p:cNvPr id="34"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4993894" y="32724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7" name="Picture Placeholder 10">
            <a:extLst>
              <a:ext uri="{FF2B5EF4-FFF2-40B4-BE49-F238E27FC236}">
                <a16:creationId xmlns:a16="http://schemas.microsoft.com/office/drawing/2014/main" id="{D5F0F628-8A10-418E-9B30-5C02EB627E1C}"/>
              </a:ext>
            </a:extLst>
          </p:cNvPr>
          <p:cNvSpPr>
            <a:spLocks noGrp="1"/>
          </p:cNvSpPr>
          <p:nvPr>
            <p:ph type="pic" sz="quarter" idx="26" hasCustomPrompt="1"/>
          </p:nvPr>
        </p:nvSpPr>
        <p:spPr>
          <a:xfrm>
            <a:off x="8457788" y="3272400"/>
            <a:ext cx="457200" cy="457200"/>
          </a:xfrm>
        </p:spPr>
        <p:txBody>
          <a:bodyPr lIns="0" tIns="0" rIns="0" bIns="0"/>
          <a:lstStyle>
            <a:lvl1pPr algn="ctr">
              <a:defRPr sz="700" b="1"/>
            </a:lvl1pPr>
          </a:lstStyle>
          <a:p>
            <a:r>
              <a:rPr lang="en-US" noProof="0"/>
              <a:t>Please add icon</a:t>
            </a:r>
            <a:endParaRPr lang="en-US"/>
          </a:p>
        </p:txBody>
      </p:sp>
      <p:sp>
        <p:nvSpPr>
          <p:cNvPr id="35" name="Text Placeholder 11">
            <a:extLst>
              <a:ext uri="{FF2B5EF4-FFF2-40B4-BE49-F238E27FC236}">
                <a16:creationId xmlns:a16="http://schemas.microsoft.com/office/drawing/2014/main" id="{677AB433-7578-4A04-94CE-256E9DF81444}"/>
              </a:ext>
            </a:extLst>
          </p:cNvPr>
          <p:cNvSpPr>
            <a:spLocks noGrp="1"/>
          </p:cNvSpPr>
          <p:nvPr>
            <p:ph type="body" sz="quarter" idx="27"/>
          </p:nvPr>
        </p:nvSpPr>
        <p:spPr>
          <a:xfrm>
            <a:off x="9055388" y="32724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8" name="Picture Placeholder 10">
            <a:extLst>
              <a:ext uri="{FF2B5EF4-FFF2-40B4-BE49-F238E27FC236}">
                <a16:creationId xmlns:a16="http://schemas.microsoft.com/office/drawing/2014/main" id="{4C864FEE-0A1C-4897-8B82-F45359452B14}"/>
              </a:ext>
            </a:extLst>
          </p:cNvPr>
          <p:cNvSpPr>
            <a:spLocks noGrp="1"/>
          </p:cNvSpPr>
          <p:nvPr>
            <p:ph type="pic" sz="quarter" idx="28" hasCustomPrompt="1"/>
          </p:nvPr>
        </p:nvSpPr>
        <p:spPr>
          <a:xfrm>
            <a:off x="334800" y="4615200"/>
            <a:ext cx="457200" cy="457200"/>
          </a:xfrm>
        </p:spPr>
        <p:txBody>
          <a:bodyPr lIns="0" tIns="0" rIns="0" bIns="0"/>
          <a:lstStyle>
            <a:lvl1pPr algn="ctr">
              <a:defRPr sz="700" b="1"/>
            </a:lvl1pPr>
          </a:lstStyle>
          <a:p>
            <a:r>
              <a:rPr lang="en-US" noProof="0"/>
              <a:t>Please add icon</a:t>
            </a:r>
            <a:endParaRPr lang="en-US"/>
          </a:p>
        </p:txBody>
      </p:sp>
      <p:sp>
        <p:nvSpPr>
          <p:cNvPr id="38" name="Text Placeholder 11">
            <a:extLst>
              <a:ext uri="{FF2B5EF4-FFF2-40B4-BE49-F238E27FC236}">
                <a16:creationId xmlns:a16="http://schemas.microsoft.com/office/drawing/2014/main" id="{FBC895BB-D162-4E65-9A05-7277A36BC032}"/>
              </a:ext>
            </a:extLst>
          </p:cNvPr>
          <p:cNvSpPr>
            <a:spLocks noGrp="1"/>
          </p:cNvSpPr>
          <p:nvPr>
            <p:ph type="body" sz="quarter" idx="29"/>
          </p:nvPr>
        </p:nvSpPr>
        <p:spPr>
          <a:xfrm>
            <a:off x="932400" y="46152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9" name="Picture Placeholder 10">
            <a:extLst>
              <a:ext uri="{FF2B5EF4-FFF2-40B4-BE49-F238E27FC236}">
                <a16:creationId xmlns:a16="http://schemas.microsoft.com/office/drawing/2014/main" id="{1F21B681-AA7C-40DE-8FD3-7B067F1B9F82}"/>
              </a:ext>
            </a:extLst>
          </p:cNvPr>
          <p:cNvSpPr>
            <a:spLocks noGrp="1"/>
          </p:cNvSpPr>
          <p:nvPr>
            <p:ph type="pic" sz="quarter" idx="30" hasCustomPrompt="1"/>
          </p:nvPr>
        </p:nvSpPr>
        <p:spPr>
          <a:xfrm>
            <a:off x="4396294" y="4615200"/>
            <a:ext cx="457200" cy="457200"/>
          </a:xfrm>
        </p:spPr>
        <p:txBody>
          <a:bodyPr lIns="0" tIns="0" rIns="0" bIns="0"/>
          <a:lstStyle>
            <a:lvl1pPr algn="ctr">
              <a:defRPr sz="700" b="1"/>
            </a:lvl1pPr>
          </a:lstStyle>
          <a:p>
            <a:r>
              <a:rPr lang="en-US" noProof="0"/>
              <a:t>Please add icon</a:t>
            </a:r>
            <a:endParaRPr lang="en-US"/>
          </a:p>
        </p:txBody>
      </p:sp>
      <p:sp>
        <p:nvSpPr>
          <p:cNvPr id="39" name="Text Placeholder 11">
            <a:extLst>
              <a:ext uri="{FF2B5EF4-FFF2-40B4-BE49-F238E27FC236}">
                <a16:creationId xmlns:a16="http://schemas.microsoft.com/office/drawing/2014/main" id="{D6CD389E-53C9-4827-B43F-AE5D96E283DD}"/>
              </a:ext>
            </a:extLst>
          </p:cNvPr>
          <p:cNvSpPr>
            <a:spLocks noGrp="1"/>
          </p:cNvSpPr>
          <p:nvPr>
            <p:ph type="body" sz="quarter" idx="31"/>
          </p:nvPr>
        </p:nvSpPr>
        <p:spPr>
          <a:xfrm>
            <a:off x="4993894" y="46152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6" name="Picture Placeholder 10">
            <a:extLst>
              <a:ext uri="{FF2B5EF4-FFF2-40B4-BE49-F238E27FC236}">
                <a16:creationId xmlns:a16="http://schemas.microsoft.com/office/drawing/2014/main" id="{1E8F4191-056B-4619-9288-972A95E4D9D1}"/>
              </a:ext>
            </a:extLst>
          </p:cNvPr>
          <p:cNvSpPr>
            <a:spLocks noGrp="1"/>
          </p:cNvSpPr>
          <p:nvPr>
            <p:ph type="pic" sz="quarter" idx="32" hasCustomPrompt="1"/>
          </p:nvPr>
        </p:nvSpPr>
        <p:spPr>
          <a:xfrm>
            <a:off x="8457788" y="4615200"/>
            <a:ext cx="457200" cy="457200"/>
          </a:xfrm>
        </p:spPr>
        <p:txBody>
          <a:bodyPr lIns="0" tIns="0" rIns="0" bIns="0"/>
          <a:lstStyle>
            <a:lvl1pPr algn="ctr">
              <a:defRPr sz="700" b="1"/>
            </a:lvl1pPr>
          </a:lstStyle>
          <a:p>
            <a:r>
              <a:rPr lang="en-US" noProof="0"/>
              <a:t>Please add icon</a:t>
            </a:r>
            <a:endParaRPr lang="en-US"/>
          </a:p>
        </p:txBody>
      </p:sp>
      <p:sp>
        <p:nvSpPr>
          <p:cNvPr id="40" name="Text Placeholder 11">
            <a:extLst>
              <a:ext uri="{FF2B5EF4-FFF2-40B4-BE49-F238E27FC236}">
                <a16:creationId xmlns:a16="http://schemas.microsoft.com/office/drawing/2014/main" id="{C6A43FA3-4FF5-4557-967D-6FB6ECC33571}"/>
              </a:ext>
            </a:extLst>
          </p:cNvPr>
          <p:cNvSpPr>
            <a:spLocks noGrp="1"/>
          </p:cNvSpPr>
          <p:nvPr>
            <p:ph type="body" sz="quarter" idx="33"/>
          </p:nvPr>
        </p:nvSpPr>
        <p:spPr>
          <a:xfrm>
            <a:off x="9055388" y="4615200"/>
            <a:ext cx="2808000" cy="8604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CA8D5F6D-18D1-4E80-97E0-F8A3F4836D54}"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37" name="Text Placeholder 9">
            <a:extLst>
              <a:ext uri="{FF2B5EF4-FFF2-40B4-BE49-F238E27FC236}">
                <a16:creationId xmlns:a16="http://schemas.microsoft.com/office/drawing/2014/main" id="{EAB8C8AA-5479-4E03-B260-4B35C2BB4F38}"/>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551165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Process: 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3" name="Content Placeholder 8">
            <a:extLst>
              <a:ext uri="{FF2B5EF4-FFF2-40B4-BE49-F238E27FC236}">
                <a16:creationId xmlns:a16="http://schemas.microsoft.com/office/drawing/2014/main" id="{17F53BD8-37C5-48ED-B4A6-D7482E31399E}"/>
              </a:ext>
            </a:extLst>
          </p:cNvPr>
          <p:cNvSpPr>
            <a:spLocks noGrp="1"/>
          </p:cNvSpPr>
          <p:nvPr>
            <p:ph sz="quarter" idx="23"/>
          </p:nvPr>
        </p:nvSpPr>
        <p:spPr>
          <a:xfrm>
            <a:off x="331199" y="1929600"/>
            <a:ext cx="3701051" cy="360000"/>
          </a:xfrm>
          <a:prstGeom prst="homePlate">
            <a:avLst/>
          </a:prstGeom>
          <a:solidFill>
            <a:schemeClr val="bg2"/>
          </a:solidFill>
        </p:spPr>
        <p:txBody>
          <a:bodyPr lIns="0" tIns="0" rIns="0" bIns="0" anchor="ctr"/>
          <a:lstStyle>
            <a:lvl1pPr algn="ctr">
              <a:defRPr sz="1400" b="1">
                <a:solidFill>
                  <a:schemeClr val="bg1"/>
                </a:solidFill>
              </a:defRPr>
            </a:lvl1pPr>
          </a:lstStyle>
          <a:p>
            <a:pPr lvl="0"/>
            <a:r>
              <a:rPr lang="en-US"/>
              <a:t>Click to edit Master text styles</a:t>
            </a:r>
          </a:p>
        </p:txBody>
      </p:sp>
      <p:sp>
        <p:nvSpPr>
          <p:cNvPr id="15" name="Content Placeholder 8">
            <a:extLst>
              <a:ext uri="{FF2B5EF4-FFF2-40B4-BE49-F238E27FC236}">
                <a16:creationId xmlns:a16="http://schemas.microsoft.com/office/drawing/2014/main" id="{41D5ECEA-2E5E-4D71-841F-95A2A0D97798}"/>
              </a:ext>
            </a:extLst>
          </p:cNvPr>
          <p:cNvSpPr>
            <a:spLocks noGrp="1"/>
          </p:cNvSpPr>
          <p:nvPr>
            <p:ph sz="quarter" idx="24"/>
          </p:nvPr>
        </p:nvSpPr>
        <p:spPr>
          <a:xfrm>
            <a:off x="4245975" y="1929600"/>
            <a:ext cx="3701051" cy="360000"/>
          </a:xfrm>
          <a:prstGeom prst="chevron">
            <a:avLst/>
          </a:prstGeom>
          <a:solidFill>
            <a:schemeClr val="bg2"/>
          </a:solidFill>
        </p:spPr>
        <p:txBody>
          <a:bodyPr lIns="0" tIns="0" rIns="0" bIns="0" anchor="ctr"/>
          <a:lstStyle>
            <a:lvl1pPr algn="ctr">
              <a:defRPr sz="1400" b="1">
                <a:solidFill>
                  <a:schemeClr val="bg1"/>
                </a:solidFill>
              </a:defRPr>
            </a:lvl1pPr>
          </a:lstStyle>
          <a:p>
            <a:pPr lvl="0"/>
            <a:r>
              <a:rPr lang="en-US"/>
              <a:t>Click to edit Master text styles</a:t>
            </a:r>
          </a:p>
        </p:txBody>
      </p:sp>
      <p:sp>
        <p:nvSpPr>
          <p:cNvPr id="17" name="Content Placeholder 8">
            <a:extLst>
              <a:ext uri="{FF2B5EF4-FFF2-40B4-BE49-F238E27FC236}">
                <a16:creationId xmlns:a16="http://schemas.microsoft.com/office/drawing/2014/main" id="{041C7270-2AD5-4174-9BB6-40887670ECE3}"/>
              </a:ext>
            </a:extLst>
          </p:cNvPr>
          <p:cNvSpPr>
            <a:spLocks noGrp="1"/>
          </p:cNvSpPr>
          <p:nvPr>
            <p:ph sz="quarter" idx="25"/>
          </p:nvPr>
        </p:nvSpPr>
        <p:spPr>
          <a:xfrm>
            <a:off x="8160749" y="1929600"/>
            <a:ext cx="3701051" cy="360000"/>
          </a:xfrm>
          <a:prstGeom prst="chevron">
            <a:avLst/>
          </a:prstGeom>
          <a:solidFill>
            <a:schemeClr val="bg2"/>
          </a:solidFill>
        </p:spPr>
        <p:txBody>
          <a:bodyPr lIns="0" tIns="0" rIns="0" bIns="0" anchor="ctr"/>
          <a:lstStyle>
            <a:lvl1pPr algn="ctr">
              <a:defRPr sz="1400" b="1">
                <a:solidFill>
                  <a:schemeClr val="bg1"/>
                </a:solidFill>
              </a:defRPr>
            </a:lvl1pPr>
          </a:lstStyle>
          <a:p>
            <a:pPr lvl="0"/>
            <a:r>
              <a:rPr lang="en-US"/>
              <a:t>Click to edit Master text styles</a:t>
            </a:r>
          </a:p>
        </p:txBody>
      </p:sp>
      <p:sp>
        <p:nvSpPr>
          <p:cNvPr id="22" name="Content Placeholder 8">
            <a:extLst>
              <a:ext uri="{FF2B5EF4-FFF2-40B4-BE49-F238E27FC236}">
                <a16:creationId xmlns:a16="http://schemas.microsoft.com/office/drawing/2014/main" id="{E6F51FA5-7813-4436-9E2D-0AA10EED3502}"/>
              </a:ext>
            </a:extLst>
          </p:cNvPr>
          <p:cNvSpPr>
            <a:spLocks noGrp="1"/>
          </p:cNvSpPr>
          <p:nvPr>
            <p:ph sz="quarter" idx="17"/>
          </p:nvPr>
        </p:nvSpPr>
        <p:spPr>
          <a:xfrm>
            <a:off x="331200" y="2401200"/>
            <a:ext cx="3701050" cy="31104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8">
            <a:extLst>
              <a:ext uri="{FF2B5EF4-FFF2-40B4-BE49-F238E27FC236}">
                <a16:creationId xmlns:a16="http://schemas.microsoft.com/office/drawing/2014/main" id="{E6214208-AE04-4F1F-B879-DC21F5861A5B}"/>
              </a:ext>
            </a:extLst>
          </p:cNvPr>
          <p:cNvSpPr>
            <a:spLocks noGrp="1"/>
          </p:cNvSpPr>
          <p:nvPr>
            <p:ph sz="quarter" idx="18"/>
          </p:nvPr>
        </p:nvSpPr>
        <p:spPr>
          <a:xfrm>
            <a:off x="4245975" y="2401200"/>
            <a:ext cx="3701050" cy="31104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8">
            <a:extLst>
              <a:ext uri="{FF2B5EF4-FFF2-40B4-BE49-F238E27FC236}">
                <a16:creationId xmlns:a16="http://schemas.microsoft.com/office/drawing/2014/main" id="{C5BC1243-5335-403B-A737-9CF168164EF1}"/>
              </a:ext>
            </a:extLst>
          </p:cNvPr>
          <p:cNvSpPr>
            <a:spLocks noGrp="1"/>
          </p:cNvSpPr>
          <p:nvPr>
            <p:ph sz="quarter" idx="19"/>
          </p:nvPr>
        </p:nvSpPr>
        <p:spPr>
          <a:xfrm>
            <a:off x="8160749" y="2401200"/>
            <a:ext cx="3701050" cy="3110400"/>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119626B5-1F46-41F6-BEF7-1D8C4DEA0344}"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
        <p:nvSpPr>
          <p:cNvPr id="18" name="Text Placeholder 9">
            <a:extLst>
              <a:ext uri="{FF2B5EF4-FFF2-40B4-BE49-F238E27FC236}">
                <a16:creationId xmlns:a16="http://schemas.microsoft.com/office/drawing/2014/main" id="{C01AE2CA-8A5F-4992-AB7D-3C309899A56F}"/>
              </a:ext>
            </a:extLst>
          </p:cNvPr>
          <p:cNvSpPr>
            <a:spLocks noGrp="1"/>
          </p:cNvSpPr>
          <p:nvPr>
            <p:ph type="body" sz="quarter" idx="16"/>
          </p:nvPr>
        </p:nvSpPr>
        <p:spPr>
          <a:xfrm>
            <a:off x="331200" y="5634000"/>
            <a:ext cx="11530600" cy="540000"/>
          </a:xfrm>
          <a:solidFill>
            <a:schemeClr val="accent3"/>
          </a:solidFill>
        </p:spPr>
        <p:txBody>
          <a:bodyPr lIns="0" tIns="0" rIns="0" bIns="0" anchor="ctr"/>
          <a:lstStyle>
            <a:lvl1pPr marL="0" algn="ctr">
              <a:spcBef>
                <a:spcPts val="0"/>
              </a:spcBef>
              <a:defRPr b="1">
                <a:solidFill>
                  <a:schemeClr val="bg1"/>
                </a:solidFill>
              </a:defRPr>
            </a:lvl1pPr>
            <a:lvl2pPr marL="0" indent="0" algn="ctr">
              <a:spcBef>
                <a:spcPts val="0"/>
              </a:spcBef>
              <a:buNone/>
              <a:defRPr b="1">
                <a:solidFill>
                  <a:schemeClr val="bg1"/>
                </a:solidFill>
              </a:defRPr>
            </a:lvl2pPr>
            <a:lvl3pPr marL="0" indent="0" algn="ctr">
              <a:spcBef>
                <a:spcPts val="0"/>
              </a:spcBef>
              <a:buNone/>
              <a:defRPr b="1">
                <a:solidFill>
                  <a:schemeClr val="bg1"/>
                </a:solidFill>
              </a:defRPr>
            </a:lvl3pPr>
            <a:lvl4pPr marL="0" indent="0" algn="ctr">
              <a:spcBef>
                <a:spcPts val="0"/>
              </a:spcBef>
              <a:buNone/>
              <a:defRPr b="1">
                <a:solidFill>
                  <a:schemeClr val="bg1"/>
                </a:solidFill>
              </a:defRPr>
            </a:lvl4pPr>
            <a:lvl5pPr marL="0" indent="0" algn="ctr">
              <a:spcBef>
                <a:spcPts val="0"/>
              </a:spcBef>
              <a:buNone/>
              <a:defRPr b="1">
                <a:solidFill>
                  <a:schemeClr val="bg1"/>
                </a:solidFill>
              </a:defRPr>
            </a:lvl5pPr>
          </a:lstStyle>
          <a:p>
            <a:pPr lvl="0"/>
            <a:r>
              <a:rPr lang="en-US" noProof="0"/>
              <a:t>Click to edit Master text styles</a:t>
            </a:r>
            <a:endParaRPr lang="en-US"/>
          </a:p>
        </p:txBody>
      </p:sp>
    </p:spTree>
    <p:extLst>
      <p:ext uri="{BB962C8B-B14F-4D97-AF65-F5344CB8AC3E}">
        <p14:creationId xmlns:p14="http://schemas.microsoft.com/office/powerpoint/2010/main" val="325436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meline: five text boxes &amp;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20" name="Text Placeholder 11">
            <a:extLst>
              <a:ext uri="{FF2B5EF4-FFF2-40B4-BE49-F238E27FC236}">
                <a16:creationId xmlns:a16="http://schemas.microsoft.com/office/drawing/2014/main" id="{907891A7-3AF7-4352-8C25-93B984B9D5F8}"/>
              </a:ext>
            </a:extLst>
          </p:cNvPr>
          <p:cNvSpPr>
            <a:spLocks noGrp="1"/>
          </p:cNvSpPr>
          <p:nvPr>
            <p:ph type="body" sz="quarter" idx="26"/>
          </p:nvPr>
        </p:nvSpPr>
        <p:spPr bwMode="gray">
          <a:xfrm>
            <a:off x="338400" y="5227200"/>
            <a:ext cx="11520000" cy="0"/>
          </a:xfrm>
          <a:custGeom>
            <a:avLst/>
            <a:gdLst>
              <a:gd name="connsiteX0" fmla="*/ 0 w 2066400"/>
              <a:gd name="connsiteY0" fmla="*/ 0 h 118800"/>
              <a:gd name="connsiteX1" fmla="*/ 2066400 w 2066400"/>
              <a:gd name="connsiteY1" fmla="*/ 0 h 118800"/>
              <a:gd name="connsiteX2" fmla="*/ 2066400 w 2066400"/>
              <a:gd name="connsiteY2" fmla="*/ 118800 h 118800"/>
              <a:gd name="connsiteX3" fmla="*/ 0 w 2066400"/>
              <a:gd name="connsiteY3" fmla="*/ 118800 h 118800"/>
              <a:gd name="connsiteX4" fmla="*/ 0 w 2066400"/>
              <a:gd name="connsiteY4" fmla="*/ 0 h 118800"/>
              <a:gd name="connsiteX0" fmla="*/ 2066400 w 2157840"/>
              <a:gd name="connsiteY0" fmla="*/ 118800 h 210240"/>
              <a:gd name="connsiteX1" fmla="*/ 0 w 2157840"/>
              <a:gd name="connsiteY1" fmla="*/ 118800 h 210240"/>
              <a:gd name="connsiteX2" fmla="*/ 0 w 2157840"/>
              <a:gd name="connsiteY2" fmla="*/ 0 h 210240"/>
              <a:gd name="connsiteX3" fmla="*/ 2066400 w 2157840"/>
              <a:gd name="connsiteY3" fmla="*/ 0 h 210240"/>
              <a:gd name="connsiteX4" fmla="*/ 2157840 w 2157840"/>
              <a:gd name="connsiteY4" fmla="*/ 210240 h 210240"/>
              <a:gd name="connsiteX0" fmla="*/ 2066400 w 2066400"/>
              <a:gd name="connsiteY0" fmla="*/ 118800 h 118800"/>
              <a:gd name="connsiteX1" fmla="*/ 0 w 2066400"/>
              <a:gd name="connsiteY1" fmla="*/ 118800 h 118800"/>
              <a:gd name="connsiteX2" fmla="*/ 0 w 2066400"/>
              <a:gd name="connsiteY2" fmla="*/ 0 h 118800"/>
              <a:gd name="connsiteX3" fmla="*/ 2066400 w 2066400"/>
              <a:gd name="connsiteY3" fmla="*/ 0 h 118800"/>
              <a:gd name="connsiteX0" fmla="*/ 0 w 2066400"/>
              <a:gd name="connsiteY0" fmla="*/ 118800 h 118800"/>
              <a:gd name="connsiteX1" fmla="*/ 0 w 2066400"/>
              <a:gd name="connsiteY1" fmla="*/ 0 h 118800"/>
              <a:gd name="connsiteX2" fmla="*/ 2066400 w 2066400"/>
              <a:gd name="connsiteY2" fmla="*/ 0 h 118800"/>
              <a:gd name="connsiteX0" fmla="*/ 0 w 2066400"/>
              <a:gd name="connsiteY0" fmla="*/ 0 h 0"/>
              <a:gd name="connsiteX1" fmla="*/ 2066400 w 2066400"/>
              <a:gd name="connsiteY1" fmla="*/ 0 h 0"/>
            </a:gdLst>
            <a:ahLst/>
            <a:cxnLst>
              <a:cxn ang="0">
                <a:pos x="connsiteX0" y="connsiteY0"/>
              </a:cxn>
              <a:cxn ang="0">
                <a:pos x="connsiteX1" y="connsiteY1"/>
              </a:cxn>
            </a:cxnLst>
            <a:rect l="l" t="t" r="r" b="b"/>
            <a:pathLst>
              <a:path w="2066400">
                <a:moveTo>
                  <a:pt x="0" y="0"/>
                </a:moveTo>
                <a:lnTo>
                  <a:pt x="2066400" y="0"/>
                </a:lnTo>
              </a:path>
            </a:pathLst>
          </a:custGeom>
          <a:ln w="15875">
            <a:solidFill>
              <a:schemeClr val="accent4"/>
            </a:solidFill>
            <a:tailEnd type="arrow" w="med" len="sm"/>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1" name="Text Placeholder 11">
            <a:extLst>
              <a:ext uri="{FF2B5EF4-FFF2-40B4-BE49-F238E27FC236}">
                <a16:creationId xmlns:a16="http://schemas.microsoft.com/office/drawing/2014/main" id="{116A6796-F195-444B-8CAF-9408872890E2}"/>
              </a:ext>
            </a:extLst>
          </p:cNvPr>
          <p:cNvSpPr>
            <a:spLocks noGrp="1"/>
          </p:cNvSpPr>
          <p:nvPr>
            <p:ph type="body" sz="quarter" idx="27" hasCustomPrompt="1"/>
          </p:nvPr>
        </p:nvSpPr>
        <p:spPr>
          <a:xfrm>
            <a:off x="331200"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2" name="Text Placeholder 11">
            <a:extLst>
              <a:ext uri="{FF2B5EF4-FFF2-40B4-BE49-F238E27FC236}">
                <a16:creationId xmlns:a16="http://schemas.microsoft.com/office/drawing/2014/main" id="{6A84518F-EB08-4F36-8400-95AB01D38109}"/>
              </a:ext>
            </a:extLst>
          </p:cNvPr>
          <p:cNvSpPr>
            <a:spLocks noGrp="1"/>
          </p:cNvSpPr>
          <p:nvPr>
            <p:ph type="body" sz="quarter" idx="28" hasCustomPrompt="1"/>
          </p:nvPr>
        </p:nvSpPr>
        <p:spPr>
          <a:xfrm>
            <a:off x="2724447"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3" name="Text Placeholder 11">
            <a:extLst>
              <a:ext uri="{FF2B5EF4-FFF2-40B4-BE49-F238E27FC236}">
                <a16:creationId xmlns:a16="http://schemas.microsoft.com/office/drawing/2014/main" id="{C503EA10-D1F3-4AA4-8CED-AEE30E121F6D}"/>
              </a:ext>
            </a:extLst>
          </p:cNvPr>
          <p:cNvSpPr>
            <a:spLocks noGrp="1"/>
          </p:cNvSpPr>
          <p:nvPr>
            <p:ph type="body" sz="quarter" idx="29" hasCustomPrompt="1"/>
          </p:nvPr>
        </p:nvSpPr>
        <p:spPr>
          <a:xfrm>
            <a:off x="5117694"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4" name="Text Placeholder 11">
            <a:extLst>
              <a:ext uri="{FF2B5EF4-FFF2-40B4-BE49-F238E27FC236}">
                <a16:creationId xmlns:a16="http://schemas.microsoft.com/office/drawing/2014/main" id="{DF438A3D-D3E1-4D5D-BA34-887EAEB9949A}"/>
              </a:ext>
            </a:extLst>
          </p:cNvPr>
          <p:cNvSpPr>
            <a:spLocks noGrp="1"/>
          </p:cNvSpPr>
          <p:nvPr>
            <p:ph type="body" sz="quarter" idx="30" hasCustomPrompt="1"/>
          </p:nvPr>
        </p:nvSpPr>
        <p:spPr>
          <a:xfrm>
            <a:off x="7510941"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25" name="Text Placeholder 11">
            <a:extLst>
              <a:ext uri="{FF2B5EF4-FFF2-40B4-BE49-F238E27FC236}">
                <a16:creationId xmlns:a16="http://schemas.microsoft.com/office/drawing/2014/main" id="{3EDD5930-9373-4D21-B203-C97F69292A19}"/>
              </a:ext>
            </a:extLst>
          </p:cNvPr>
          <p:cNvSpPr>
            <a:spLocks noGrp="1"/>
          </p:cNvSpPr>
          <p:nvPr>
            <p:ph type="body" sz="quarter" idx="31" hasCustomPrompt="1"/>
          </p:nvPr>
        </p:nvSpPr>
        <p:spPr>
          <a:xfrm>
            <a:off x="9904189" y="5173200"/>
            <a:ext cx="108000" cy="108000"/>
          </a:xfrm>
          <a:prstGeom prst="ellipse">
            <a:avLst/>
          </a:prstGeom>
          <a:solidFill>
            <a:schemeClr val="bg2"/>
          </a:solidFill>
          <a:ln>
            <a:solidFill>
              <a:schemeClr val="bg2"/>
            </a:solidFill>
          </a:ln>
        </p:spPr>
        <p:txBody>
          <a:bodyPr lIns="0" tIns="0" rIns="0" bIns="0" anchor="t"/>
          <a:lstStyle>
            <a:lvl1pPr>
              <a:defRPr sz="14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1929600"/>
            <a:ext cx="1957975"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1" name="Text Placeholder 11">
            <a:extLst>
              <a:ext uri="{FF2B5EF4-FFF2-40B4-BE49-F238E27FC236}">
                <a16:creationId xmlns:a16="http://schemas.microsoft.com/office/drawing/2014/main" id="{5AE7A1D2-DAC3-46BE-AA9A-E1EB0825207A}"/>
              </a:ext>
            </a:extLst>
          </p:cNvPr>
          <p:cNvSpPr>
            <a:spLocks noGrp="1"/>
          </p:cNvSpPr>
          <p:nvPr>
            <p:ph type="body" sz="quarter" idx="17"/>
          </p:nvPr>
        </p:nvSpPr>
        <p:spPr>
          <a:xfrm>
            <a:off x="2724129"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Text Placeholder 11">
            <a:extLst>
              <a:ext uri="{FF2B5EF4-FFF2-40B4-BE49-F238E27FC236}">
                <a16:creationId xmlns:a16="http://schemas.microsoft.com/office/drawing/2014/main" id="{3CF0CC0E-6E4F-4BBB-AC3B-74E8C1262776}"/>
              </a:ext>
            </a:extLst>
          </p:cNvPr>
          <p:cNvSpPr>
            <a:spLocks noGrp="1"/>
          </p:cNvSpPr>
          <p:nvPr>
            <p:ph type="body" sz="quarter" idx="18"/>
          </p:nvPr>
        </p:nvSpPr>
        <p:spPr>
          <a:xfrm>
            <a:off x="5117483"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3" name="Text Placeholder 11">
            <a:extLst>
              <a:ext uri="{FF2B5EF4-FFF2-40B4-BE49-F238E27FC236}">
                <a16:creationId xmlns:a16="http://schemas.microsoft.com/office/drawing/2014/main" id="{F46DB502-496B-4374-80BE-F2A5D51992FE}"/>
              </a:ext>
            </a:extLst>
          </p:cNvPr>
          <p:cNvSpPr>
            <a:spLocks noGrp="1"/>
          </p:cNvSpPr>
          <p:nvPr>
            <p:ph type="body" sz="quarter" idx="19"/>
          </p:nvPr>
        </p:nvSpPr>
        <p:spPr>
          <a:xfrm>
            <a:off x="7510837"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4" name="Text Placeholder 11">
            <a:extLst>
              <a:ext uri="{FF2B5EF4-FFF2-40B4-BE49-F238E27FC236}">
                <a16:creationId xmlns:a16="http://schemas.microsoft.com/office/drawing/2014/main" id="{4B72E113-B74F-4C8D-B9C6-1799A1DAE158}"/>
              </a:ext>
            </a:extLst>
          </p:cNvPr>
          <p:cNvSpPr>
            <a:spLocks noGrp="1"/>
          </p:cNvSpPr>
          <p:nvPr>
            <p:ph type="body" sz="quarter" idx="20"/>
          </p:nvPr>
        </p:nvSpPr>
        <p:spPr>
          <a:xfrm>
            <a:off x="9904189" y="1929600"/>
            <a:ext cx="1958400" cy="3099600"/>
          </a:xfrm>
        </p:spPr>
        <p:txBody>
          <a:bodyPr lIns="0" tIns="0" rIns="0" bIns="0" anchor="b"/>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5" name="Text Placeholder 11">
            <a:extLst>
              <a:ext uri="{FF2B5EF4-FFF2-40B4-BE49-F238E27FC236}">
                <a16:creationId xmlns:a16="http://schemas.microsoft.com/office/drawing/2014/main" id="{9AE4540D-5837-4887-82D2-ADB1E470A04C}"/>
              </a:ext>
            </a:extLst>
          </p:cNvPr>
          <p:cNvSpPr>
            <a:spLocks noGrp="1"/>
          </p:cNvSpPr>
          <p:nvPr>
            <p:ph type="body" sz="quarter" idx="21"/>
          </p:nvPr>
        </p:nvSpPr>
        <p:spPr>
          <a:xfrm>
            <a:off x="331200"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6" name="Text Placeholder 11">
            <a:extLst>
              <a:ext uri="{FF2B5EF4-FFF2-40B4-BE49-F238E27FC236}">
                <a16:creationId xmlns:a16="http://schemas.microsoft.com/office/drawing/2014/main" id="{441512B5-B055-451B-A63A-61AC3D27A779}"/>
              </a:ext>
            </a:extLst>
          </p:cNvPr>
          <p:cNvSpPr>
            <a:spLocks noGrp="1"/>
          </p:cNvSpPr>
          <p:nvPr>
            <p:ph type="body" sz="quarter" idx="22"/>
          </p:nvPr>
        </p:nvSpPr>
        <p:spPr>
          <a:xfrm>
            <a:off x="2724447"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7" name="Text Placeholder 11">
            <a:extLst>
              <a:ext uri="{FF2B5EF4-FFF2-40B4-BE49-F238E27FC236}">
                <a16:creationId xmlns:a16="http://schemas.microsoft.com/office/drawing/2014/main" id="{1272552C-9A92-45B5-9658-E0A7758AE5F7}"/>
              </a:ext>
            </a:extLst>
          </p:cNvPr>
          <p:cNvSpPr>
            <a:spLocks noGrp="1"/>
          </p:cNvSpPr>
          <p:nvPr>
            <p:ph type="body" sz="quarter" idx="23"/>
          </p:nvPr>
        </p:nvSpPr>
        <p:spPr>
          <a:xfrm>
            <a:off x="5117694"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8" name="Text Placeholder 11">
            <a:extLst>
              <a:ext uri="{FF2B5EF4-FFF2-40B4-BE49-F238E27FC236}">
                <a16:creationId xmlns:a16="http://schemas.microsoft.com/office/drawing/2014/main" id="{B93E5512-D171-4A0F-A84D-1429CB1B2404}"/>
              </a:ext>
            </a:extLst>
          </p:cNvPr>
          <p:cNvSpPr>
            <a:spLocks noGrp="1"/>
          </p:cNvSpPr>
          <p:nvPr>
            <p:ph type="body" sz="quarter" idx="24"/>
          </p:nvPr>
        </p:nvSpPr>
        <p:spPr>
          <a:xfrm>
            <a:off x="7510941"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9" name="Text Placeholder 11">
            <a:extLst>
              <a:ext uri="{FF2B5EF4-FFF2-40B4-BE49-F238E27FC236}">
                <a16:creationId xmlns:a16="http://schemas.microsoft.com/office/drawing/2014/main" id="{A19BB1C7-BB18-4D53-B7FD-0B43DE543E7B}"/>
              </a:ext>
            </a:extLst>
          </p:cNvPr>
          <p:cNvSpPr>
            <a:spLocks noGrp="1"/>
          </p:cNvSpPr>
          <p:nvPr>
            <p:ph type="body" sz="quarter" idx="25"/>
          </p:nvPr>
        </p:nvSpPr>
        <p:spPr>
          <a:xfrm>
            <a:off x="9904189" y="5421600"/>
            <a:ext cx="1958400" cy="392400"/>
          </a:xfrm>
        </p:spPr>
        <p:txBody>
          <a:bodyPr lIns="0" tIns="0" rIns="0" bIns="0" anchor="t"/>
          <a:lstStyle>
            <a:lvl1pPr>
              <a:defRPr sz="14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34B7327F-B9B9-4FCD-9D42-CEC50A1073FB}"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609819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meline: seven text boxes &amp;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5" name="Text Placeholder 11">
            <a:extLst>
              <a:ext uri="{FF2B5EF4-FFF2-40B4-BE49-F238E27FC236}">
                <a16:creationId xmlns:a16="http://schemas.microsoft.com/office/drawing/2014/main" id="{9AE4540D-5837-4887-82D2-ADB1E470A04C}"/>
              </a:ext>
            </a:extLst>
          </p:cNvPr>
          <p:cNvSpPr>
            <a:spLocks noGrp="1"/>
          </p:cNvSpPr>
          <p:nvPr>
            <p:ph type="body" sz="quarter" idx="21"/>
          </p:nvPr>
        </p:nvSpPr>
        <p:spPr>
          <a:xfrm>
            <a:off x="3312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6" name="Text Placeholder 11">
            <a:extLst>
              <a:ext uri="{FF2B5EF4-FFF2-40B4-BE49-F238E27FC236}">
                <a16:creationId xmlns:a16="http://schemas.microsoft.com/office/drawing/2014/main" id="{441512B5-B055-451B-A63A-61AC3D27A779}"/>
              </a:ext>
            </a:extLst>
          </p:cNvPr>
          <p:cNvSpPr>
            <a:spLocks noGrp="1"/>
          </p:cNvSpPr>
          <p:nvPr>
            <p:ph type="body" sz="quarter" idx="22"/>
          </p:nvPr>
        </p:nvSpPr>
        <p:spPr>
          <a:xfrm>
            <a:off x="19806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7" name="Text Placeholder 11">
            <a:extLst>
              <a:ext uri="{FF2B5EF4-FFF2-40B4-BE49-F238E27FC236}">
                <a16:creationId xmlns:a16="http://schemas.microsoft.com/office/drawing/2014/main" id="{1272552C-9A92-45B5-9658-E0A7758AE5F7}"/>
              </a:ext>
            </a:extLst>
          </p:cNvPr>
          <p:cNvSpPr>
            <a:spLocks noGrp="1"/>
          </p:cNvSpPr>
          <p:nvPr>
            <p:ph type="body" sz="quarter" idx="23"/>
          </p:nvPr>
        </p:nvSpPr>
        <p:spPr>
          <a:xfrm>
            <a:off x="36300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8" name="Text Placeholder 11">
            <a:extLst>
              <a:ext uri="{FF2B5EF4-FFF2-40B4-BE49-F238E27FC236}">
                <a16:creationId xmlns:a16="http://schemas.microsoft.com/office/drawing/2014/main" id="{B93E5512-D171-4A0F-A84D-1429CB1B2404}"/>
              </a:ext>
            </a:extLst>
          </p:cNvPr>
          <p:cNvSpPr>
            <a:spLocks noGrp="1"/>
          </p:cNvSpPr>
          <p:nvPr>
            <p:ph type="body" sz="quarter" idx="24"/>
          </p:nvPr>
        </p:nvSpPr>
        <p:spPr>
          <a:xfrm>
            <a:off x="52794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19" name="Text Placeholder 11">
            <a:extLst>
              <a:ext uri="{FF2B5EF4-FFF2-40B4-BE49-F238E27FC236}">
                <a16:creationId xmlns:a16="http://schemas.microsoft.com/office/drawing/2014/main" id="{A19BB1C7-BB18-4D53-B7FD-0B43DE543E7B}"/>
              </a:ext>
            </a:extLst>
          </p:cNvPr>
          <p:cNvSpPr>
            <a:spLocks noGrp="1"/>
          </p:cNvSpPr>
          <p:nvPr>
            <p:ph type="body" sz="quarter" idx="25"/>
          </p:nvPr>
        </p:nvSpPr>
        <p:spPr>
          <a:xfrm>
            <a:off x="69288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7" name="Text Placeholder 11">
            <a:extLst>
              <a:ext uri="{FF2B5EF4-FFF2-40B4-BE49-F238E27FC236}">
                <a16:creationId xmlns:a16="http://schemas.microsoft.com/office/drawing/2014/main" id="{6189B57F-C66A-4C80-8E4E-09199BDEEA46}"/>
              </a:ext>
            </a:extLst>
          </p:cNvPr>
          <p:cNvSpPr>
            <a:spLocks noGrp="1"/>
          </p:cNvSpPr>
          <p:nvPr>
            <p:ph type="body" sz="quarter" idx="27"/>
          </p:nvPr>
        </p:nvSpPr>
        <p:spPr>
          <a:xfrm>
            <a:off x="85782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9" name="Text Placeholder 11">
            <a:extLst>
              <a:ext uri="{FF2B5EF4-FFF2-40B4-BE49-F238E27FC236}">
                <a16:creationId xmlns:a16="http://schemas.microsoft.com/office/drawing/2014/main" id="{6FC8D2EC-39D1-4154-8306-67F231081AD5}"/>
              </a:ext>
            </a:extLst>
          </p:cNvPr>
          <p:cNvSpPr>
            <a:spLocks noGrp="1"/>
          </p:cNvSpPr>
          <p:nvPr>
            <p:ph type="body" sz="quarter" idx="29"/>
          </p:nvPr>
        </p:nvSpPr>
        <p:spPr>
          <a:xfrm>
            <a:off x="10227600" y="5400000"/>
            <a:ext cx="1296000" cy="392400"/>
          </a:xfrm>
        </p:spPr>
        <p:txBody>
          <a:bodyPr lIns="0" tIns="0" rIns="0" bIns="0" anchor="t"/>
          <a:lstStyle>
            <a:lvl1pPr>
              <a:defRPr sz="1000" b="1">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30" name="Text Placeholder 11">
            <a:extLst>
              <a:ext uri="{FF2B5EF4-FFF2-40B4-BE49-F238E27FC236}">
                <a16:creationId xmlns:a16="http://schemas.microsoft.com/office/drawing/2014/main" id="{A4C85EBA-3628-4B96-A145-783BC7DB5012}"/>
              </a:ext>
            </a:extLst>
          </p:cNvPr>
          <p:cNvSpPr>
            <a:spLocks noGrp="1"/>
          </p:cNvSpPr>
          <p:nvPr>
            <p:ph type="body" sz="quarter" idx="30" hasCustomPrompt="1"/>
          </p:nvPr>
        </p:nvSpPr>
        <p:spPr bwMode="gray">
          <a:xfrm>
            <a:off x="338400" y="5227200"/>
            <a:ext cx="11520000" cy="0"/>
          </a:xfrm>
          <a:custGeom>
            <a:avLst/>
            <a:gdLst>
              <a:gd name="connsiteX0" fmla="*/ 0 w 11520000"/>
              <a:gd name="connsiteY0" fmla="*/ 0 h 392400"/>
              <a:gd name="connsiteX1" fmla="*/ 11520000 w 11520000"/>
              <a:gd name="connsiteY1" fmla="*/ 0 h 392400"/>
              <a:gd name="connsiteX2" fmla="*/ 11520000 w 11520000"/>
              <a:gd name="connsiteY2" fmla="*/ 392400 h 392400"/>
              <a:gd name="connsiteX3" fmla="*/ 0 w 11520000"/>
              <a:gd name="connsiteY3" fmla="*/ 392400 h 392400"/>
              <a:gd name="connsiteX4" fmla="*/ 0 w 11520000"/>
              <a:gd name="connsiteY4" fmla="*/ 0 h 392400"/>
              <a:gd name="connsiteX0" fmla="*/ 11520000 w 11611440"/>
              <a:gd name="connsiteY0" fmla="*/ 392400 h 483840"/>
              <a:gd name="connsiteX1" fmla="*/ 0 w 11611440"/>
              <a:gd name="connsiteY1" fmla="*/ 392400 h 483840"/>
              <a:gd name="connsiteX2" fmla="*/ 0 w 11611440"/>
              <a:gd name="connsiteY2" fmla="*/ 0 h 483840"/>
              <a:gd name="connsiteX3" fmla="*/ 11520000 w 11611440"/>
              <a:gd name="connsiteY3" fmla="*/ 0 h 483840"/>
              <a:gd name="connsiteX4" fmla="*/ 11611440 w 11611440"/>
              <a:gd name="connsiteY4" fmla="*/ 483840 h 483840"/>
              <a:gd name="connsiteX0" fmla="*/ 11520000 w 11520000"/>
              <a:gd name="connsiteY0" fmla="*/ 392400 h 392400"/>
              <a:gd name="connsiteX1" fmla="*/ 0 w 11520000"/>
              <a:gd name="connsiteY1" fmla="*/ 392400 h 392400"/>
              <a:gd name="connsiteX2" fmla="*/ 0 w 11520000"/>
              <a:gd name="connsiteY2" fmla="*/ 0 h 392400"/>
              <a:gd name="connsiteX3" fmla="*/ 11520000 w 11520000"/>
              <a:gd name="connsiteY3" fmla="*/ 0 h 392400"/>
              <a:gd name="connsiteX0" fmla="*/ 0 w 11520000"/>
              <a:gd name="connsiteY0" fmla="*/ 392400 h 392400"/>
              <a:gd name="connsiteX1" fmla="*/ 0 w 11520000"/>
              <a:gd name="connsiteY1" fmla="*/ 0 h 392400"/>
              <a:gd name="connsiteX2" fmla="*/ 11520000 w 11520000"/>
              <a:gd name="connsiteY2" fmla="*/ 0 h 392400"/>
              <a:gd name="connsiteX0" fmla="*/ 0 w 11520000"/>
              <a:gd name="connsiteY0" fmla="*/ 0 h 0"/>
              <a:gd name="connsiteX1" fmla="*/ 11520000 w 11520000"/>
              <a:gd name="connsiteY1" fmla="*/ 0 h 0"/>
            </a:gdLst>
            <a:ahLst/>
            <a:cxnLst>
              <a:cxn ang="0">
                <a:pos x="connsiteX0" y="connsiteY0"/>
              </a:cxn>
              <a:cxn ang="0">
                <a:pos x="connsiteX1" y="connsiteY1"/>
              </a:cxn>
            </a:cxnLst>
            <a:rect l="l" t="t" r="r" b="b"/>
            <a:pathLst>
              <a:path w="11520000">
                <a:moveTo>
                  <a:pt x="0" y="0"/>
                </a:moveTo>
                <a:lnTo>
                  <a:pt x="11520000" y="0"/>
                </a:lnTo>
              </a:path>
            </a:pathLst>
          </a:custGeom>
          <a:ln w="15875">
            <a:solidFill>
              <a:schemeClr val="accent4"/>
            </a:solidFill>
            <a:tailEnd type="arrow" w="med" len="sm"/>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1" name="Text Placeholder 11">
            <a:extLst>
              <a:ext uri="{FF2B5EF4-FFF2-40B4-BE49-F238E27FC236}">
                <a16:creationId xmlns:a16="http://schemas.microsoft.com/office/drawing/2014/main" id="{24B2DA46-341A-4D4F-9970-F7FCB405515D}"/>
              </a:ext>
            </a:extLst>
          </p:cNvPr>
          <p:cNvSpPr>
            <a:spLocks noGrp="1"/>
          </p:cNvSpPr>
          <p:nvPr>
            <p:ph type="body" sz="quarter" idx="31" hasCustomPrompt="1"/>
          </p:nvPr>
        </p:nvSpPr>
        <p:spPr>
          <a:xfrm>
            <a:off x="3348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2" name="Text Placeholder 11">
            <a:extLst>
              <a:ext uri="{FF2B5EF4-FFF2-40B4-BE49-F238E27FC236}">
                <a16:creationId xmlns:a16="http://schemas.microsoft.com/office/drawing/2014/main" id="{EED18986-BEAB-4E6C-81DE-64316E13BD03}"/>
              </a:ext>
            </a:extLst>
          </p:cNvPr>
          <p:cNvSpPr>
            <a:spLocks noGrp="1"/>
          </p:cNvSpPr>
          <p:nvPr>
            <p:ph type="body" sz="quarter" idx="32" hasCustomPrompt="1"/>
          </p:nvPr>
        </p:nvSpPr>
        <p:spPr>
          <a:xfrm>
            <a:off x="19836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3" name="Text Placeholder 11">
            <a:extLst>
              <a:ext uri="{FF2B5EF4-FFF2-40B4-BE49-F238E27FC236}">
                <a16:creationId xmlns:a16="http://schemas.microsoft.com/office/drawing/2014/main" id="{DAF1745E-D93E-4B2F-BF38-5CD3330E0402}"/>
              </a:ext>
            </a:extLst>
          </p:cNvPr>
          <p:cNvSpPr>
            <a:spLocks noGrp="1"/>
          </p:cNvSpPr>
          <p:nvPr>
            <p:ph type="body" sz="quarter" idx="33" hasCustomPrompt="1"/>
          </p:nvPr>
        </p:nvSpPr>
        <p:spPr>
          <a:xfrm>
            <a:off x="36324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4" name="Text Placeholder 11">
            <a:extLst>
              <a:ext uri="{FF2B5EF4-FFF2-40B4-BE49-F238E27FC236}">
                <a16:creationId xmlns:a16="http://schemas.microsoft.com/office/drawing/2014/main" id="{429D6633-25A8-4FC0-B518-3616DF6C6530}"/>
              </a:ext>
            </a:extLst>
          </p:cNvPr>
          <p:cNvSpPr>
            <a:spLocks noGrp="1"/>
          </p:cNvSpPr>
          <p:nvPr>
            <p:ph type="body" sz="quarter" idx="34" hasCustomPrompt="1"/>
          </p:nvPr>
        </p:nvSpPr>
        <p:spPr>
          <a:xfrm>
            <a:off x="52812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5" name="Text Placeholder 11">
            <a:extLst>
              <a:ext uri="{FF2B5EF4-FFF2-40B4-BE49-F238E27FC236}">
                <a16:creationId xmlns:a16="http://schemas.microsoft.com/office/drawing/2014/main" id="{ACF9310C-4C08-4791-82FA-D88032731F32}"/>
              </a:ext>
            </a:extLst>
          </p:cNvPr>
          <p:cNvSpPr>
            <a:spLocks noGrp="1"/>
          </p:cNvSpPr>
          <p:nvPr>
            <p:ph type="body" sz="quarter" idx="35" hasCustomPrompt="1"/>
          </p:nvPr>
        </p:nvSpPr>
        <p:spPr>
          <a:xfrm>
            <a:off x="69300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6" name="Text Placeholder 11">
            <a:extLst>
              <a:ext uri="{FF2B5EF4-FFF2-40B4-BE49-F238E27FC236}">
                <a16:creationId xmlns:a16="http://schemas.microsoft.com/office/drawing/2014/main" id="{190FAD99-82FB-4521-87C2-193E1163DE9E}"/>
              </a:ext>
            </a:extLst>
          </p:cNvPr>
          <p:cNvSpPr>
            <a:spLocks noGrp="1"/>
          </p:cNvSpPr>
          <p:nvPr>
            <p:ph type="body" sz="quarter" idx="36" hasCustomPrompt="1"/>
          </p:nvPr>
        </p:nvSpPr>
        <p:spPr>
          <a:xfrm>
            <a:off x="85788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37" name="Text Placeholder 11">
            <a:extLst>
              <a:ext uri="{FF2B5EF4-FFF2-40B4-BE49-F238E27FC236}">
                <a16:creationId xmlns:a16="http://schemas.microsoft.com/office/drawing/2014/main" id="{70230B34-0C99-4086-AE59-3593C6921A24}"/>
              </a:ext>
            </a:extLst>
          </p:cNvPr>
          <p:cNvSpPr>
            <a:spLocks noGrp="1"/>
          </p:cNvSpPr>
          <p:nvPr>
            <p:ph type="body" sz="quarter" idx="37" hasCustomPrompt="1"/>
          </p:nvPr>
        </p:nvSpPr>
        <p:spPr>
          <a:xfrm>
            <a:off x="10227600" y="5173200"/>
            <a:ext cx="108000" cy="108000"/>
          </a:xfrm>
          <a:prstGeom prst="ellipse">
            <a:avLst/>
          </a:prstGeom>
          <a:solidFill>
            <a:schemeClr val="bg2"/>
          </a:solidFill>
          <a:ln>
            <a:solidFill>
              <a:schemeClr val="bg2"/>
            </a:solidFill>
          </a:ln>
        </p:spPr>
        <p:txBody>
          <a:bodyPr lIns="0" tIns="0" rIns="0" bIns="0" anchor="t"/>
          <a:lstStyle>
            <a:lvl1pPr>
              <a:defRPr sz="1000" b="1">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Edit Master text styles</a:t>
            </a:r>
            <a:endParaRPr lang="en-US"/>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331200" y="1916102"/>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1" name="Text Placeholder 11">
            <a:extLst>
              <a:ext uri="{FF2B5EF4-FFF2-40B4-BE49-F238E27FC236}">
                <a16:creationId xmlns:a16="http://schemas.microsoft.com/office/drawing/2014/main" id="{5AE7A1D2-DAC3-46BE-AA9A-E1EB0825207A}"/>
              </a:ext>
            </a:extLst>
          </p:cNvPr>
          <p:cNvSpPr>
            <a:spLocks noGrp="1"/>
          </p:cNvSpPr>
          <p:nvPr>
            <p:ph type="body" sz="quarter" idx="17"/>
          </p:nvPr>
        </p:nvSpPr>
        <p:spPr>
          <a:xfrm>
            <a:off x="1980600" y="1916102"/>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2" name="Text Placeholder 11">
            <a:extLst>
              <a:ext uri="{FF2B5EF4-FFF2-40B4-BE49-F238E27FC236}">
                <a16:creationId xmlns:a16="http://schemas.microsoft.com/office/drawing/2014/main" id="{3CF0CC0E-6E4F-4BBB-AC3B-74E8C1262776}"/>
              </a:ext>
            </a:extLst>
          </p:cNvPr>
          <p:cNvSpPr>
            <a:spLocks noGrp="1"/>
          </p:cNvSpPr>
          <p:nvPr>
            <p:ph type="body" sz="quarter" idx="18"/>
          </p:nvPr>
        </p:nvSpPr>
        <p:spPr>
          <a:xfrm>
            <a:off x="36300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3" name="Text Placeholder 11">
            <a:extLst>
              <a:ext uri="{FF2B5EF4-FFF2-40B4-BE49-F238E27FC236}">
                <a16:creationId xmlns:a16="http://schemas.microsoft.com/office/drawing/2014/main" id="{F46DB502-496B-4374-80BE-F2A5D51992FE}"/>
              </a:ext>
            </a:extLst>
          </p:cNvPr>
          <p:cNvSpPr>
            <a:spLocks noGrp="1"/>
          </p:cNvSpPr>
          <p:nvPr>
            <p:ph type="body" sz="quarter" idx="19"/>
          </p:nvPr>
        </p:nvSpPr>
        <p:spPr>
          <a:xfrm>
            <a:off x="52794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4" name="Text Placeholder 11">
            <a:extLst>
              <a:ext uri="{FF2B5EF4-FFF2-40B4-BE49-F238E27FC236}">
                <a16:creationId xmlns:a16="http://schemas.microsoft.com/office/drawing/2014/main" id="{4B72E113-B74F-4C8D-B9C6-1799A1DAE158}"/>
              </a:ext>
            </a:extLst>
          </p:cNvPr>
          <p:cNvSpPr>
            <a:spLocks noGrp="1"/>
          </p:cNvSpPr>
          <p:nvPr>
            <p:ph type="body" sz="quarter" idx="20"/>
          </p:nvPr>
        </p:nvSpPr>
        <p:spPr>
          <a:xfrm>
            <a:off x="69288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6" name="Text Placeholder 11">
            <a:extLst>
              <a:ext uri="{FF2B5EF4-FFF2-40B4-BE49-F238E27FC236}">
                <a16:creationId xmlns:a16="http://schemas.microsoft.com/office/drawing/2014/main" id="{FE86579E-E5FB-4B48-A02E-380334B3B7D7}"/>
              </a:ext>
            </a:extLst>
          </p:cNvPr>
          <p:cNvSpPr>
            <a:spLocks noGrp="1"/>
          </p:cNvSpPr>
          <p:nvPr>
            <p:ph type="body" sz="quarter" idx="26"/>
          </p:nvPr>
        </p:nvSpPr>
        <p:spPr>
          <a:xfrm>
            <a:off x="85782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8" name="Text Placeholder 11">
            <a:extLst>
              <a:ext uri="{FF2B5EF4-FFF2-40B4-BE49-F238E27FC236}">
                <a16:creationId xmlns:a16="http://schemas.microsoft.com/office/drawing/2014/main" id="{4FB5AF6E-663D-4AEE-B328-405A089F5CCF}"/>
              </a:ext>
            </a:extLst>
          </p:cNvPr>
          <p:cNvSpPr>
            <a:spLocks noGrp="1"/>
          </p:cNvSpPr>
          <p:nvPr>
            <p:ph type="body" sz="quarter" idx="28"/>
          </p:nvPr>
        </p:nvSpPr>
        <p:spPr>
          <a:xfrm>
            <a:off x="10227600" y="1929600"/>
            <a:ext cx="1296000" cy="3099600"/>
          </a:xfrm>
        </p:spPr>
        <p:txBody>
          <a:bodyPr lIns="0" tIns="0" rIns="0" bIns="0" anchor="b"/>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CB798486-D620-4807-AC6D-3BD811E629F8}"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2244397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meline: five icons &amp; text boxe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67200" y="26280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2707200" y="2628000"/>
            <a:ext cx="457200" cy="457200"/>
          </a:xfrm>
        </p:spPr>
        <p:txBody>
          <a:bodyPr lIns="0" tIns="0" rIns="0" bIns="0"/>
          <a:lstStyle>
            <a:lvl1pPr algn="ctr">
              <a:defRPr sz="700" b="1"/>
            </a:lvl1pPr>
          </a:lstStyle>
          <a:p>
            <a:r>
              <a:rPr lang="en-US" noProof="0"/>
              <a:t>Please add icon</a:t>
            </a:r>
            <a:endParaRPr lang="en-US"/>
          </a:p>
        </p:txBody>
      </p:sp>
      <p:sp>
        <p:nvSpPr>
          <p:cNvPr id="1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5047200" y="2628000"/>
            <a:ext cx="457200" cy="457200"/>
          </a:xfrm>
        </p:spPr>
        <p:txBody>
          <a:bodyPr lIns="0" tIns="0" rIns="0" bIns="0"/>
          <a:lstStyle>
            <a:lvl1pPr algn="ctr">
              <a:defRPr sz="700" b="1"/>
            </a:lvl1pPr>
          </a:lstStyle>
          <a:p>
            <a:r>
              <a:rPr lang="en-US" noProof="0"/>
              <a:t>Please add icon</a:t>
            </a:r>
            <a:endParaRPr lang="en-US"/>
          </a:p>
        </p:txBody>
      </p:sp>
      <p:sp>
        <p:nvSpPr>
          <p:cNvPr id="16"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7387200" y="2628000"/>
            <a:ext cx="457200" cy="457200"/>
          </a:xfrm>
        </p:spPr>
        <p:txBody>
          <a:bodyPr lIns="0" tIns="0" rIns="0" bIns="0"/>
          <a:lstStyle>
            <a:lvl1pPr algn="ctr">
              <a:defRPr sz="700" b="1"/>
            </a:lvl1pPr>
          </a:lstStyle>
          <a:p>
            <a:r>
              <a:rPr lang="en-US" noProof="0"/>
              <a:t>Please add icon</a:t>
            </a:r>
            <a:endParaRPr lang="en-US"/>
          </a:p>
        </p:txBody>
      </p:sp>
      <p:sp>
        <p:nvSpPr>
          <p:cNvPr id="18"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9727200" y="2628000"/>
            <a:ext cx="457200" cy="457200"/>
          </a:xfrm>
        </p:spPr>
        <p:txBody>
          <a:bodyPr lIns="0" tIns="0" rIns="0" bIns="0"/>
          <a:lstStyle>
            <a:lvl1pPr algn="ctr">
              <a:defRPr sz="700" b="1"/>
            </a:lvl1pPr>
          </a:lstStyle>
          <a:p>
            <a:r>
              <a:rPr lang="en-US" noProof="0"/>
              <a:t>Please add icon</a:t>
            </a:r>
            <a:endParaRPr lang="en-US"/>
          </a:p>
        </p:txBody>
      </p:sp>
      <p:sp>
        <p:nvSpPr>
          <p:cNvPr id="22" name="Text Placeholder 11">
            <a:extLst>
              <a:ext uri="{FF2B5EF4-FFF2-40B4-BE49-F238E27FC236}">
                <a16:creationId xmlns:a16="http://schemas.microsoft.com/office/drawing/2014/main" id="{5CE67186-CCF3-4DDD-89EF-CB4B536BBBF0}"/>
              </a:ext>
            </a:extLst>
          </p:cNvPr>
          <p:cNvSpPr>
            <a:spLocks noGrp="1"/>
          </p:cNvSpPr>
          <p:nvPr>
            <p:ph type="body" sz="quarter" idx="26"/>
          </p:nvPr>
        </p:nvSpPr>
        <p:spPr bwMode="gray">
          <a:xfrm>
            <a:off x="594000" y="3258000"/>
            <a:ext cx="11264400" cy="0"/>
          </a:xfrm>
          <a:custGeom>
            <a:avLst/>
            <a:gdLst>
              <a:gd name="connsiteX0" fmla="*/ 0 w 7652632"/>
              <a:gd name="connsiteY0" fmla="*/ 0 h 174512"/>
              <a:gd name="connsiteX1" fmla="*/ 7652632 w 7652632"/>
              <a:gd name="connsiteY1" fmla="*/ 0 h 174512"/>
              <a:gd name="connsiteX2" fmla="*/ 7652632 w 7652632"/>
              <a:gd name="connsiteY2" fmla="*/ 174512 h 174512"/>
              <a:gd name="connsiteX3" fmla="*/ 0 w 7652632"/>
              <a:gd name="connsiteY3" fmla="*/ 174512 h 174512"/>
              <a:gd name="connsiteX4" fmla="*/ 0 w 7652632"/>
              <a:gd name="connsiteY4" fmla="*/ 0 h 174512"/>
              <a:gd name="connsiteX0" fmla="*/ 0 w 7652632"/>
              <a:gd name="connsiteY0" fmla="*/ 174512 h 265952"/>
              <a:gd name="connsiteX1" fmla="*/ 0 w 7652632"/>
              <a:gd name="connsiteY1" fmla="*/ 0 h 265952"/>
              <a:gd name="connsiteX2" fmla="*/ 7652632 w 7652632"/>
              <a:gd name="connsiteY2" fmla="*/ 0 h 265952"/>
              <a:gd name="connsiteX3" fmla="*/ 7652632 w 7652632"/>
              <a:gd name="connsiteY3" fmla="*/ 174512 h 265952"/>
              <a:gd name="connsiteX4" fmla="*/ 91440 w 7652632"/>
              <a:gd name="connsiteY4" fmla="*/ 265952 h 265952"/>
              <a:gd name="connsiteX0" fmla="*/ 0 w 7652632"/>
              <a:gd name="connsiteY0" fmla="*/ 174512 h 174512"/>
              <a:gd name="connsiteX1" fmla="*/ 0 w 7652632"/>
              <a:gd name="connsiteY1" fmla="*/ 0 h 174512"/>
              <a:gd name="connsiteX2" fmla="*/ 7652632 w 7652632"/>
              <a:gd name="connsiteY2" fmla="*/ 0 h 174512"/>
              <a:gd name="connsiteX3" fmla="*/ 7652632 w 7652632"/>
              <a:gd name="connsiteY3" fmla="*/ 174512 h 174512"/>
              <a:gd name="connsiteX0" fmla="*/ 0 w 7652632"/>
              <a:gd name="connsiteY0" fmla="*/ 0 h 174512"/>
              <a:gd name="connsiteX1" fmla="*/ 7652632 w 7652632"/>
              <a:gd name="connsiteY1" fmla="*/ 0 h 174512"/>
              <a:gd name="connsiteX2" fmla="*/ 7652632 w 7652632"/>
              <a:gd name="connsiteY2" fmla="*/ 174512 h 174512"/>
              <a:gd name="connsiteX0" fmla="*/ 0 w 7652632"/>
              <a:gd name="connsiteY0" fmla="*/ 0 h 0"/>
              <a:gd name="connsiteX1" fmla="*/ 7652632 w 7652632"/>
              <a:gd name="connsiteY1" fmla="*/ 0 h 0"/>
            </a:gdLst>
            <a:ahLst/>
            <a:cxnLst>
              <a:cxn ang="0">
                <a:pos x="connsiteX0" y="connsiteY0"/>
              </a:cxn>
              <a:cxn ang="0">
                <a:pos x="connsiteX1" y="connsiteY1"/>
              </a:cxn>
            </a:cxnLst>
            <a:rect l="l" t="t" r="r" b="b"/>
            <a:pathLst>
              <a:path w="7652632">
                <a:moveTo>
                  <a:pt x="0" y="0"/>
                </a:moveTo>
                <a:lnTo>
                  <a:pt x="7652632" y="0"/>
                </a:lnTo>
              </a:path>
            </a:pathLst>
          </a:custGeom>
          <a:ln w="15875">
            <a:solidFill>
              <a:schemeClr val="accent4"/>
            </a:solidFill>
            <a:tailEnd type="arrow" w="med" len="sm"/>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p:txBody>
      </p:sp>
      <p:sp>
        <p:nvSpPr>
          <p:cNvPr id="23" name="Text Placeholder 11">
            <a:extLst>
              <a:ext uri="{FF2B5EF4-FFF2-40B4-BE49-F238E27FC236}">
                <a16:creationId xmlns:a16="http://schemas.microsoft.com/office/drawing/2014/main" id="{976CC6DF-7551-4B6C-A618-D58E9805CE92}"/>
              </a:ext>
            </a:extLst>
          </p:cNvPr>
          <p:cNvSpPr>
            <a:spLocks noGrp="1"/>
          </p:cNvSpPr>
          <p:nvPr>
            <p:ph type="body" sz="quarter" idx="27"/>
          </p:nvPr>
        </p:nvSpPr>
        <p:spPr>
          <a:xfrm>
            <a:off x="54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24" name="Text Placeholder 11">
            <a:extLst>
              <a:ext uri="{FF2B5EF4-FFF2-40B4-BE49-F238E27FC236}">
                <a16:creationId xmlns:a16="http://schemas.microsoft.com/office/drawing/2014/main" id="{55E7D41C-3046-4F7E-8B69-F4C83361509F}"/>
              </a:ext>
            </a:extLst>
          </p:cNvPr>
          <p:cNvSpPr>
            <a:spLocks noGrp="1"/>
          </p:cNvSpPr>
          <p:nvPr>
            <p:ph type="body" sz="quarter" idx="28"/>
          </p:nvPr>
        </p:nvSpPr>
        <p:spPr>
          <a:xfrm>
            <a:off x="288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5" name="Text Placeholder 11">
            <a:extLst>
              <a:ext uri="{FF2B5EF4-FFF2-40B4-BE49-F238E27FC236}">
                <a16:creationId xmlns:a16="http://schemas.microsoft.com/office/drawing/2014/main" id="{DAC75856-6BC0-4D21-AF0C-407CC2A03047}"/>
              </a:ext>
            </a:extLst>
          </p:cNvPr>
          <p:cNvSpPr>
            <a:spLocks noGrp="1"/>
          </p:cNvSpPr>
          <p:nvPr>
            <p:ph type="body" sz="quarter" idx="29"/>
          </p:nvPr>
        </p:nvSpPr>
        <p:spPr>
          <a:xfrm>
            <a:off x="522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6" name="Text Placeholder 11">
            <a:extLst>
              <a:ext uri="{FF2B5EF4-FFF2-40B4-BE49-F238E27FC236}">
                <a16:creationId xmlns:a16="http://schemas.microsoft.com/office/drawing/2014/main" id="{ECF624F4-7D6E-415F-B67F-32ED309EB60C}"/>
              </a:ext>
            </a:extLst>
          </p:cNvPr>
          <p:cNvSpPr>
            <a:spLocks noGrp="1"/>
          </p:cNvSpPr>
          <p:nvPr>
            <p:ph type="body" sz="quarter" idx="30"/>
          </p:nvPr>
        </p:nvSpPr>
        <p:spPr>
          <a:xfrm>
            <a:off x="756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27" name="Text Placeholder 11">
            <a:extLst>
              <a:ext uri="{FF2B5EF4-FFF2-40B4-BE49-F238E27FC236}">
                <a16:creationId xmlns:a16="http://schemas.microsoft.com/office/drawing/2014/main" id="{EB82237B-1203-4191-BF1A-5B4068747CF6}"/>
              </a:ext>
            </a:extLst>
          </p:cNvPr>
          <p:cNvSpPr>
            <a:spLocks noGrp="1"/>
          </p:cNvSpPr>
          <p:nvPr>
            <p:ph type="body" sz="quarter" idx="31"/>
          </p:nvPr>
        </p:nvSpPr>
        <p:spPr>
          <a:xfrm>
            <a:off x="9903600" y="3204000"/>
            <a:ext cx="108000" cy="108000"/>
          </a:xfrm>
          <a:prstGeom prst="ellipse">
            <a:avLst/>
          </a:prstGeom>
          <a:solidFill>
            <a:schemeClr val="bg2"/>
          </a:solidFill>
          <a:ln>
            <a:solidFill>
              <a:schemeClr val="bg2"/>
            </a:solidFill>
          </a:ln>
        </p:spPr>
        <p:txBody>
          <a:bodyPr lIns="0" tIns="0" rIns="0" bIns="0"/>
          <a:lstStyle>
            <a:lvl1pPr>
              <a:defRPr sz="1400" b="0">
                <a:noFill/>
                <a:latin typeface="+mn-lt"/>
                <a:ea typeface="ABBvoice Light" panose="020D0403020503020204" pitchFamily="34" charset="0"/>
                <a:cs typeface="ABBvoice Light" panose="020D0403020503020204" pitchFamily="34" charset="0"/>
              </a:defRPr>
            </a:lvl1pPr>
            <a:lvl2pPr>
              <a:defRPr sz="1400" b="0">
                <a:noFill/>
                <a:latin typeface="+mn-lt"/>
                <a:ea typeface="ABBvoice Light" panose="020D0403020503020204" pitchFamily="34" charset="0"/>
                <a:cs typeface="ABBvoice Light" panose="020D0403020503020204" pitchFamily="34" charset="0"/>
              </a:defRPr>
            </a:lvl2pPr>
            <a:lvl3pPr>
              <a:defRPr sz="1400" b="0">
                <a:noFill/>
                <a:latin typeface="+mn-lt"/>
                <a:ea typeface="ABBvoice Light" panose="020D0403020503020204" pitchFamily="34" charset="0"/>
                <a:cs typeface="ABBvoice Light" panose="020D0403020503020204" pitchFamily="34" charset="0"/>
              </a:defRPr>
            </a:lvl3pPr>
            <a:lvl4pPr>
              <a:defRPr sz="1400" b="0">
                <a:noFill/>
                <a:latin typeface="+mn-lt"/>
                <a:ea typeface="ABBvoice Light" panose="020D0403020503020204" pitchFamily="34" charset="0"/>
                <a:cs typeface="ABBvoice Light" panose="020D0403020503020204" pitchFamily="34" charset="0"/>
              </a:defRPr>
            </a:lvl4pPr>
            <a:lvl5pPr>
              <a:defRPr sz="14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54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3" name="Text Placeholder 11">
            <a:extLst>
              <a:ext uri="{FF2B5EF4-FFF2-40B4-BE49-F238E27FC236}">
                <a16:creationId xmlns:a16="http://schemas.microsoft.com/office/drawing/2014/main" id="{0A9E9979-248E-4746-8425-8D44D1E79638}"/>
              </a:ext>
            </a:extLst>
          </p:cNvPr>
          <p:cNvSpPr>
            <a:spLocks noGrp="1"/>
          </p:cNvSpPr>
          <p:nvPr>
            <p:ph type="body" sz="quarter" idx="19"/>
          </p:nvPr>
        </p:nvSpPr>
        <p:spPr>
          <a:xfrm>
            <a:off x="288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5" name="Text Placeholder 11">
            <a:extLst>
              <a:ext uri="{FF2B5EF4-FFF2-40B4-BE49-F238E27FC236}">
                <a16:creationId xmlns:a16="http://schemas.microsoft.com/office/drawing/2014/main" id="{D049D639-BFD2-4CC0-8424-B791511A500E}"/>
              </a:ext>
            </a:extLst>
          </p:cNvPr>
          <p:cNvSpPr>
            <a:spLocks noGrp="1"/>
          </p:cNvSpPr>
          <p:nvPr>
            <p:ph type="body" sz="quarter" idx="21"/>
          </p:nvPr>
        </p:nvSpPr>
        <p:spPr>
          <a:xfrm>
            <a:off x="522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7" name="Text Placeholder 11">
            <a:extLst>
              <a:ext uri="{FF2B5EF4-FFF2-40B4-BE49-F238E27FC236}">
                <a16:creationId xmlns:a16="http://schemas.microsoft.com/office/drawing/2014/main" id="{E52081B8-FFAB-490A-9295-579843631D21}"/>
              </a:ext>
            </a:extLst>
          </p:cNvPr>
          <p:cNvSpPr>
            <a:spLocks noGrp="1"/>
          </p:cNvSpPr>
          <p:nvPr>
            <p:ph type="body" sz="quarter" idx="23"/>
          </p:nvPr>
        </p:nvSpPr>
        <p:spPr>
          <a:xfrm>
            <a:off x="756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19" name="Text Placeholder 11">
            <a:extLst>
              <a:ext uri="{FF2B5EF4-FFF2-40B4-BE49-F238E27FC236}">
                <a16:creationId xmlns:a16="http://schemas.microsoft.com/office/drawing/2014/main" id="{D300B7C1-8FE5-4B19-8D3E-BBDE06098E64}"/>
              </a:ext>
            </a:extLst>
          </p:cNvPr>
          <p:cNvSpPr>
            <a:spLocks noGrp="1"/>
          </p:cNvSpPr>
          <p:nvPr>
            <p:ph type="body" sz="quarter" idx="25"/>
          </p:nvPr>
        </p:nvSpPr>
        <p:spPr>
          <a:xfrm>
            <a:off x="9903600" y="3420000"/>
            <a:ext cx="1756800" cy="2757600"/>
          </a:xfrm>
        </p:spPr>
        <p:txBody>
          <a:bodyPr lIns="0" tIns="0" rIns="0" bIns="0"/>
          <a:lstStyle>
            <a:lvl1pPr>
              <a:defRPr sz="1400" b="0">
                <a:latin typeface="+mn-lt"/>
                <a:ea typeface="ABBvoice Light" panose="020D0403020503020204" pitchFamily="34" charset="0"/>
                <a:cs typeface="ABBvoice Light" panose="020D0403020503020204" pitchFamily="34" charset="0"/>
              </a:defRPr>
            </a:lvl1pPr>
            <a:lvl2pPr>
              <a:defRPr sz="1400" b="0">
                <a:latin typeface="+mn-lt"/>
                <a:ea typeface="ABBvoice Light" panose="020D0403020503020204" pitchFamily="34" charset="0"/>
                <a:cs typeface="ABBvoice Light" panose="020D0403020503020204" pitchFamily="34" charset="0"/>
              </a:defRPr>
            </a:lvl2pPr>
            <a:lvl3pPr>
              <a:defRPr sz="1400" b="0">
                <a:latin typeface="+mn-lt"/>
                <a:ea typeface="ABBvoice Light" panose="020D0403020503020204" pitchFamily="34" charset="0"/>
                <a:cs typeface="ABBvoice Light" panose="020D0403020503020204" pitchFamily="34" charset="0"/>
              </a:defRPr>
            </a:lvl3pPr>
            <a:lvl4pPr>
              <a:defRPr sz="1400" b="0">
                <a:latin typeface="+mn-lt"/>
                <a:ea typeface="ABBvoice Light" panose="020D0403020503020204" pitchFamily="34" charset="0"/>
                <a:cs typeface="ABBvoice Light" panose="020D0403020503020204" pitchFamily="34" charset="0"/>
              </a:defRPr>
            </a:lvl4pPr>
            <a:lvl5pPr>
              <a:defRPr sz="14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058D6B7A-9754-4804-8F5A-2118F4CADF5E}"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1205488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meline: eight icons &amp; text boxes">
    <p:spTree>
      <p:nvGrpSpPr>
        <p:cNvPr id="1" name=""/>
        <p:cNvGrpSpPr/>
        <p:nvPr/>
      </p:nvGrpSpPr>
      <p:grpSpPr>
        <a:xfrm>
          <a:off x="0" y="0"/>
          <a:ext cx="0" cy="0"/>
          <a:chOff x="0" y="0"/>
          <a:chExt cx="0" cy="0"/>
        </a:xfrm>
      </p:grpSpPr>
      <p:sp>
        <p:nvSpPr>
          <p:cNvPr id="34" name="Text Placeholder 11">
            <a:extLst>
              <a:ext uri="{FF2B5EF4-FFF2-40B4-BE49-F238E27FC236}">
                <a16:creationId xmlns:a16="http://schemas.microsoft.com/office/drawing/2014/main" id="{9F115F95-ABE8-402C-A02F-266D5B211E49}"/>
              </a:ext>
            </a:extLst>
          </p:cNvPr>
          <p:cNvSpPr>
            <a:spLocks noGrp="1"/>
          </p:cNvSpPr>
          <p:nvPr>
            <p:ph type="body" sz="quarter" idx="32"/>
          </p:nvPr>
        </p:nvSpPr>
        <p:spPr bwMode="gray">
          <a:xfrm>
            <a:off x="558000" y="3258000"/>
            <a:ext cx="11296800" cy="0"/>
          </a:xfrm>
          <a:custGeom>
            <a:avLst/>
            <a:gdLst>
              <a:gd name="connsiteX0" fmla="*/ 0 w 1152000"/>
              <a:gd name="connsiteY0" fmla="*/ 0 h 93031"/>
              <a:gd name="connsiteX1" fmla="*/ 1152000 w 1152000"/>
              <a:gd name="connsiteY1" fmla="*/ 0 h 93031"/>
              <a:gd name="connsiteX2" fmla="*/ 1152000 w 1152000"/>
              <a:gd name="connsiteY2" fmla="*/ 93031 h 93031"/>
              <a:gd name="connsiteX3" fmla="*/ 0 w 1152000"/>
              <a:gd name="connsiteY3" fmla="*/ 93031 h 93031"/>
              <a:gd name="connsiteX4" fmla="*/ 0 w 1152000"/>
              <a:gd name="connsiteY4" fmla="*/ 0 h 93031"/>
              <a:gd name="connsiteX0" fmla="*/ 1152000 w 1243440"/>
              <a:gd name="connsiteY0" fmla="*/ 93031 h 184471"/>
              <a:gd name="connsiteX1" fmla="*/ 0 w 1243440"/>
              <a:gd name="connsiteY1" fmla="*/ 93031 h 184471"/>
              <a:gd name="connsiteX2" fmla="*/ 0 w 1243440"/>
              <a:gd name="connsiteY2" fmla="*/ 0 h 184471"/>
              <a:gd name="connsiteX3" fmla="*/ 1152000 w 1243440"/>
              <a:gd name="connsiteY3" fmla="*/ 0 h 184471"/>
              <a:gd name="connsiteX4" fmla="*/ 1243440 w 1243440"/>
              <a:gd name="connsiteY4" fmla="*/ 184471 h 184471"/>
              <a:gd name="connsiteX0" fmla="*/ 1152000 w 1152000"/>
              <a:gd name="connsiteY0" fmla="*/ 93031 h 93031"/>
              <a:gd name="connsiteX1" fmla="*/ 0 w 1152000"/>
              <a:gd name="connsiteY1" fmla="*/ 93031 h 93031"/>
              <a:gd name="connsiteX2" fmla="*/ 0 w 1152000"/>
              <a:gd name="connsiteY2" fmla="*/ 0 h 93031"/>
              <a:gd name="connsiteX3" fmla="*/ 1152000 w 1152000"/>
              <a:gd name="connsiteY3" fmla="*/ 0 h 93031"/>
              <a:gd name="connsiteX0" fmla="*/ 0 w 1152000"/>
              <a:gd name="connsiteY0" fmla="*/ 93031 h 93031"/>
              <a:gd name="connsiteX1" fmla="*/ 0 w 1152000"/>
              <a:gd name="connsiteY1" fmla="*/ 0 h 93031"/>
              <a:gd name="connsiteX2" fmla="*/ 1152000 w 1152000"/>
              <a:gd name="connsiteY2" fmla="*/ 0 h 93031"/>
              <a:gd name="connsiteX0" fmla="*/ 0 w 1152000"/>
              <a:gd name="connsiteY0" fmla="*/ 0 h 0"/>
              <a:gd name="connsiteX1" fmla="*/ 1152000 w 1152000"/>
              <a:gd name="connsiteY1" fmla="*/ 0 h 0"/>
            </a:gdLst>
            <a:ahLst/>
            <a:cxnLst>
              <a:cxn ang="0">
                <a:pos x="connsiteX0" y="connsiteY0"/>
              </a:cxn>
              <a:cxn ang="0">
                <a:pos x="connsiteX1" y="connsiteY1"/>
              </a:cxn>
            </a:cxnLst>
            <a:rect l="l" t="t" r="r" b="b"/>
            <a:pathLst>
              <a:path w="1152000">
                <a:moveTo>
                  <a:pt x="0" y="0"/>
                </a:moveTo>
                <a:lnTo>
                  <a:pt x="1152000" y="0"/>
                </a:lnTo>
              </a:path>
            </a:pathLst>
          </a:custGeom>
          <a:ln w="15875">
            <a:solidFill>
              <a:schemeClr val="accent4"/>
            </a:solidFill>
            <a:tailEnd type="arrow" w="med" len="sm"/>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11" name="Picture Placeholder 10">
            <a:extLst>
              <a:ext uri="{FF2B5EF4-FFF2-40B4-BE49-F238E27FC236}">
                <a16:creationId xmlns:a16="http://schemas.microsoft.com/office/drawing/2014/main" id="{9BF765AB-40ED-47AF-8160-91C7A2FA6D0E}"/>
              </a:ext>
            </a:extLst>
          </p:cNvPr>
          <p:cNvSpPr>
            <a:spLocks noGrp="1"/>
          </p:cNvSpPr>
          <p:nvPr>
            <p:ph type="pic" sz="quarter" idx="17" hasCustomPrompt="1"/>
          </p:nvPr>
        </p:nvSpPr>
        <p:spPr>
          <a:xfrm>
            <a:off x="367200" y="2628000"/>
            <a:ext cx="457200" cy="457200"/>
          </a:xfrm>
        </p:spPr>
        <p:txBody>
          <a:bodyPr lIns="0" tIns="0" rIns="0" bIns="0"/>
          <a:lstStyle>
            <a:lvl1pPr algn="ctr">
              <a:defRPr sz="700" b="1"/>
            </a:lvl1pPr>
          </a:lstStyle>
          <a:p>
            <a:r>
              <a:rPr lang="en-US" noProof="0"/>
              <a:t>Please add icon</a:t>
            </a:r>
            <a:endParaRPr lang="en-US"/>
          </a:p>
        </p:txBody>
      </p:sp>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12" name="Picture Placeholder 10">
            <a:extLst>
              <a:ext uri="{FF2B5EF4-FFF2-40B4-BE49-F238E27FC236}">
                <a16:creationId xmlns:a16="http://schemas.microsoft.com/office/drawing/2014/main" id="{7EED09D4-E380-4A7C-846A-59CC78C71D9B}"/>
              </a:ext>
            </a:extLst>
          </p:cNvPr>
          <p:cNvSpPr>
            <a:spLocks noGrp="1"/>
          </p:cNvSpPr>
          <p:nvPr>
            <p:ph type="pic" sz="quarter" idx="18" hasCustomPrompt="1"/>
          </p:nvPr>
        </p:nvSpPr>
        <p:spPr>
          <a:xfrm>
            <a:off x="1789714" y="2628000"/>
            <a:ext cx="457200" cy="457200"/>
          </a:xfrm>
        </p:spPr>
        <p:txBody>
          <a:bodyPr lIns="0" tIns="0" rIns="0" bIns="0"/>
          <a:lstStyle>
            <a:lvl1pPr algn="ctr">
              <a:defRPr sz="700" b="1"/>
            </a:lvl1pPr>
          </a:lstStyle>
          <a:p>
            <a:r>
              <a:rPr lang="en-US" noProof="0"/>
              <a:t>Please add icon</a:t>
            </a:r>
            <a:endParaRPr lang="en-US"/>
          </a:p>
        </p:txBody>
      </p:sp>
      <p:sp>
        <p:nvSpPr>
          <p:cNvPr id="14" name="Picture Placeholder 10">
            <a:extLst>
              <a:ext uri="{FF2B5EF4-FFF2-40B4-BE49-F238E27FC236}">
                <a16:creationId xmlns:a16="http://schemas.microsoft.com/office/drawing/2014/main" id="{00F97195-D372-415F-88C4-B0B8FB856244}"/>
              </a:ext>
            </a:extLst>
          </p:cNvPr>
          <p:cNvSpPr>
            <a:spLocks noGrp="1"/>
          </p:cNvSpPr>
          <p:nvPr>
            <p:ph type="pic" sz="quarter" idx="20" hasCustomPrompt="1"/>
          </p:nvPr>
        </p:nvSpPr>
        <p:spPr>
          <a:xfrm>
            <a:off x="3212228" y="2628000"/>
            <a:ext cx="457200" cy="457200"/>
          </a:xfrm>
        </p:spPr>
        <p:txBody>
          <a:bodyPr lIns="0" tIns="0" rIns="0" bIns="0"/>
          <a:lstStyle>
            <a:lvl1pPr algn="ctr">
              <a:defRPr sz="700" b="1"/>
            </a:lvl1pPr>
          </a:lstStyle>
          <a:p>
            <a:r>
              <a:rPr lang="en-US" noProof="0"/>
              <a:t>Please add icon</a:t>
            </a:r>
            <a:endParaRPr lang="en-US"/>
          </a:p>
        </p:txBody>
      </p:sp>
      <p:sp>
        <p:nvSpPr>
          <p:cNvPr id="16" name="Picture Placeholder 10">
            <a:extLst>
              <a:ext uri="{FF2B5EF4-FFF2-40B4-BE49-F238E27FC236}">
                <a16:creationId xmlns:a16="http://schemas.microsoft.com/office/drawing/2014/main" id="{334E3EA7-307D-4F31-A26B-D859C8B762B2}"/>
              </a:ext>
            </a:extLst>
          </p:cNvPr>
          <p:cNvSpPr>
            <a:spLocks noGrp="1"/>
          </p:cNvSpPr>
          <p:nvPr>
            <p:ph type="pic" sz="quarter" idx="22" hasCustomPrompt="1"/>
          </p:nvPr>
        </p:nvSpPr>
        <p:spPr>
          <a:xfrm>
            <a:off x="4634742" y="2628000"/>
            <a:ext cx="457200" cy="457200"/>
          </a:xfrm>
        </p:spPr>
        <p:txBody>
          <a:bodyPr lIns="0" tIns="0" rIns="0" bIns="0"/>
          <a:lstStyle>
            <a:lvl1pPr algn="ctr">
              <a:defRPr sz="700" b="1"/>
            </a:lvl1pPr>
          </a:lstStyle>
          <a:p>
            <a:r>
              <a:rPr lang="en-US" noProof="0"/>
              <a:t>Please add icon</a:t>
            </a:r>
            <a:endParaRPr lang="en-US"/>
          </a:p>
        </p:txBody>
      </p:sp>
      <p:sp>
        <p:nvSpPr>
          <p:cNvPr id="18" name="Picture Placeholder 10">
            <a:extLst>
              <a:ext uri="{FF2B5EF4-FFF2-40B4-BE49-F238E27FC236}">
                <a16:creationId xmlns:a16="http://schemas.microsoft.com/office/drawing/2014/main" id="{994AE89A-301F-4C26-92ED-B2EC1B81C77D}"/>
              </a:ext>
            </a:extLst>
          </p:cNvPr>
          <p:cNvSpPr>
            <a:spLocks noGrp="1"/>
          </p:cNvSpPr>
          <p:nvPr>
            <p:ph type="pic" sz="quarter" idx="24" hasCustomPrompt="1"/>
          </p:nvPr>
        </p:nvSpPr>
        <p:spPr>
          <a:xfrm>
            <a:off x="6057256" y="2628000"/>
            <a:ext cx="457200" cy="457200"/>
          </a:xfrm>
        </p:spPr>
        <p:txBody>
          <a:bodyPr lIns="0" tIns="0" rIns="0" bIns="0"/>
          <a:lstStyle>
            <a:lvl1pPr algn="ctr">
              <a:defRPr sz="700" b="1"/>
            </a:lvl1pPr>
          </a:lstStyle>
          <a:p>
            <a:r>
              <a:rPr lang="en-US" noProof="0"/>
              <a:t>Please add icon</a:t>
            </a:r>
            <a:endParaRPr lang="en-US"/>
          </a:p>
        </p:txBody>
      </p:sp>
      <p:sp>
        <p:nvSpPr>
          <p:cNvPr id="28" name="Picture Placeholder 10">
            <a:extLst>
              <a:ext uri="{FF2B5EF4-FFF2-40B4-BE49-F238E27FC236}">
                <a16:creationId xmlns:a16="http://schemas.microsoft.com/office/drawing/2014/main" id="{BE766B07-3708-4890-9255-CC2A2A5CECBF}"/>
              </a:ext>
            </a:extLst>
          </p:cNvPr>
          <p:cNvSpPr>
            <a:spLocks noGrp="1"/>
          </p:cNvSpPr>
          <p:nvPr>
            <p:ph type="pic" sz="quarter" idx="26" hasCustomPrompt="1"/>
          </p:nvPr>
        </p:nvSpPr>
        <p:spPr>
          <a:xfrm>
            <a:off x="7479770" y="2628000"/>
            <a:ext cx="457200" cy="457200"/>
          </a:xfrm>
        </p:spPr>
        <p:txBody>
          <a:bodyPr lIns="0" tIns="0" rIns="0" bIns="0"/>
          <a:lstStyle>
            <a:lvl1pPr algn="ctr">
              <a:defRPr sz="700" b="1"/>
            </a:lvl1pPr>
          </a:lstStyle>
          <a:p>
            <a:r>
              <a:rPr lang="en-US" noProof="0"/>
              <a:t>Please add icon</a:t>
            </a:r>
            <a:endParaRPr lang="en-US"/>
          </a:p>
        </p:txBody>
      </p:sp>
      <p:sp>
        <p:nvSpPr>
          <p:cNvPr id="30" name="Picture Placeholder 10">
            <a:extLst>
              <a:ext uri="{FF2B5EF4-FFF2-40B4-BE49-F238E27FC236}">
                <a16:creationId xmlns:a16="http://schemas.microsoft.com/office/drawing/2014/main" id="{65E2D852-BE36-42A3-A2B8-94EA0CA4EE6D}"/>
              </a:ext>
            </a:extLst>
          </p:cNvPr>
          <p:cNvSpPr>
            <a:spLocks noGrp="1"/>
          </p:cNvSpPr>
          <p:nvPr>
            <p:ph type="pic" sz="quarter" idx="28" hasCustomPrompt="1"/>
          </p:nvPr>
        </p:nvSpPr>
        <p:spPr>
          <a:xfrm>
            <a:off x="8902284" y="2628000"/>
            <a:ext cx="457200" cy="457200"/>
          </a:xfrm>
        </p:spPr>
        <p:txBody>
          <a:bodyPr lIns="0" tIns="0" rIns="0" bIns="0"/>
          <a:lstStyle>
            <a:lvl1pPr algn="ctr">
              <a:defRPr sz="700" b="1"/>
            </a:lvl1pPr>
          </a:lstStyle>
          <a:p>
            <a:r>
              <a:rPr lang="en-US" noProof="0"/>
              <a:t>Please add icon</a:t>
            </a:r>
            <a:endParaRPr lang="en-US"/>
          </a:p>
        </p:txBody>
      </p:sp>
      <p:sp>
        <p:nvSpPr>
          <p:cNvPr id="32" name="Picture Placeholder 10">
            <a:extLst>
              <a:ext uri="{FF2B5EF4-FFF2-40B4-BE49-F238E27FC236}">
                <a16:creationId xmlns:a16="http://schemas.microsoft.com/office/drawing/2014/main" id="{47866753-9238-4EF3-9507-1A1A08058E9C}"/>
              </a:ext>
            </a:extLst>
          </p:cNvPr>
          <p:cNvSpPr>
            <a:spLocks noGrp="1"/>
          </p:cNvSpPr>
          <p:nvPr>
            <p:ph type="pic" sz="quarter" idx="30" hasCustomPrompt="1"/>
          </p:nvPr>
        </p:nvSpPr>
        <p:spPr>
          <a:xfrm>
            <a:off x="10324800" y="2628000"/>
            <a:ext cx="457200" cy="457200"/>
          </a:xfrm>
        </p:spPr>
        <p:txBody>
          <a:bodyPr lIns="0" tIns="0" rIns="0" bIns="0"/>
          <a:lstStyle>
            <a:lvl1pPr algn="ctr">
              <a:defRPr sz="700" b="1"/>
            </a:lvl1pPr>
          </a:lstStyle>
          <a:p>
            <a:r>
              <a:rPr lang="en-US" noProof="0"/>
              <a:t>Please add icon</a:t>
            </a:r>
            <a:endParaRPr lang="en-US"/>
          </a:p>
        </p:txBody>
      </p:sp>
      <p:sp>
        <p:nvSpPr>
          <p:cNvPr id="35" name="Text Placeholder 11">
            <a:extLst>
              <a:ext uri="{FF2B5EF4-FFF2-40B4-BE49-F238E27FC236}">
                <a16:creationId xmlns:a16="http://schemas.microsoft.com/office/drawing/2014/main" id="{C6B1807F-9211-4322-A9DE-43E7460326F6}"/>
              </a:ext>
            </a:extLst>
          </p:cNvPr>
          <p:cNvSpPr>
            <a:spLocks noGrp="1"/>
          </p:cNvSpPr>
          <p:nvPr>
            <p:ph type="body" sz="quarter" idx="33"/>
          </p:nvPr>
        </p:nvSpPr>
        <p:spPr>
          <a:xfrm>
            <a:off x="543600"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6" name="Text Placeholder 11">
            <a:extLst>
              <a:ext uri="{FF2B5EF4-FFF2-40B4-BE49-F238E27FC236}">
                <a16:creationId xmlns:a16="http://schemas.microsoft.com/office/drawing/2014/main" id="{713703C9-52F7-41B2-8F89-4F2E87FC5B78}"/>
              </a:ext>
            </a:extLst>
          </p:cNvPr>
          <p:cNvSpPr>
            <a:spLocks noGrp="1"/>
          </p:cNvSpPr>
          <p:nvPr>
            <p:ph type="body" sz="quarter" idx="34"/>
          </p:nvPr>
        </p:nvSpPr>
        <p:spPr>
          <a:xfrm>
            <a:off x="1966114"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7" name="Text Placeholder 11">
            <a:extLst>
              <a:ext uri="{FF2B5EF4-FFF2-40B4-BE49-F238E27FC236}">
                <a16:creationId xmlns:a16="http://schemas.microsoft.com/office/drawing/2014/main" id="{CD7859A9-DEAC-44BA-90B2-C59341DD7AA5}"/>
              </a:ext>
            </a:extLst>
          </p:cNvPr>
          <p:cNvSpPr>
            <a:spLocks noGrp="1"/>
          </p:cNvSpPr>
          <p:nvPr>
            <p:ph type="body" sz="quarter" idx="35"/>
          </p:nvPr>
        </p:nvSpPr>
        <p:spPr>
          <a:xfrm>
            <a:off x="3388628"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8" name="Text Placeholder 11">
            <a:extLst>
              <a:ext uri="{FF2B5EF4-FFF2-40B4-BE49-F238E27FC236}">
                <a16:creationId xmlns:a16="http://schemas.microsoft.com/office/drawing/2014/main" id="{F2B89E32-E735-4545-BDE1-3CA3BEDF7DE6}"/>
              </a:ext>
            </a:extLst>
          </p:cNvPr>
          <p:cNvSpPr>
            <a:spLocks noGrp="1"/>
          </p:cNvSpPr>
          <p:nvPr>
            <p:ph type="body" sz="quarter" idx="36"/>
          </p:nvPr>
        </p:nvSpPr>
        <p:spPr>
          <a:xfrm>
            <a:off x="4811142"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39" name="Text Placeholder 11">
            <a:extLst>
              <a:ext uri="{FF2B5EF4-FFF2-40B4-BE49-F238E27FC236}">
                <a16:creationId xmlns:a16="http://schemas.microsoft.com/office/drawing/2014/main" id="{79DB9110-B5F8-423A-A697-8591E76C9EE4}"/>
              </a:ext>
            </a:extLst>
          </p:cNvPr>
          <p:cNvSpPr>
            <a:spLocks noGrp="1"/>
          </p:cNvSpPr>
          <p:nvPr>
            <p:ph type="body" sz="quarter" idx="37"/>
          </p:nvPr>
        </p:nvSpPr>
        <p:spPr>
          <a:xfrm>
            <a:off x="6233656"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40" name="Text Placeholder 11">
            <a:extLst>
              <a:ext uri="{FF2B5EF4-FFF2-40B4-BE49-F238E27FC236}">
                <a16:creationId xmlns:a16="http://schemas.microsoft.com/office/drawing/2014/main" id="{4A113945-5C37-4C98-9F22-2E8E222896F0}"/>
              </a:ext>
            </a:extLst>
          </p:cNvPr>
          <p:cNvSpPr>
            <a:spLocks noGrp="1"/>
          </p:cNvSpPr>
          <p:nvPr>
            <p:ph type="body" sz="quarter" idx="38"/>
          </p:nvPr>
        </p:nvSpPr>
        <p:spPr>
          <a:xfrm>
            <a:off x="7656170"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41" name="Text Placeholder 11">
            <a:extLst>
              <a:ext uri="{FF2B5EF4-FFF2-40B4-BE49-F238E27FC236}">
                <a16:creationId xmlns:a16="http://schemas.microsoft.com/office/drawing/2014/main" id="{6CFB8023-5E64-4185-A3F2-D0F8FCB194A8}"/>
              </a:ext>
            </a:extLst>
          </p:cNvPr>
          <p:cNvSpPr>
            <a:spLocks noGrp="1"/>
          </p:cNvSpPr>
          <p:nvPr>
            <p:ph type="body" sz="quarter" idx="39"/>
          </p:nvPr>
        </p:nvSpPr>
        <p:spPr>
          <a:xfrm>
            <a:off x="9078684"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endParaRPr lang="en-US"/>
          </a:p>
        </p:txBody>
      </p:sp>
      <p:sp>
        <p:nvSpPr>
          <p:cNvPr id="42" name="Text Placeholder 11">
            <a:extLst>
              <a:ext uri="{FF2B5EF4-FFF2-40B4-BE49-F238E27FC236}">
                <a16:creationId xmlns:a16="http://schemas.microsoft.com/office/drawing/2014/main" id="{E41837A5-5A9E-4304-9788-7F565C602441}"/>
              </a:ext>
            </a:extLst>
          </p:cNvPr>
          <p:cNvSpPr>
            <a:spLocks noGrp="1"/>
          </p:cNvSpPr>
          <p:nvPr>
            <p:ph type="body" sz="quarter" idx="40"/>
          </p:nvPr>
        </p:nvSpPr>
        <p:spPr>
          <a:xfrm>
            <a:off x="10501200" y="3204000"/>
            <a:ext cx="108000" cy="108000"/>
          </a:xfrm>
          <a:prstGeom prst="ellipse">
            <a:avLst/>
          </a:prstGeom>
          <a:solidFill>
            <a:schemeClr val="bg2"/>
          </a:solidFill>
          <a:ln>
            <a:solidFill>
              <a:schemeClr val="bg2"/>
            </a:solidFill>
          </a:ln>
        </p:spPr>
        <p:txBody>
          <a:bodyPr lIns="0" tIns="0" rIns="0" bIns="0"/>
          <a:lstStyle>
            <a:lvl1pPr>
              <a:defRPr sz="1000" b="0">
                <a:noFill/>
                <a:latin typeface="+mn-lt"/>
                <a:ea typeface="ABBvoice Light" panose="020D0403020503020204" pitchFamily="34" charset="0"/>
                <a:cs typeface="ABBvoice Light" panose="020D0403020503020204" pitchFamily="34" charset="0"/>
              </a:defRPr>
            </a:lvl1pPr>
            <a:lvl2pPr>
              <a:defRPr sz="1000" b="0">
                <a:noFill/>
                <a:latin typeface="+mn-lt"/>
                <a:ea typeface="ABBvoice Light" panose="020D0403020503020204" pitchFamily="34" charset="0"/>
                <a:cs typeface="ABBvoice Light" panose="020D0403020503020204" pitchFamily="34" charset="0"/>
              </a:defRPr>
            </a:lvl2pPr>
            <a:lvl3pPr>
              <a:defRPr sz="1000" b="0">
                <a:noFill/>
                <a:latin typeface="+mn-lt"/>
                <a:ea typeface="ABBvoice Light" panose="020D0403020503020204" pitchFamily="34" charset="0"/>
                <a:cs typeface="ABBvoice Light" panose="020D0403020503020204" pitchFamily="34" charset="0"/>
              </a:defRPr>
            </a:lvl3pPr>
            <a:lvl4pPr>
              <a:defRPr sz="1000" b="0">
                <a:noFill/>
                <a:latin typeface="+mn-lt"/>
                <a:ea typeface="ABBvoice Light" panose="020D0403020503020204" pitchFamily="34" charset="0"/>
                <a:cs typeface="ABBvoice Light" panose="020D0403020503020204" pitchFamily="34" charset="0"/>
              </a:defRPr>
            </a:lvl4pPr>
            <a:lvl5pPr>
              <a:defRPr sz="1000" b="0">
                <a:noFill/>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8" name="Text Placeholder 11">
            <a:extLst>
              <a:ext uri="{FF2B5EF4-FFF2-40B4-BE49-F238E27FC236}">
                <a16:creationId xmlns:a16="http://schemas.microsoft.com/office/drawing/2014/main" id="{052090D4-EA65-4144-A397-14AB024F1477}"/>
              </a:ext>
            </a:extLst>
          </p:cNvPr>
          <p:cNvSpPr>
            <a:spLocks noGrp="1"/>
          </p:cNvSpPr>
          <p:nvPr>
            <p:ph type="body" sz="quarter" idx="15"/>
          </p:nvPr>
        </p:nvSpPr>
        <p:spPr>
          <a:xfrm>
            <a:off x="543600"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1" name="Text Placeholder 11">
            <a:extLst>
              <a:ext uri="{FF2B5EF4-FFF2-40B4-BE49-F238E27FC236}">
                <a16:creationId xmlns:a16="http://schemas.microsoft.com/office/drawing/2014/main" id="{4D6AB49F-5CDC-4EA4-8AD2-A427B0E0BBA5}"/>
              </a:ext>
            </a:extLst>
          </p:cNvPr>
          <p:cNvSpPr>
            <a:spLocks noGrp="1"/>
          </p:cNvSpPr>
          <p:nvPr>
            <p:ph type="body" sz="quarter" idx="41"/>
          </p:nvPr>
        </p:nvSpPr>
        <p:spPr>
          <a:xfrm>
            <a:off x="1966114"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2" name="Text Placeholder 11">
            <a:extLst>
              <a:ext uri="{FF2B5EF4-FFF2-40B4-BE49-F238E27FC236}">
                <a16:creationId xmlns:a16="http://schemas.microsoft.com/office/drawing/2014/main" id="{F463238E-B23C-4F7A-B1CE-7F163AD95E4B}"/>
              </a:ext>
            </a:extLst>
          </p:cNvPr>
          <p:cNvSpPr>
            <a:spLocks noGrp="1"/>
          </p:cNvSpPr>
          <p:nvPr>
            <p:ph type="body" sz="quarter" idx="42"/>
          </p:nvPr>
        </p:nvSpPr>
        <p:spPr>
          <a:xfrm>
            <a:off x="3388628"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3" name="Text Placeholder 11">
            <a:extLst>
              <a:ext uri="{FF2B5EF4-FFF2-40B4-BE49-F238E27FC236}">
                <a16:creationId xmlns:a16="http://schemas.microsoft.com/office/drawing/2014/main" id="{5DB448C2-2659-44FA-83F9-45594F8D9494}"/>
              </a:ext>
            </a:extLst>
          </p:cNvPr>
          <p:cNvSpPr>
            <a:spLocks noGrp="1"/>
          </p:cNvSpPr>
          <p:nvPr>
            <p:ph type="body" sz="quarter" idx="43"/>
          </p:nvPr>
        </p:nvSpPr>
        <p:spPr>
          <a:xfrm>
            <a:off x="4811142"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4" name="Text Placeholder 11">
            <a:extLst>
              <a:ext uri="{FF2B5EF4-FFF2-40B4-BE49-F238E27FC236}">
                <a16:creationId xmlns:a16="http://schemas.microsoft.com/office/drawing/2014/main" id="{0790F9F6-D5F4-45A2-A221-F081E5C91D0B}"/>
              </a:ext>
            </a:extLst>
          </p:cNvPr>
          <p:cNvSpPr>
            <a:spLocks noGrp="1"/>
          </p:cNvSpPr>
          <p:nvPr>
            <p:ph type="body" sz="quarter" idx="44"/>
          </p:nvPr>
        </p:nvSpPr>
        <p:spPr>
          <a:xfrm>
            <a:off x="6233656"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5" name="Text Placeholder 11">
            <a:extLst>
              <a:ext uri="{FF2B5EF4-FFF2-40B4-BE49-F238E27FC236}">
                <a16:creationId xmlns:a16="http://schemas.microsoft.com/office/drawing/2014/main" id="{D2ADD6FC-36B5-4CFB-851C-0D31F197AB4A}"/>
              </a:ext>
            </a:extLst>
          </p:cNvPr>
          <p:cNvSpPr>
            <a:spLocks noGrp="1"/>
          </p:cNvSpPr>
          <p:nvPr>
            <p:ph type="body" sz="quarter" idx="45"/>
          </p:nvPr>
        </p:nvSpPr>
        <p:spPr>
          <a:xfrm>
            <a:off x="7656170"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6" name="Text Placeholder 11">
            <a:extLst>
              <a:ext uri="{FF2B5EF4-FFF2-40B4-BE49-F238E27FC236}">
                <a16:creationId xmlns:a16="http://schemas.microsoft.com/office/drawing/2014/main" id="{021BC5A5-67A6-48CA-A81C-99793628929B}"/>
              </a:ext>
            </a:extLst>
          </p:cNvPr>
          <p:cNvSpPr>
            <a:spLocks noGrp="1"/>
          </p:cNvSpPr>
          <p:nvPr>
            <p:ph type="body" sz="quarter" idx="46"/>
          </p:nvPr>
        </p:nvSpPr>
        <p:spPr>
          <a:xfrm>
            <a:off x="9078684"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57" name="Text Placeholder 11">
            <a:extLst>
              <a:ext uri="{FF2B5EF4-FFF2-40B4-BE49-F238E27FC236}">
                <a16:creationId xmlns:a16="http://schemas.microsoft.com/office/drawing/2014/main" id="{FB6B97BC-758E-4B5D-BE93-360237912AC9}"/>
              </a:ext>
            </a:extLst>
          </p:cNvPr>
          <p:cNvSpPr>
            <a:spLocks noGrp="1"/>
          </p:cNvSpPr>
          <p:nvPr>
            <p:ph type="body" sz="quarter" idx="47"/>
          </p:nvPr>
        </p:nvSpPr>
        <p:spPr>
          <a:xfrm>
            <a:off x="10501200" y="3420000"/>
            <a:ext cx="1152000" cy="2757600"/>
          </a:xfrm>
        </p:spPr>
        <p:txBody>
          <a:bodyPr lIns="0" tIns="0" rIns="0" bIns="0"/>
          <a:lstStyle>
            <a:lvl1pPr>
              <a:defRPr sz="1000" b="0">
                <a:latin typeface="+mn-lt"/>
                <a:ea typeface="ABBvoice Light" panose="020D0403020503020204" pitchFamily="34" charset="0"/>
                <a:cs typeface="ABBvoice Light" panose="020D0403020503020204" pitchFamily="34" charset="0"/>
              </a:defRPr>
            </a:lvl1pPr>
            <a:lvl2pPr marL="108000" indent="-108000">
              <a:defRPr sz="1000" b="0">
                <a:latin typeface="+mn-lt"/>
                <a:ea typeface="ABBvoice Light" panose="020D0403020503020204" pitchFamily="34" charset="0"/>
                <a:cs typeface="ABBvoice Light" panose="020D0403020503020204" pitchFamily="34" charset="0"/>
              </a:defRPr>
            </a:lvl2pPr>
            <a:lvl3pPr marL="216000" indent="-108000">
              <a:defRPr sz="1000" b="0">
                <a:latin typeface="+mn-lt"/>
                <a:ea typeface="ABBvoice Light" panose="020D0403020503020204" pitchFamily="34" charset="0"/>
                <a:cs typeface="ABBvoice Light" panose="020D0403020503020204" pitchFamily="34" charset="0"/>
              </a:defRPr>
            </a:lvl3pPr>
            <a:lvl4pPr marL="216000" indent="-108000">
              <a:defRPr sz="1000" b="0">
                <a:latin typeface="+mn-lt"/>
                <a:ea typeface="ABBvoice Light" panose="020D0403020503020204" pitchFamily="34" charset="0"/>
                <a:cs typeface="ABBvoice Light" panose="020D0403020503020204" pitchFamily="34" charset="0"/>
              </a:defRPr>
            </a:lvl4pPr>
            <a:lvl5pPr marL="216000" indent="-108000">
              <a:defRPr sz="1000" b="0">
                <a:latin typeface="+mn-lt"/>
                <a:ea typeface="ABBvoice Light" panose="020D0403020503020204" pitchFamily="34" charset="0"/>
                <a:cs typeface="ABBvoice Light" panose="020D0403020503020204" pitchFamily="34" charset="0"/>
              </a:defRPr>
            </a:lvl5pPr>
          </a:lstStyle>
          <a:p>
            <a:pPr lvl="0"/>
            <a:r>
              <a:rPr lang="en-US" noProof="0"/>
              <a:t>Click to edit Master text styles</a:t>
            </a:r>
            <a:endParaRPr lang="en-US"/>
          </a:p>
          <a:p>
            <a:pPr lvl="1"/>
            <a:r>
              <a:rPr lang="en-US" noProof="0"/>
              <a:t>Second level</a:t>
            </a:r>
            <a:endParaRPr lang="en-US"/>
          </a:p>
          <a:p>
            <a:pPr lvl="2"/>
            <a:r>
              <a:rPr lang="en-US" noProof="0"/>
              <a:t>Third level</a:t>
            </a:r>
            <a:endParaRPr lang="en-US"/>
          </a:p>
          <a:p>
            <a:pPr lvl="3"/>
            <a:r>
              <a:rPr lang="en-US" noProof="0"/>
              <a:t>Fourth level</a:t>
            </a:r>
            <a:endParaRPr lang="en-US"/>
          </a:p>
          <a:p>
            <a:pPr lvl="4"/>
            <a:r>
              <a:rPr lang="en-US" noProof="0"/>
              <a:t>Fifth level</a:t>
            </a:r>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70A194E1-1044-493D-918F-B69AC62FD765}"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3216694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04372-55C2-4676-BE1B-7AB5862BEE24}"/>
              </a:ext>
            </a:extLst>
          </p:cNvPr>
          <p:cNvSpPr>
            <a:spLocks noGrp="1"/>
          </p:cNvSpPr>
          <p:nvPr>
            <p:ph type="title"/>
          </p:nvPr>
        </p:nvSpPr>
        <p:spPr>
          <a:xfrm>
            <a:off x="331200" y="691200"/>
            <a:ext cx="11530800" cy="367200"/>
          </a:xfrm>
        </p:spPr>
        <p:txBody>
          <a:bodyPr lIns="0" tIns="0" rIns="0" bIns="0"/>
          <a:lstStyle>
            <a:lvl1pPr>
              <a:defRPr b="1"/>
            </a:lvl1pPr>
          </a:lstStyle>
          <a:p>
            <a:r>
              <a:rPr lang="en-US" noProof="0"/>
              <a:t>Click to edit Master title style</a:t>
            </a:r>
          </a:p>
        </p:txBody>
      </p:sp>
      <p:sp>
        <p:nvSpPr>
          <p:cNvPr id="7" name="Text Placeholder 9">
            <a:extLst>
              <a:ext uri="{FF2B5EF4-FFF2-40B4-BE49-F238E27FC236}">
                <a16:creationId xmlns:a16="http://schemas.microsoft.com/office/drawing/2014/main" id="{191F879A-9D5C-4572-8E7C-BF6305780851}"/>
              </a:ext>
            </a:extLst>
          </p:cNvPr>
          <p:cNvSpPr>
            <a:spLocks noGrp="1"/>
          </p:cNvSpPr>
          <p:nvPr>
            <p:ph type="body" sz="quarter" idx="14" hasCustomPrompt="1"/>
          </p:nvPr>
        </p:nvSpPr>
        <p:spPr>
          <a:xfrm>
            <a:off x="331789" y="1057498"/>
            <a:ext cx="11530800" cy="486000"/>
          </a:xfrm>
        </p:spPr>
        <p:txBody>
          <a:bodyPr lIns="0" tIns="0" rIns="0" b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3" name="Footer Placeholder 2">
            <a:extLst>
              <a:ext uri="{FF2B5EF4-FFF2-40B4-BE49-F238E27FC236}">
                <a16:creationId xmlns:a16="http://schemas.microsoft.com/office/drawing/2014/main" id="{9720BA48-2EC3-4080-A97C-33DE1D74B9FF}"/>
              </a:ext>
            </a:extLst>
          </p:cNvPr>
          <p:cNvSpPr>
            <a:spLocks noGrp="1"/>
          </p:cNvSpPr>
          <p:nvPr>
            <p:ph type="ftr" sz="quarter" idx="10"/>
          </p:nvPr>
        </p:nvSpPr>
        <p:spPr/>
        <p:txBody>
          <a:bodyPr lIns="0" tIns="0" rIns="0" bIns="0"/>
          <a:lstStyle/>
          <a:p>
            <a:endParaRPr lang="en-US" noProof="0"/>
          </a:p>
        </p:txBody>
      </p:sp>
      <p:sp>
        <p:nvSpPr>
          <p:cNvPr id="4" name="Date Placeholder 3">
            <a:extLst>
              <a:ext uri="{FF2B5EF4-FFF2-40B4-BE49-F238E27FC236}">
                <a16:creationId xmlns:a16="http://schemas.microsoft.com/office/drawing/2014/main" id="{BD672ED8-D8A6-4B60-9145-0B2F226FCF90}"/>
              </a:ext>
            </a:extLst>
          </p:cNvPr>
          <p:cNvSpPr>
            <a:spLocks noGrp="1"/>
          </p:cNvSpPr>
          <p:nvPr>
            <p:ph type="dt" sz="half" idx="11"/>
          </p:nvPr>
        </p:nvSpPr>
        <p:spPr/>
        <p:txBody>
          <a:bodyPr lIns="0" tIns="0" rIns="0" bIns="0"/>
          <a:lstStyle/>
          <a:p>
            <a:fld id="{94A38730-8F41-4295-B8CF-123547F4AF8F}" type="datetime4">
              <a:rPr lang="en-US" noProof="0" smtClean="0"/>
              <a:t>October 20, 2026</a:t>
            </a:fld>
            <a:endParaRPr lang="en-US" noProof="0"/>
          </a:p>
        </p:txBody>
      </p:sp>
      <p:sp>
        <p:nvSpPr>
          <p:cNvPr id="5" name="Slide Number Placeholder 4">
            <a:extLst>
              <a:ext uri="{FF2B5EF4-FFF2-40B4-BE49-F238E27FC236}">
                <a16:creationId xmlns:a16="http://schemas.microsoft.com/office/drawing/2014/main" id="{B89B7E41-ACE0-4535-9419-94A5884DC919}"/>
              </a:ext>
            </a:extLst>
          </p:cNvPr>
          <p:cNvSpPr>
            <a:spLocks noGrp="1"/>
          </p:cNvSpPr>
          <p:nvPr>
            <p:ph type="sldNum" sz="quarter" idx="12"/>
          </p:nvPr>
        </p:nvSpPr>
        <p:spPr/>
        <p:txBody>
          <a:bodyPr lIns="0" tIns="0" rIns="0" bIns="0"/>
          <a:lstStyle/>
          <a:p>
            <a:r>
              <a:rPr lang="en-US" noProof="0"/>
              <a:t>Slide </a:t>
            </a:r>
            <a:fld id="{619F89D8-7AE3-494A-97F3-03D680869632}" type="slidenum">
              <a:rPr lang="en-US" noProof="0" smtClean="0"/>
              <a:pPr/>
              <a:t>‹#›</a:t>
            </a:fld>
            <a:endParaRPr lang="en-US" noProof="0"/>
          </a:p>
        </p:txBody>
      </p:sp>
    </p:spTree>
    <p:extLst>
      <p:ext uri="{BB962C8B-B14F-4D97-AF65-F5344CB8AC3E}">
        <p14:creationId xmlns:p14="http://schemas.microsoft.com/office/powerpoint/2010/main" val="4232166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0304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pic>
        <p:nvPicPr>
          <p:cNvPr id="8" name="Picture 7" descr="A red and black logo&#10;&#10;AI-generated content may be incorrect.">
            <a:extLst>
              <a:ext uri="{FF2B5EF4-FFF2-40B4-BE49-F238E27FC236}">
                <a16:creationId xmlns:a16="http://schemas.microsoft.com/office/drawing/2014/main" id="{2A76CB80-5DB5-F174-3A72-667BFF071010}"/>
              </a:ext>
            </a:extLst>
          </p:cNvPr>
          <p:cNvPicPr>
            <a:picLocks noChangeAspect="1"/>
          </p:cNvPicPr>
          <p:nvPr userDrawn="1"/>
        </p:nvPicPr>
        <p:blipFill>
          <a:blip r:embed="rId2"/>
          <a:stretch>
            <a:fillRect/>
          </a:stretch>
        </p:blipFill>
        <p:spPr>
          <a:xfrm>
            <a:off x="3942291" y="2019919"/>
            <a:ext cx="4307417" cy="2778978"/>
          </a:xfrm>
          <a:prstGeom prst="rect">
            <a:avLst/>
          </a:prstGeom>
        </p:spPr>
      </p:pic>
    </p:spTree>
    <p:extLst>
      <p:ext uri="{BB962C8B-B14F-4D97-AF65-F5344CB8AC3E}">
        <p14:creationId xmlns:p14="http://schemas.microsoft.com/office/powerpoint/2010/main" val="1105976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User guide">
    <p:spTree>
      <p:nvGrpSpPr>
        <p:cNvPr id="1" name=""/>
        <p:cNvGrpSpPr/>
        <p:nvPr/>
      </p:nvGrpSpPr>
      <p:grpSpPr>
        <a:xfrm>
          <a:off x="0" y="0"/>
          <a:ext cx="0" cy="0"/>
          <a:chOff x="0" y="0"/>
          <a:chExt cx="0" cy="0"/>
        </a:xfrm>
      </p:grpSpPr>
      <p:sp>
        <p:nvSpPr>
          <p:cNvPr id="23" name="Text Box 3">
            <a:extLst>
              <a:ext uri="{FF2B5EF4-FFF2-40B4-BE49-F238E27FC236}">
                <a16:creationId xmlns:a16="http://schemas.microsoft.com/office/drawing/2014/main" id="{19798472-DC87-414E-BC4E-CFAF99EF0ED7}"/>
              </a:ext>
            </a:extLst>
          </p:cNvPr>
          <p:cNvSpPr txBox="1">
            <a:spLocks noChangeArrowheads="1"/>
          </p:cNvSpPr>
          <p:nvPr userDrawn="1"/>
        </p:nvSpPr>
        <p:spPr bwMode="auto">
          <a:xfrm>
            <a:off x="4256188" y="1336538"/>
            <a:ext cx="2772000" cy="4909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1200"/>
              </a:spcBef>
              <a:spcAft>
                <a:spcPts val="600"/>
              </a:spcAft>
              <a:buClrTx/>
              <a:buSzTx/>
              <a:buFontTx/>
              <a:buNone/>
              <a:tabLst/>
              <a:defRPr/>
            </a:pPr>
            <a:r>
              <a:rPr lang="en-US" sz="1600">
                <a:latin typeface="+mn-lt"/>
                <a:cs typeface="Arial" panose="020B0604020202020204" pitchFamily="34" charset="0"/>
              </a:rPr>
              <a:t>PICTURES</a:t>
            </a:r>
            <a:br>
              <a:rPr lang="en-US" sz="900">
                <a:latin typeface="+mn-lt"/>
                <a:cs typeface="Arial" panose="020B0604020202020204" pitchFamily="34" charset="0"/>
              </a:rPr>
            </a:br>
            <a:r>
              <a:rPr lang="en-US" sz="900" b="1" noProof="1">
                <a:solidFill>
                  <a:schemeClr val="tx1"/>
                </a:solidFill>
                <a:latin typeface="+mn-lt"/>
                <a:cs typeface="Arial" panose="020B0604020202020204" pitchFamily="34" charset="0"/>
              </a:rPr>
              <a:t>Insert corporate picture from Templafy</a:t>
            </a:r>
            <a:endParaRPr lang="en-US" altLang="da-DK" sz="900" b="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noProof="1">
                <a:solidFill>
                  <a:schemeClr val="tx1"/>
                </a:solidFill>
                <a:latin typeface="+mn-lt"/>
                <a:cs typeface="Arial" panose="020B0604020202020204" pitchFamily="34" charset="0"/>
              </a:rPr>
              <a:t>1.</a:t>
            </a:r>
            <a:r>
              <a:rPr lang="en-US" altLang="da-DK" sz="900" b="0" noProof="1">
                <a:solidFill>
                  <a:schemeClr val="tx1"/>
                </a:solidFill>
                <a:latin typeface="+mn-lt"/>
                <a:cs typeface="Arial" panose="020B0604020202020204" pitchFamily="34" charset="0"/>
              </a:rPr>
              <a:t> Click the blue </a:t>
            </a:r>
            <a:r>
              <a:rPr lang="en-US" altLang="da-DK" sz="900" b="1" baseline="0" noProof="1">
                <a:solidFill>
                  <a:schemeClr val="tx1"/>
                </a:solidFill>
                <a:latin typeface="+mn-lt"/>
                <a:cs typeface="Arial" panose="020B0604020202020204" pitchFamily="34" charset="0"/>
              </a:rPr>
              <a:t>Templafy </a:t>
            </a:r>
            <a:r>
              <a:rPr lang="en-US" altLang="da-DK" sz="900" b="0" baseline="0" noProof="1">
                <a:solidFill>
                  <a:schemeClr val="tx1"/>
                </a:solidFill>
                <a:latin typeface="+mn-lt"/>
                <a:cs typeface="Arial" panose="020B0604020202020204" pitchFamily="34" charset="0"/>
              </a:rPr>
              <a:t>button to view T</a:t>
            </a:r>
            <a:br>
              <a:rPr lang="en-US" altLang="da-DK" sz="900" b="0" baseline="0" noProof="1">
                <a:solidFill>
                  <a:schemeClr val="tx1"/>
                </a:solidFill>
                <a:latin typeface="+mn-lt"/>
                <a:cs typeface="Arial" panose="020B0604020202020204" pitchFamily="34" charset="0"/>
              </a:rPr>
            </a:br>
            <a:r>
              <a:rPr lang="en-US" altLang="da-DK" sz="900" b="0" baseline="0" noProof="1">
                <a:solidFill>
                  <a:schemeClr val="tx1"/>
                </a:solidFill>
                <a:latin typeface="+mn-lt"/>
                <a:cs typeface="Arial" panose="020B0604020202020204" pitchFamily="34" charset="0"/>
              </a:rPr>
              <a:t>emplafy pane on right side of the screen, if it </a:t>
            </a:r>
            <a:br>
              <a:rPr lang="en-US" altLang="da-DK" sz="900" b="0" baseline="0" noProof="1">
                <a:solidFill>
                  <a:schemeClr val="tx1"/>
                </a:solidFill>
                <a:latin typeface="+mn-lt"/>
                <a:cs typeface="Arial" panose="020B0604020202020204" pitchFamily="34" charset="0"/>
              </a:rPr>
            </a:br>
            <a:r>
              <a:rPr lang="en-US" altLang="da-DK" sz="900" b="0" baseline="0" noProof="1">
                <a:solidFill>
                  <a:schemeClr val="tx1"/>
                </a:solidFill>
                <a:latin typeface="+mn-lt"/>
                <a:cs typeface="Arial" panose="020B0604020202020204" pitchFamily="34" charset="0"/>
              </a:rPr>
              <a:t>is not already there</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baseline="0" noProof="1">
                <a:solidFill>
                  <a:schemeClr val="tx1"/>
                </a:solidFill>
                <a:latin typeface="+mn-lt"/>
                <a:cs typeface="Arial" panose="020B0604020202020204" pitchFamily="34" charset="0"/>
              </a:rPr>
              <a:t>2. </a:t>
            </a:r>
            <a:r>
              <a:rPr lang="en-US" altLang="da-DK" sz="900" b="0" baseline="0" noProof="1">
                <a:solidFill>
                  <a:schemeClr val="tx1"/>
                </a:solidFill>
                <a:latin typeface="+mn-lt"/>
                <a:cs typeface="Arial" panose="020B0604020202020204" pitchFamily="34" charset="0"/>
              </a:rPr>
              <a:t>Select picture placeholder by clicking on the frame (at the edge)</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baseline="0" noProof="1">
                <a:solidFill>
                  <a:schemeClr val="tx1"/>
                </a:solidFill>
                <a:latin typeface="+mn-lt"/>
                <a:cs typeface="Arial" panose="020B0604020202020204" pitchFamily="34" charset="0"/>
              </a:rPr>
              <a:t>3. </a:t>
            </a:r>
            <a:r>
              <a:rPr lang="en-US" altLang="da-DK" sz="900" b="0" baseline="0" noProof="1">
                <a:solidFill>
                  <a:schemeClr val="tx1"/>
                </a:solidFill>
                <a:latin typeface="+mn-lt"/>
                <a:cs typeface="Arial" panose="020B0604020202020204" pitchFamily="34" charset="0"/>
              </a:rPr>
              <a:t>Click the </a:t>
            </a:r>
            <a:r>
              <a:rPr lang="en-US" altLang="da-DK" sz="900" b="1" baseline="0" noProof="1">
                <a:solidFill>
                  <a:schemeClr val="tx1"/>
                </a:solidFill>
                <a:latin typeface="+mn-lt"/>
                <a:cs typeface="Arial" panose="020B0604020202020204" pitchFamily="34" charset="0"/>
              </a:rPr>
              <a:t>Images </a:t>
            </a:r>
            <a:r>
              <a:rPr lang="en-US" altLang="da-DK" sz="900" b="0" i="0" baseline="0" noProof="1">
                <a:solidFill>
                  <a:schemeClr val="tx1"/>
                </a:solidFill>
                <a:latin typeface="+mn-lt"/>
                <a:cs typeface="Arial" panose="020B0604020202020204" pitchFamily="34" charset="0"/>
              </a:rPr>
              <a:t>button</a:t>
            </a:r>
            <a:r>
              <a:rPr lang="en-US" altLang="da-DK" sz="900" b="0" baseline="0" noProof="1">
                <a:solidFill>
                  <a:schemeClr val="tx1"/>
                </a:solidFill>
                <a:latin typeface="+mn-lt"/>
                <a:cs typeface="Arial" panose="020B0604020202020204" pitchFamily="34" charset="0"/>
              </a:rPr>
              <a:t> in the Templafy pane</a:t>
            </a:r>
            <a:br>
              <a:rPr lang="en-US" altLang="da-DK" sz="900" b="0" baseline="0" noProof="1">
                <a:solidFill>
                  <a:schemeClr val="tx1"/>
                </a:solidFill>
                <a:latin typeface="+mn-lt"/>
                <a:cs typeface="Arial" panose="020B0604020202020204" pitchFamily="34" charset="0"/>
              </a:rPr>
            </a:br>
            <a:endParaRPr lang="en-US" altLang="da-DK" sz="900" b="0" baseline="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1" baseline="0" noProof="1">
                <a:solidFill>
                  <a:schemeClr val="tx1"/>
                </a:solidFill>
                <a:latin typeface="+mn-lt"/>
                <a:cs typeface="Arial" panose="020B0604020202020204" pitchFamily="34" charset="0"/>
              </a:rPr>
              <a:t>Insert picture</a:t>
            </a:r>
            <a:endParaRPr lang="en-US"/>
          </a:p>
          <a:p>
            <a:pPr eaLnBrk="1" hangingPunct="1">
              <a:spcAft>
                <a:spcPts val="600"/>
              </a:spcAft>
              <a:defRPr/>
            </a:pPr>
            <a:r>
              <a:rPr lang="en-US" altLang="da-DK" sz="900" b="0" noProof="1">
                <a:solidFill>
                  <a:schemeClr val="tx1"/>
                </a:solidFill>
                <a:latin typeface="+mn-lt"/>
                <a:cs typeface="Arial" panose="020B0604020202020204" pitchFamily="34" charset="0"/>
              </a:rPr>
              <a:t>On slides with pictureplaceholder, click on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the icon and choose </a:t>
            </a:r>
            <a:r>
              <a:rPr lang="en-US" altLang="da-DK" sz="900" b="1" noProof="1">
                <a:solidFill>
                  <a:schemeClr val="tx1"/>
                </a:solidFill>
                <a:latin typeface="+mn-lt"/>
                <a:cs typeface="Arial" panose="020B0604020202020204" pitchFamily="34" charset="0"/>
              </a:rPr>
              <a:t>Insert </a:t>
            </a:r>
            <a:r>
              <a:rPr lang="en-US" altLang="da-DK" sz="900" b="0" noProof="1">
                <a:solidFill>
                  <a:schemeClr val="tx1"/>
                </a:solidFill>
                <a:latin typeface="+mn-lt"/>
                <a:cs typeface="Arial" panose="020B0604020202020204" pitchFamily="34" charset="0"/>
              </a:rPr>
              <a:t>to browse for picture</a:t>
            </a:r>
            <a:endParaRPr lang="en-US"/>
          </a:p>
          <a:p>
            <a:pPr eaLnBrk="1" hangingPunct="1">
              <a:spcBef>
                <a:spcPts val="1200"/>
              </a:spcBef>
              <a:spcAft>
                <a:spcPts val="600"/>
              </a:spcAft>
              <a:defRPr/>
            </a:pPr>
            <a:r>
              <a:rPr lang="en-US" sz="900" b="1" noProof="1">
                <a:solidFill>
                  <a:schemeClr val="tx1"/>
                </a:solidFill>
                <a:latin typeface="+mn-lt"/>
                <a:cs typeface="Arial" panose="020B0604020202020204" pitchFamily="34" charset="0"/>
              </a:rPr>
              <a:t>Crop picture</a:t>
            </a:r>
            <a:endParaRPr lang="en-US"/>
          </a:p>
          <a:p>
            <a:pPr eaLnBrk="1" hangingPunct="1">
              <a:spcAft>
                <a:spcPts val="600"/>
              </a:spcAft>
              <a:defRPr/>
            </a:pPr>
            <a:r>
              <a:rPr lang="en-US" altLang="da-DK" sz="900" b="1" noProof="1">
                <a:solidFill>
                  <a:schemeClr val="tx1"/>
                </a:solidFill>
                <a:latin typeface="+mn-lt"/>
                <a:cs typeface="Arial" panose="020B0604020202020204" pitchFamily="34" charset="0"/>
              </a:rPr>
              <a:t>1. </a:t>
            </a:r>
            <a:r>
              <a:rPr lang="en-US" altLang="da-DK" sz="900" b="0" noProof="1">
                <a:solidFill>
                  <a:schemeClr val="tx1"/>
                </a:solidFill>
                <a:latin typeface="+mn-lt"/>
                <a:cs typeface="Arial" panose="020B0604020202020204" pitchFamily="34" charset="0"/>
              </a:rPr>
              <a:t>Click </a:t>
            </a:r>
            <a:r>
              <a:rPr lang="en-US" altLang="da-DK" sz="900" b="1" noProof="1">
                <a:solidFill>
                  <a:schemeClr val="tx1"/>
                </a:solidFill>
                <a:latin typeface="+mn-lt"/>
                <a:cs typeface="Arial" panose="020B0604020202020204" pitchFamily="34" charset="0"/>
              </a:rPr>
              <a:t>Crop</a:t>
            </a:r>
            <a:r>
              <a:rPr lang="en-US" altLang="da-DK" sz="900" b="0" noProof="1">
                <a:solidFill>
                  <a:schemeClr val="tx1"/>
                </a:solidFill>
                <a:latin typeface="+mn-lt"/>
                <a:cs typeface="Arial" panose="020B0604020202020204" pitchFamily="34" charset="0"/>
              </a:rPr>
              <a:t> to change size or focus of the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picture</a:t>
            </a:r>
            <a:endParaRPr lang="en-US"/>
          </a:p>
          <a:p>
            <a:pPr eaLnBrk="1" hangingPunct="1">
              <a:spcAft>
                <a:spcPts val="600"/>
              </a:spcAft>
              <a:defRPr/>
            </a:pPr>
            <a:r>
              <a:rPr lang="en-US" altLang="da-DK" sz="900" b="1" noProof="1">
                <a:solidFill>
                  <a:schemeClr val="tx1"/>
                </a:solidFill>
                <a:latin typeface="+mn-lt"/>
                <a:cs typeface="Arial" panose="020B0604020202020204" pitchFamily="34" charset="0"/>
              </a:rPr>
              <a:t>2. </a:t>
            </a:r>
            <a:r>
              <a:rPr lang="en-US" altLang="da-DK" sz="900" b="0" noProof="1">
                <a:solidFill>
                  <a:schemeClr val="tx1"/>
                </a:solidFill>
                <a:latin typeface="+mn-lt"/>
                <a:cs typeface="Arial" panose="020B0604020202020204" pitchFamily="34" charset="0"/>
              </a:rPr>
              <a:t>If you want to scale the picture, hold </a:t>
            </a:r>
            <a:r>
              <a:rPr lang="en-US" altLang="da-DK" sz="900" b="1" noProof="1">
                <a:solidFill>
                  <a:schemeClr val="tx1"/>
                </a:solidFill>
                <a:latin typeface="+mn-lt"/>
                <a:cs typeface="Arial" panose="020B0604020202020204" pitchFamily="34" charset="0"/>
              </a:rPr>
              <a:t>SHIFT</a:t>
            </a:r>
            <a:r>
              <a:rPr lang="en-US" altLang="da-DK" sz="900" b="0" noProof="1">
                <a:solidFill>
                  <a:schemeClr val="tx1"/>
                </a:solidFill>
                <a:latin typeface="+mn-lt"/>
                <a:cs typeface="Arial" panose="020B0604020202020204" pitchFamily="34" charset="0"/>
              </a:rPr>
              <a:t>-key down while dragging the corners of the picture</a:t>
            </a:r>
            <a:br>
              <a:rPr lang="en-US" altLang="da-DK" sz="900" b="0" noProof="1">
                <a:solidFill>
                  <a:schemeClr val="tx1"/>
                </a:solidFill>
                <a:latin typeface="+mn-lt"/>
                <a:cs typeface="Arial" panose="020B0604020202020204" pitchFamily="34" charset="0"/>
              </a:rPr>
            </a:br>
            <a:endParaRPr lang="en-US" altLang="da-DK" sz="900" b="0" noProof="1">
              <a:solidFill>
                <a:schemeClr val="tx1"/>
              </a:solidFill>
              <a:latin typeface="+mn-lt"/>
              <a:cs typeface="Arial" panose="020B0604020202020204" pitchFamily="34" charset="0"/>
            </a:endParaRPr>
          </a:p>
          <a:p>
            <a:pPr eaLnBrk="1" hangingPunct="1">
              <a:spcAft>
                <a:spcPts val="600"/>
              </a:spcAft>
              <a:defRPr/>
            </a:pPr>
            <a:r>
              <a:rPr lang="en-US" altLang="da-DK" sz="900" b="1" noProof="1">
                <a:solidFill>
                  <a:schemeClr val="tx1"/>
                </a:solidFill>
                <a:latin typeface="+mn-lt"/>
                <a:cs typeface="Arial" panose="020B0604020202020204" pitchFamily="34" charset="0"/>
              </a:rPr>
              <a:t>HINT: </a:t>
            </a:r>
            <a:r>
              <a:rPr lang="en-US" altLang="da-DK" sz="900" b="0" noProof="1">
                <a:solidFill>
                  <a:schemeClr val="tx1"/>
                </a:solidFill>
                <a:latin typeface="+mn-lt"/>
                <a:cs typeface="Arial" panose="020B0604020202020204" pitchFamily="34" charset="0"/>
              </a:rPr>
              <a:t>If you delete the picture and insert a new one, the picture may lie in front of the text or graphic. If this happens, select the picture,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right-click and choose </a:t>
            </a:r>
            <a:r>
              <a:rPr lang="en-US" altLang="da-DK" sz="900" b="1" noProof="1">
                <a:solidFill>
                  <a:schemeClr val="tx1"/>
                </a:solidFill>
                <a:latin typeface="+mn-lt"/>
                <a:cs typeface="Arial" panose="020B0604020202020204" pitchFamily="34" charset="0"/>
              </a:rPr>
              <a:t>Send to Back</a:t>
            </a:r>
            <a:endParaRPr lang="en-US"/>
          </a:p>
          <a:p>
            <a:pPr marL="0" marR="0" lvl="0" indent="0" algn="l" defTabSz="914400" rtl="0" eaLnBrk="1" fontAlgn="auto" latinLnBrk="0" hangingPunct="1">
              <a:lnSpc>
                <a:spcPct val="100000"/>
              </a:lnSpc>
              <a:spcBef>
                <a:spcPts val="1200"/>
              </a:spcBef>
              <a:spcAft>
                <a:spcPts val="600"/>
              </a:spcAft>
              <a:buClrTx/>
              <a:buSzTx/>
              <a:buFontTx/>
              <a:buNone/>
              <a:tabLst/>
              <a:defRPr/>
            </a:pPr>
            <a:r>
              <a:rPr lang="en-US" sz="1600">
                <a:latin typeface="+mn-lt"/>
                <a:cs typeface="Arial" panose="020B0604020202020204" pitchFamily="34" charset="0"/>
              </a:rPr>
              <a:t>GUIDES</a:t>
            </a:r>
            <a:endParaRPr lang="en-US" sz="1600" b="1" noProof="1">
              <a:solidFill>
                <a:schemeClr val="tx1"/>
              </a:solidFill>
              <a:latin typeface="+mn-lt"/>
              <a:cs typeface="Arial" panose="020B0604020202020204" pitchFamily="34" charset="0"/>
            </a:endParaRPr>
          </a:p>
          <a:p>
            <a:pPr eaLnBrk="1" hangingPunct="1">
              <a:spcAft>
                <a:spcPts val="600"/>
              </a:spcAft>
              <a:defRPr/>
            </a:pPr>
            <a:r>
              <a:rPr lang="en-US" altLang="da-DK" sz="900" b="0" noProof="1">
                <a:solidFill>
                  <a:schemeClr val="tx1"/>
                </a:solidFill>
                <a:latin typeface="+mn-lt"/>
                <a:cs typeface="Arial" panose="020B0604020202020204" pitchFamily="34" charset="0"/>
              </a:rPr>
              <a:t>Click the </a:t>
            </a:r>
            <a:r>
              <a:rPr lang="en-US" altLang="da-DK" sz="900" b="1" noProof="1">
                <a:solidFill>
                  <a:schemeClr val="tx1"/>
                </a:solidFill>
                <a:latin typeface="+mn-lt"/>
                <a:cs typeface="Arial" panose="020B0604020202020204" pitchFamily="34" charset="0"/>
              </a:rPr>
              <a:t>View</a:t>
            </a:r>
            <a:r>
              <a:rPr lang="en-US" altLang="da-DK" sz="900" b="0" noProof="1">
                <a:solidFill>
                  <a:schemeClr val="tx1"/>
                </a:solidFill>
                <a:latin typeface="+mn-lt"/>
                <a:cs typeface="Arial" panose="020B0604020202020204" pitchFamily="34" charset="0"/>
              </a:rPr>
              <a:t> tab and set tick mark next to </a:t>
            </a:r>
            <a:r>
              <a:rPr lang="en-US" altLang="da-DK" sz="900" b="1" noProof="1">
                <a:solidFill>
                  <a:schemeClr val="tx1"/>
                </a:solidFill>
                <a:latin typeface="+mn-lt"/>
                <a:cs typeface="Arial" panose="020B0604020202020204" pitchFamily="34" charset="0"/>
              </a:rPr>
              <a:t>Guides</a:t>
            </a:r>
            <a:endParaRPr lang="en-US" altLang="da-DK" sz="900" b="0" noProof="1">
              <a:solidFill>
                <a:schemeClr val="tx1"/>
              </a:solidFill>
              <a:latin typeface="+mn-lt"/>
              <a:cs typeface="Arial" panose="020B0604020202020204" pitchFamily="34" charset="0"/>
            </a:endParaRPr>
          </a:p>
          <a:p>
            <a:pPr eaLnBrk="1" hangingPunct="1">
              <a:spcAft>
                <a:spcPts val="600"/>
              </a:spcAft>
              <a:defRPr/>
            </a:pPr>
            <a:r>
              <a:rPr lang="en-US" altLang="da-DK" sz="900" b="1" noProof="1">
                <a:solidFill>
                  <a:schemeClr val="tx1"/>
                </a:solidFill>
                <a:latin typeface="+mn-lt"/>
                <a:cs typeface="Arial" panose="020B0604020202020204" pitchFamily="34" charset="0"/>
              </a:rPr>
              <a:t>HINT: Alt + F9 </a:t>
            </a:r>
            <a:r>
              <a:rPr lang="en-US" altLang="da-DK" sz="900" b="0" noProof="1">
                <a:solidFill>
                  <a:schemeClr val="tx1"/>
                </a:solidFill>
                <a:latin typeface="+mn-lt"/>
                <a:cs typeface="Arial" panose="020B0604020202020204" pitchFamily="34" charset="0"/>
              </a:rPr>
              <a:t>for quick view of guides</a:t>
            </a:r>
            <a:br>
              <a:rPr lang="en-US" altLang="da-DK" sz="900" b="0" noProof="1">
                <a:solidFill>
                  <a:schemeClr val="tx1"/>
                </a:solidFill>
                <a:latin typeface="+mn-lt"/>
                <a:cs typeface="Arial" panose="020B0604020202020204" pitchFamily="34" charset="0"/>
              </a:rPr>
            </a:br>
            <a:r>
              <a:rPr lang="en-US" altLang="da-DK" sz="900" b="1" noProof="1">
                <a:solidFill>
                  <a:schemeClr val="tx1"/>
                </a:solidFill>
                <a:latin typeface="+mn-lt"/>
                <a:cs typeface="Arial" panose="020B0604020202020204" pitchFamily="34" charset="0"/>
              </a:rPr>
              <a:t>Mac: </a:t>
            </a:r>
            <a:r>
              <a:rPr lang="en-US" sz="900" b="0" i="0">
                <a:solidFill>
                  <a:srgbClr val="333333"/>
                </a:solidFill>
                <a:effectLst/>
                <a:latin typeface="Arial"/>
              </a:rPr>
              <a:t>⌘ </a:t>
            </a:r>
            <a:r>
              <a:rPr lang="en-US" altLang="da-DK" sz="900" b="0" noProof="1">
                <a:solidFill>
                  <a:schemeClr val="tx1"/>
                </a:solidFill>
                <a:latin typeface="+mn-lt"/>
                <a:cs typeface="Arial" panose="020B0604020202020204" pitchFamily="34" charset="0"/>
              </a:rPr>
              <a:t>+ option + ctrl + G</a:t>
            </a:r>
            <a:endParaRPr lang="en-US"/>
          </a:p>
        </p:txBody>
      </p:sp>
      <p:pic>
        <p:nvPicPr>
          <p:cNvPr id="27" name="Billede 26">
            <a:extLst>
              <a:ext uri="{FF2B5EF4-FFF2-40B4-BE49-F238E27FC236}">
                <a16:creationId xmlns:a16="http://schemas.microsoft.com/office/drawing/2014/main" id="{3A5D5234-21E3-4579-AE5E-A650C0CF9FBA}"/>
              </a:ext>
            </a:extLst>
          </p:cNvPr>
          <p:cNvPicPr>
            <a:picLocks noChangeAspect="1"/>
          </p:cNvPicPr>
          <p:nvPr userDrawn="1"/>
        </p:nvPicPr>
        <p:blipFill>
          <a:blip r:embed="rId2"/>
          <a:stretch>
            <a:fillRect/>
          </a:stretch>
        </p:blipFill>
        <p:spPr>
          <a:xfrm>
            <a:off x="7065739" y="1784704"/>
            <a:ext cx="305786" cy="365851"/>
          </a:xfrm>
          <a:prstGeom prst="rect">
            <a:avLst/>
          </a:prstGeom>
        </p:spPr>
      </p:pic>
      <p:pic>
        <p:nvPicPr>
          <p:cNvPr id="57" name="Picture 19">
            <a:extLst>
              <a:ext uri="{FF2B5EF4-FFF2-40B4-BE49-F238E27FC236}">
                <a16:creationId xmlns:a16="http://schemas.microsoft.com/office/drawing/2014/main" id="{E210FBD4-B8B9-4AFA-9670-2FEBAA1CF374}"/>
              </a:ext>
            </a:extLst>
          </p:cNvPr>
          <p:cNvPicPr>
            <a:picLocks noChangeAspect="1"/>
          </p:cNvPicPr>
          <p:nvPr userDrawn="1"/>
        </p:nvPicPr>
        <p:blipFill>
          <a:blip r:embed="rId3"/>
          <a:stretch>
            <a:fillRect/>
          </a:stretch>
        </p:blipFill>
        <p:spPr>
          <a:xfrm>
            <a:off x="7065739" y="3869641"/>
            <a:ext cx="313788" cy="543900"/>
          </a:xfrm>
          <a:prstGeom prst="rect">
            <a:avLst/>
          </a:prstGeom>
        </p:spPr>
      </p:pic>
      <p:sp>
        <p:nvSpPr>
          <p:cNvPr id="61" name="Text Box 4">
            <a:extLst>
              <a:ext uri="{FF2B5EF4-FFF2-40B4-BE49-F238E27FC236}">
                <a16:creationId xmlns:a16="http://schemas.microsoft.com/office/drawing/2014/main" id="{DD6A81B7-1FEE-46CF-A623-23E99CFEAFBC}"/>
              </a:ext>
            </a:extLst>
          </p:cNvPr>
          <p:cNvSpPr txBox="1">
            <a:spLocks noChangeArrowheads="1"/>
          </p:cNvSpPr>
          <p:nvPr userDrawn="1"/>
        </p:nvSpPr>
        <p:spPr bwMode="auto">
          <a:xfrm>
            <a:off x="8172496" y="1336538"/>
            <a:ext cx="2772000" cy="5192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a:latin typeface="+mn-lt"/>
                <a:cs typeface="Arial" panose="020B0604020202020204" pitchFamily="34" charset="0"/>
              </a:rPr>
              <a:t>HEADER &amp; FOOTER</a:t>
            </a:r>
            <a:endParaRPr lang="en-US"/>
          </a:p>
          <a:p>
            <a:pPr eaLnBrk="1" hangingPunct="1">
              <a:spcAft>
                <a:spcPts val="600"/>
              </a:spcAft>
              <a:defRPr/>
            </a:pPr>
            <a:r>
              <a:rPr lang="en-US" altLang="da-DK" sz="900" b="0" noProof="1">
                <a:solidFill>
                  <a:schemeClr val="tx1"/>
                </a:solidFill>
                <a:latin typeface="+mn-lt"/>
                <a:cs typeface="Arial" panose="020B0604020202020204" pitchFamily="34" charset="0"/>
              </a:rPr>
              <a:t>Do this at the very end to apply the changes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on all slides</a:t>
            </a:r>
            <a:endParaRPr lang="en-US"/>
          </a:p>
          <a:p>
            <a:pPr eaLnBrk="1" hangingPunct="1">
              <a:spcAft>
                <a:spcPts val="600"/>
              </a:spcAft>
              <a:defRPr/>
            </a:pPr>
            <a:r>
              <a:rPr lang="en-US" altLang="da-DK" sz="900" b="0" noProof="1">
                <a:solidFill>
                  <a:schemeClr val="tx1"/>
                </a:solidFill>
                <a:latin typeface="+mn-lt"/>
                <a:cs typeface="Arial" panose="020B0604020202020204" pitchFamily="34" charset="0"/>
              </a:rPr>
              <a:t>Click on </a:t>
            </a:r>
            <a:r>
              <a:rPr lang="en-US" altLang="da-DK" sz="900" b="1" noProof="1">
                <a:solidFill>
                  <a:schemeClr val="tx1"/>
                </a:solidFill>
                <a:latin typeface="+mn-lt"/>
                <a:cs typeface="Arial" panose="020B0604020202020204" pitchFamily="34" charset="0"/>
              </a:rPr>
              <a:t>Header &amp; Footer </a:t>
            </a:r>
            <a:r>
              <a:rPr lang="en-US" altLang="da-DK" sz="900" b="0" noProof="1">
                <a:solidFill>
                  <a:schemeClr val="tx1"/>
                </a:solidFill>
                <a:latin typeface="+mn-lt"/>
                <a:cs typeface="Arial" panose="020B0604020202020204" pitchFamily="34" charset="0"/>
              </a:rPr>
              <a:t>in the </a:t>
            </a:r>
            <a:r>
              <a:rPr lang="en-US" altLang="da-DK" sz="900" b="1" noProof="1">
                <a:solidFill>
                  <a:schemeClr val="tx1"/>
                </a:solidFill>
                <a:latin typeface="+mn-lt"/>
                <a:cs typeface="Arial" panose="020B0604020202020204" pitchFamily="34" charset="0"/>
              </a:rPr>
              <a:t>Insert</a:t>
            </a:r>
            <a:r>
              <a:rPr lang="en-US" altLang="da-DK" sz="900" b="0" noProof="1">
                <a:solidFill>
                  <a:schemeClr val="tx1"/>
                </a:solidFill>
                <a:latin typeface="+mn-lt"/>
                <a:cs typeface="Arial" panose="020B0604020202020204" pitchFamily="34" charset="0"/>
              </a:rPr>
              <a:t> tab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(write the desired text, click date or Slide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number from or to)</a:t>
            </a:r>
            <a:endParaRPr lang="en-US"/>
          </a:p>
          <a:p>
            <a:pPr eaLnBrk="1" hangingPunct="1">
              <a:spcAft>
                <a:spcPts val="600"/>
              </a:spcAft>
              <a:defRPr/>
            </a:pPr>
            <a:r>
              <a:rPr lang="en-US" altLang="da-DK" sz="900" b="0" noProof="1">
                <a:solidFill>
                  <a:schemeClr val="tx1"/>
                </a:solidFill>
                <a:latin typeface="+mn-lt"/>
                <a:cs typeface="Arial" panose="020B0604020202020204" pitchFamily="34" charset="0"/>
              </a:rPr>
              <a:t>Click </a:t>
            </a:r>
            <a:r>
              <a:rPr lang="en-US" altLang="da-DK" sz="900" b="1" noProof="1">
                <a:solidFill>
                  <a:schemeClr val="tx1"/>
                </a:solidFill>
                <a:latin typeface="+mn-lt"/>
                <a:cs typeface="Arial" panose="020B0604020202020204" pitchFamily="34" charset="0"/>
              </a:rPr>
              <a:t>Apply to All </a:t>
            </a:r>
            <a:r>
              <a:rPr lang="en-US" altLang="da-DK" sz="900" b="0" noProof="1">
                <a:solidFill>
                  <a:schemeClr val="tx1"/>
                </a:solidFill>
                <a:latin typeface="+mn-lt"/>
                <a:cs typeface="Arial" panose="020B0604020202020204" pitchFamily="34" charset="0"/>
              </a:rPr>
              <a:t>or </a:t>
            </a:r>
            <a:r>
              <a:rPr lang="en-US" altLang="da-DK" sz="900" b="1" noProof="1">
                <a:solidFill>
                  <a:schemeClr val="tx1"/>
                </a:solidFill>
                <a:latin typeface="+mn-lt"/>
                <a:cs typeface="Arial" panose="020B0604020202020204" pitchFamily="34" charset="0"/>
              </a:rPr>
              <a:t>Apply</a:t>
            </a:r>
            <a:r>
              <a:rPr lang="en-US" altLang="da-DK" sz="900" b="0" noProof="1">
                <a:solidFill>
                  <a:schemeClr val="tx1"/>
                </a:solidFill>
                <a:latin typeface="+mn-lt"/>
                <a:cs typeface="Arial" panose="020B0604020202020204" pitchFamily="34" charset="0"/>
              </a:rPr>
              <a:t> if only used on one slide</a:t>
            </a:r>
            <a:endParaRPr lang="en-US"/>
          </a:p>
          <a:p>
            <a:pPr eaLnBrk="1" hangingPunct="1">
              <a:spcAft>
                <a:spcPts val="600"/>
              </a:spcAft>
              <a:defRPr/>
            </a:pPr>
            <a:endParaRPr lang="en-US" altLang="da-DK" sz="900" b="0" noProof="1">
              <a:solidFill>
                <a:schemeClr val="tx1"/>
              </a:solidFill>
              <a:latin typeface="+mn-lt"/>
              <a:cs typeface="Arial" panose="020B0604020202020204" pitchFamily="34" charset="0"/>
            </a:endParaRPr>
          </a:p>
          <a:p>
            <a:pPr eaLnBrk="1" hangingPunct="1">
              <a:spcAft>
                <a:spcPts val="600"/>
              </a:spcAft>
              <a:defRPr/>
            </a:pPr>
            <a:r>
              <a:rPr lang="en-US" altLang="da-DK" sz="1600" b="0" noProof="1">
                <a:solidFill>
                  <a:schemeClr val="tx1"/>
                </a:solidFill>
                <a:latin typeface="+mn-lt"/>
                <a:cs typeface="Arial" panose="020B0604020202020204" pitchFamily="34" charset="0"/>
              </a:rPr>
              <a:t>COPY/PASTE CONTENT</a:t>
            </a:r>
            <a:endParaRPr lang="en-US"/>
          </a:p>
          <a:p>
            <a:pPr eaLnBrk="1" hangingPunct="1">
              <a:spcAft>
                <a:spcPts val="600"/>
              </a:spcAft>
              <a:defRPr/>
            </a:pPr>
            <a:r>
              <a:rPr lang="en-US" altLang="da-DK" sz="900" b="0" noProof="1">
                <a:solidFill>
                  <a:schemeClr val="tx1"/>
                </a:solidFill>
                <a:latin typeface="+mn-lt"/>
                <a:cs typeface="Arial" panose="020B0604020202020204" pitchFamily="34" charset="0"/>
              </a:rPr>
              <a:t>When copying old content to your new presentation,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2 options are available:</a:t>
            </a:r>
            <a:endParaRPr lang="en-US"/>
          </a:p>
          <a:p>
            <a:pPr eaLnBrk="1" hangingPunct="1">
              <a:spcAft>
                <a:spcPts val="600"/>
              </a:spcAft>
              <a:defRPr/>
            </a:pPr>
            <a:r>
              <a:rPr lang="en-US" altLang="da-DK" sz="900" b="1" noProof="1">
                <a:solidFill>
                  <a:schemeClr val="tx1"/>
                </a:solidFill>
                <a:latin typeface="+mn-lt"/>
                <a:cs typeface="Arial" panose="020B0604020202020204" pitchFamily="34" charset="0"/>
              </a:rPr>
              <a:t>1. Best practice: </a:t>
            </a:r>
            <a:r>
              <a:rPr lang="en-US" altLang="da-DK" sz="900" b="0" noProof="1">
                <a:solidFill>
                  <a:schemeClr val="tx1"/>
                </a:solidFill>
                <a:latin typeface="+mn-lt"/>
                <a:cs typeface="Arial" panose="020B0604020202020204" pitchFamily="34" charset="0"/>
              </a:rPr>
              <a:t>Create a slide in your new presentation and copy </a:t>
            </a:r>
            <a:r>
              <a:rPr lang="en-US" altLang="da-DK" sz="900" b="0" i="0" u="sng" noProof="1">
                <a:solidFill>
                  <a:schemeClr val="tx1"/>
                </a:solidFill>
                <a:latin typeface="+mn-lt"/>
                <a:cs typeface="Arial" panose="020B0604020202020204" pitchFamily="34" charset="0"/>
              </a:rPr>
              <a:t>one</a:t>
            </a:r>
            <a:r>
              <a:rPr lang="en-US" altLang="da-DK" sz="900" b="0" i="0" u="none" noProof="1">
                <a:solidFill>
                  <a:schemeClr val="tx1"/>
                </a:solidFill>
                <a:latin typeface="+mn-lt"/>
                <a:cs typeface="Arial" panose="020B0604020202020204" pitchFamily="34" charset="0"/>
              </a:rPr>
              <a:t> piece of content at a time (e.g. copy all text from </a:t>
            </a:r>
            <a:r>
              <a:rPr lang="en-US" altLang="da-DK" sz="900" b="0" i="0" u="sng" noProof="1">
                <a:solidFill>
                  <a:schemeClr val="tx1"/>
                </a:solidFill>
                <a:latin typeface="+mn-lt"/>
                <a:cs typeface="Arial" panose="020B0604020202020204" pitchFamily="34" charset="0"/>
              </a:rPr>
              <a:t>one</a:t>
            </a:r>
            <a:r>
              <a:rPr lang="en-US" altLang="da-DK" sz="900" b="0" i="0" u="none" noProof="1">
                <a:solidFill>
                  <a:schemeClr val="tx1"/>
                </a:solidFill>
                <a:latin typeface="+mn-lt"/>
                <a:cs typeface="Arial" panose="020B0604020202020204" pitchFamily="34" charset="0"/>
              </a:rPr>
              <a:t> textbox)</a:t>
            </a:r>
            <a:endParaRPr lang="en-US" altLang="da-DK" sz="900" b="1" i="0" u="sng" noProof="1">
              <a:solidFill>
                <a:schemeClr val="tx1"/>
              </a:solidFill>
              <a:latin typeface="+mn-lt"/>
              <a:cs typeface="Arial" panose="020B0604020202020204" pitchFamily="34" charset="0"/>
            </a:endParaRPr>
          </a:p>
          <a:p>
            <a:pPr eaLnBrk="1" hangingPunct="1">
              <a:spcAft>
                <a:spcPts val="600"/>
              </a:spcAft>
              <a:defRPr/>
            </a:pPr>
            <a:r>
              <a:rPr lang="en-US" altLang="da-DK" sz="900" b="1" noProof="1">
                <a:solidFill>
                  <a:schemeClr val="tx1"/>
                </a:solidFill>
                <a:latin typeface="+mn-lt"/>
                <a:cs typeface="Arial" panose="020B0604020202020204" pitchFamily="34" charset="0"/>
              </a:rPr>
              <a:t>2. </a:t>
            </a:r>
            <a:r>
              <a:rPr lang="en-US" altLang="da-DK" sz="900" b="0" noProof="1">
                <a:solidFill>
                  <a:schemeClr val="tx1"/>
                </a:solidFill>
                <a:latin typeface="+mn-lt"/>
                <a:cs typeface="Arial" panose="020B0604020202020204" pitchFamily="34" charset="0"/>
              </a:rPr>
              <a:t>Or copy an entire slide into your new presentation and then choose a fitting layout. Remember to delete the old, wrong layouts (go to View &gt; Slidemaster and delete them)</a:t>
            </a:r>
            <a:endParaRPr lang="en-US" altLang="da-DK" sz="900" b="1" noProof="1">
              <a:solidFill>
                <a:schemeClr val="tx1"/>
              </a:solidFill>
              <a:latin typeface="+mn-lt"/>
              <a:cs typeface="Arial" panose="020B0604020202020204" pitchFamily="34" charset="0"/>
            </a:endParaRPr>
          </a:p>
          <a:p>
            <a:pPr eaLnBrk="1" hangingPunct="1">
              <a:spcAft>
                <a:spcPts val="600"/>
              </a:spcAft>
              <a:defRPr/>
            </a:pPr>
            <a:endParaRPr lang="en-US" altLang="da-DK" sz="900" b="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a:latin typeface="+mn-lt"/>
                <a:cs typeface="Arial" panose="020B0604020202020204" pitchFamily="34" charset="0"/>
              </a:rPr>
              <a:t>SLIDES &amp; SLIDE ELEMENTS</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0" noProof="1">
                <a:solidFill>
                  <a:schemeClr val="tx1"/>
                </a:solidFill>
                <a:latin typeface="+mn-lt"/>
                <a:cs typeface="Arial" panose="020B0604020202020204" pitchFamily="34" charset="0"/>
              </a:rPr>
              <a:t>Insert predefined slides and elements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using the Templafy pane. Choose </a:t>
            </a:r>
            <a:br>
              <a:rPr lang="en-US" altLang="da-DK" sz="900" b="0" noProof="1">
                <a:solidFill>
                  <a:schemeClr val="tx1"/>
                </a:solidFill>
                <a:latin typeface="+mn-lt"/>
                <a:cs typeface="Arial" panose="020B0604020202020204" pitchFamily="34" charset="0"/>
              </a:rPr>
            </a:br>
            <a:r>
              <a:rPr lang="en-US" altLang="da-DK" sz="900" b="1" noProof="1">
                <a:solidFill>
                  <a:schemeClr val="tx1"/>
                </a:solidFill>
                <a:latin typeface="+mn-lt"/>
                <a:cs typeface="Arial" panose="020B0604020202020204" pitchFamily="34" charset="0"/>
              </a:rPr>
              <a:t>Slides</a:t>
            </a:r>
            <a:r>
              <a:rPr lang="en-US" altLang="da-DK" sz="900" b="0" noProof="1">
                <a:solidFill>
                  <a:schemeClr val="tx1"/>
                </a:solidFill>
                <a:latin typeface="+mn-lt"/>
                <a:cs typeface="Arial" panose="020B0604020202020204" pitchFamily="34" charset="0"/>
              </a:rPr>
              <a:t> and </a:t>
            </a:r>
            <a:r>
              <a:rPr lang="en-US" altLang="da-DK" sz="900" b="1" noProof="1">
                <a:solidFill>
                  <a:schemeClr val="tx1"/>
                </a:solidFill>
                <a:latin typeface="+mn-lt"/>
                <a:cs typeface="Arial" panose="020B0604020202020204" pitchFamily="34" charset="0"/>
              </a:rPr>
              <a:t>Slide elements </a:t>
            </a:r>
            <a:r>
              <a:rPr lang="en-US" altLang="da-DK" sz="900" b="0" noProof="1">
                <a:solidFill>
                  <a:schemeClr val="tx1"/>
                </a:solidFill>
                <a:latin typeface="+mn-lt"/>
                <a:cs typeface="Arial" panose="020B0604020202020204" pitchFamily="34" charset="0"/>
              </a:rPr>
              <a:t>from the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buttons in the Templafy pane on the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right side of the screen</a:t>
            </a:r>
            <a:endParaRPr lang="en-US" altLang="da-DK" sz="900" b="1" noProof="1">
              <a:solidFill>
                <a:schemeClr val="tx1"/>
              </a:solidFill>
              <a:latin typeface="+mn-lt"/>
              <a:cs typeface="Arial" panose="020B0604020202020204" pitchFamily="34" charset="0"/>
            </a:endParaRPr>
          </a:p>
        </p:txBody>
      </p:sp>
      <p:sp>
        <p:nvSpPr>
          <p:cNvPr id="65" name="Fast overskrift">
            <a:extLst>
              <a:ext uri="{FF2B5EF4-FFF2-40B4-BE49-F238E27FC236}">
                <a16:creationId xmlns:a16="http://schemas.microsoft.com/office/drawing/2014/main" id="{09C05D50-8477-4113-8B72-9C373B0FF9F9}"/>
              </a:ext>
            </a:extLst>
          </p:cNvPr>
          <p:cNvSpPr txBox="1"/>
          <p:nvPr userDrawn="1"/>
        </p:nvSpPr>
        <p:spPr>
          <a:xfrm>
            <a:off x="331788" y="291401"/>
            <a:ext cx="11317285" cy="650171"/>
          </a:xfrm>
          <a:prstGeom prst="rect">
            <a:avLst/>
          </a:prstGeom>
          <a:noFill/>
        </p:spPr>
        <p:txBody>
          <a:bodyPr wrap="square" lIns="0" tIns="0" rIns="0" bIns="0" rtlCol="0" anchor="t" anchorCtr="0">
            <a:noAutofit/>
          </a:bodyPr>
          <a:lstStyle/>
          <a:p>
            <a:r>
              <a:rPr lang="en-US" sz="3200" b="0" noProof="1">
                <a:solidFill>
                  <a:schemeClr val="tx1"/>
                </a:solidFill>
                <a:latin typeface="+mj-lt"/>
                <a:cs typeface="Arial" panose="020B0604020202020204" pitchFamily="34" charset="0"/>
              </a:rPr>
              <a:t>TIPS &amp; TRICKS - YOUR USER GUIDE</a:t>
            </a:r>
            <a:endParaRPr lang="en-US"/>
          </a:p>
        </p:txBody>
      </p:sp>
      <p:pic>
        <p:nvPicPr>
          <p:cNvPr id="19" name="Picture 12">
            <a:extLst>
              <a:ext uri="{FF2B5EF4-FFF2-40B4-BE49-F238E27FC236}">
                <a16:creationId xmlns:a16="http://schemas.microsoft.com/office/drawing/2014/main" id="{D59A1415-DF88-48C2-BFBD-2900D34A9A2E}"/>
              </a:ext>
            </a:extLst>
          </p:cNvPr>
          <p:cNvPicPr>
            <a:picLocks noChangeAspect="1"/>
          </p:cNvPicPr>
          <p:nvPr userDrawn="1"/>
        </p:nvPicPr>
        <p:blipFill>
          <a:blip r:embed="rId4"/>
          <a:stretch>
            <a:fillRect/>
          </a:stretch>
        </p:blipFill>
        <p:spPr>
          <a:xfrm>
            <a:off x="10944496" y="1959171"/>
            <a:ext cx="378293" cy="543366"/>
          </a:xfrm>
          <a:prstGeom prst="rect">
            <a:avLst/>
          </a:prstGeom>
        </p:spPr>
      </p:pic>
      <p:sp>
        <p:nvSpPr>
          <p:cNvPr id="20" name="Date Placeholder 6">
            <a:extLst>
              <a:ext uri="{FF2B5EF4-FFF2-40B4-BE49-F238E27FC236}">
                <a16:creationId xmlns:a16="http://schemas.microsoft.com/office/drawing/2014/main" id="{56AA1691-6753-45B8-AB77-1105989467F7}"/>
              </a:ext>
            </a:extLst>
          </p:cNvPr>
          <p:cNvSpPr>
            <a:spLocks noGrp="1" noRot="1" noMove="1" noResize="1" noEditPoints="1" noAdjustHandles="1" noChangeArrowheads="1" noChangeShapeType="1"/>
          </p:cNvSpPr>
          <p:nvPr>
            <p:ph type="dt" sz="half" idx="15"/>
          </p:nvPr>
        </p:nvSpPr>
        <p:spPr>
          <a:xfrm>
            <a:off x="0" y="6858000"/>
            <a:ext cx="0" cy="0"/>
          </a:xfrm>
        </p:spPr>
        <p:txBody>
          <a:bodyPr/>
          <a:lstStyle>
            <a:lvl1pPr>
              <a:defRPr sz="100">
                <a:noFill/>
              </a:defRPr>
            </a:lvl1pPr>
          </a:lstStyle>
          <a:p>
            <a:fld id="{818B4985-F782-412B-98D5-683B123484E3}" type="datetime4">
              <a:rPr lang="en-US" smtClean="0"/>
              <a:t>October 20, 2026</a:t>
            </a:fld>
            <a:endParaRPr lang="en-US"/>
          </a:p>
        </p:txBody>
      </p:sp>
      <p:sp>
        <p:nvSpPr>
          <p:cNvPr id="21" name="Footer Placeholder 8" hidden="1">
            <a:extLst>
              <a:ext uri="{FF2B5EF4-FFF2-40B4-BE49-F238E27FC236}">
                <a16:creationId xmlns:a16="http://schemas.microsoft.com/office/drawing/2014/main" id="{2F8C9320-E8BF-471F-8DD3-1BC479021917}"/>
              </a:ext>
            </a:extLst>
          </p:cNvPr>
          <p:cNvSpPr>
            <a:spLocks noGrp="1" noRot="1" noMove="1" noResize="1" noEditPoints="1" noAdjustHandles="1" noChangeArrowheads="1" noChangeShapeType="1"/>
          </p:cNvSpPr>
          <p:nvPr>
            <p:ph type="ftr" sz="quarter" idx="16"/>
          </p:nvPr>
        </p:nvSpPr>
        <p:spPr>
          <a:xfrm>
            <a:off x="0" y="6858000"/>
            <a:ext cx="0" cy="0"/>
          </a:xfrm>
        </p:spPr>
        <p:txBody>
          <a:bodyPr/>
          <a:lstStyle>
            <a:lvl1pPr>
              <a:defRPr sz="100">
                <a:noFill/>
              </a:defRPr>
            </a:lvl1pPr>
          </a:lstStyle>
          <a:p>
            <a:endParaRPr lang="en-US"/>
          </a:p>
        </p:txBody>
      </p:sp>
      <p:sp>
        <p:nvSpPr>
          <p:cNvPr id="22" name="Slide Number Placeholder 10" hidden="1">
            <a:extLst>
              <a:ext uri="{FF2B5EF4-FFF2-40B4-BE49-F238E27FC236}">
                <a16:creationId xmlns:a16="http://schemas.microsoft.com/office/drawing/2014/main" id="{B01A309B-80AB-481C-AE3F-3C56C2C92EE2}"/>
              </a:ext>
            </a:extLst>
          </p:cNvPr>
          <p:cNvSpPr>
            <a:spLocks noGrp="1" noRot="1" noMove="1" noResize="1" noEditPoints="1" noAdjustHandles="1" noChangeArrowheads="1" noChangeShapeType="1"/>
          </p:cNvSpPr>
          <p:nvPr>
            <p:ph type="sldNum" sz="quarter" idx="17"/>
          </p:nvPr>
        </p:nvSpPr>
        <p:spPr>
          <a:xfrm>
            <a:off x="0" y="6858000"/>
            <a:ext cx="0" cy="0"/>
          </a:xfrm>
        </p:spPr>
        <p:txBody>
          <a:bodyPr/>
          <a:lstStyle>
            <a:lvl1pPr>
              <a:defRPr sz="100">
                <a:noFill/>
              </a:defRPr>
            </a:lvl1pPr>
          </a:lstStyle>
          <a:p>
            <a:fld id="{23AA811B-2EBD-4900-905E-5BE206449611}" type="slidenum">
              <a:rPr lang="en-US" smtClean="0"/>
              <a:pPr/>
              <a:t>‹#›</a:t>
            </a:fld>
            <a:endParaRPr lang="en-US"/>
          </a:p>
        </p:txBody>
      </p:sp>
      <p:pic>
        <p:nvPicPr>
          <p:cNvPr id="9" name="Picture 33">
            <a:extLst>
              <a:ext uri="{FF2B5EF4-FFF2-40B4-BE49-F238E27FC236}">
                <a16:creationId xmlns:a16="http://schemas.microsoft.com/office/drawing/2014/main" id="{B03E872F-21DD-423D-B6DE-4945F155FB87}"/>
              </a:ext>
            </a:extLst>
          </p:cNvPr>
          <p:cNvPicPr>
            <a:picLocks noChangeAspect="1"/>
          </p:cNvPicPr>
          <p:nvPr userDrawn="1"/>
        </p:nvPicPr>
        <p:blipFill rotWithShape="1">
          <a:blip r:embed="rId5"/>
          <a:srcRect l="3901" t="45142" r="62601" b="9046"/>
          <a:stretch/>
        </p:blipFill>
        <p:spPr>
          <a:xfrm>
            <a:off x="7065739" y="3152530"/>
            <a:ext cx="341204" cy="321707"/>
          </a:xfrm>
          <a:prstGeom prst="rect">
            <a:avLst/>
          </a:prstGeom>
        </p:spPr>
      </p:pic>
      <p:sp>
        <p:nvSpPr>
          <p:cNvPr id="24" name="Text Box 2">
            <a:extLst>
              <a:ext uri="{FF2B5EF4-FFF2-40B4-BE49-F238E27FC236}">
                <a16:creationId xmlns:a16="http://schemas.microsoft.com/office/drawing/2014/main" id="{8B1B4749-2B7E-4474-A2D3-2B2892ADCA26}"/>
              </a:ext>
            </a:extLst>
          </p:cNvPr>
          <p:cNvSpPr txBox="1">
            <a:spLocks noChangeArrowheads="1"/>
          </p:cNvSpPr>
          <p:nvPr userDrawn="1"/>
        </p:nvSpPr>
        <p:spPr bwMode="auto">
          <a:xfrm>
            <a:off x="331788" y="1336538"/>
            <a:ext cx="2772000" cy="464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600">
                <a:latin typeface="+mn-lt"/>
                <a:cs typeface="Arial" panose="020B0604020202020204" pitchFamily="34" charset="0"/>
              </a:rPr>
              <a:t>TEXT STYLES</a:t>
            </a:r>
            <a:endParaRPr lang="en-US" altLang="da-DK" sz="1600" b="0" noProof="1">
              <a:solidFill>
                <a:schemeClr val="tx1"/>
              </a:solidFill>
              <a:latin typeface="+mn-lt"/>
              <a:cs typeface="Arial" panose="020B0604020202020204" pitchFamily="34" charset="0"/>
            </a:endParaRPr>
          </a:p>
          <a:p>
            <a:pPr eaLnBrk="1" hangingPunct="1">
              <a:spcAft>
                <a:spcPts val="600"/>
              </a:spcAft>
              <a:defRPr/>
            </a:pPr>
            <a:r>
              <a:rPr lang="en-US" altLang="da-DK" sz="900" b="0" noProof="1">
                <a:solidFill>
                  <a:schemeClr val="tx1"/>
                </a:solidFill>
                <a:latin typeface="+mn-lt"/>
                <a:cs typeface="Arial" panose="020B0604020202020204" pitchFamily="34" charset="0"/>
              </a:rPr>
              <a:t>Use the </a:t>
            </a:r>
            <a:r>
              <a:rPr lang="en-US" altLang="da-DK" sz="900" b="1" noProof="1">
                <a:solidFill>
                  <a:schemeClr val="tx1"/>
                </a:solidFill>
                <a:latin typeface="+mn-lt"/>
                <a:cs typeface="Arial" panose="020B0604020202020204" pitchFamily="34" charset="0"/>
              </a:rPr>
              <a:t>TAB</a:t>
            </a:r>
            <a:r>
              <a:rPr lang="en-US" altLang="da-DK" sz="900" b="0" noProof="1">
                <a:solidFill>
                  <a:schemeClr val="tx1"/>
                </a:solidFill>
                <a:latin typeface="+mn-lt"/>
                <a:cs typeface="Arial" panose="020B0604020202020204" pitchFamily="34" charset="0"/>
              </a:rPr>
              <a:t>-key</a:t>
            </a:r>
            <a:r>
              <a:rPr lang="en-US" altLang="da-DK" sz="900" b="0" baseline="0" noProof="1">
                <a:solidFill>
                  <a:schemeClr val="tx1"/>
                </a:solidFill>
                <a:latin typeface="+mn-lt"/>
                <a:cs typeface="Arial" panose="020B0604020202020204" pitchFamily="34" charset="0"/>
              </a:rPr>
              <a:t> to jump through levels. Click </a:t>
            </a:r>
            <a:r>
              <a:rPr lang="en-US" altLang="da-DK" sz="900" b="1" baseline="0" noProof="1">
                <a:solidFill>
                  <a:schemeClr val="tx1"/>
                </a:solidFill>
                <a:latin typeface="+mn-lt"/>
                <a:cs typeface="Arial" panose="020B0604020202020204" pitchFamily="34" charset="0"/>
              </a:rPr>
              <a:t>ENTER </a:t>
            </a:r>
            <a:r>
              <a:rPr lang="en-US" altLang="da-DK" sz="900" b="0" baseline="0" noProof="1">
                <a:solidFill>
                  <a:schemeClr val="tx1"/>
                </a:solidFill>
                <a:latin typeface="+mn-lt"/>
                <a:cs typeface="Arial" panose="020B0604020202020204" pitchFamily="34" charset="0"/>
              </a:rPr>
              <a:t>and</a:t>
            </a:r>
            <a:r>
              <a:rPr lang="en-US" altLang="da-DK" sz="900" b="1" baseline="0" noProof="1">
                <a:solidFill>
                  <a:schemeClr val="tx1"/>
                </a:solidFill>
                <a:latin typeface="+mn-lt"/>
                <a:cs typeface="Arial" panose="020B0604020202020204" pitchFamily="34" charset="0"/>
              </a:rPr>
              <a:t> TAB</a:t>
            </a:r>
            <a:r>
              <a:rPr lang="en-US" altLang="da-DK" sz="900" b="0" baseline="0" noProof="1">
                <a:solidFill>
                  <a:schemeClr val="tx1"/>
                </a:solidFill>
                <a:latin typeface="+mn-lt"/>
                <a:cs typeface="Arial" panose="020B0604020202020204" pitchFamily="34" charset="0"/>
              </a:rPr>
              <a:t> to switch from one level to the next level</a:t>
            </a:r>
            <a:endParaRPr lang="en-US"/>
          </a:p>
          <a:p>
            <a:pPr eaLnBrk="1" hangingPunct="1">
              <a:spcAft>
                <a:spcPts val="600"/>
              </a:spcAft>
              <a:defRPr/>
            </a:pPr>
            <a:r>
              <a:rPr lang="en-US" altLang="da-DK" sz="900" b="0" baseline="0" noProof="1">
                <a:solidFill>
                  <a:schemeClr val="tx1"/>
                </a:solidFill>
                <a:latin typeface="+mn-lt"/>
                <a:cs typeface="Arial" panose="020B0604020202020204" pitchFamily="34" charset="0"/>
              </a:rPr>
              <a:t>To go back in levels use </a:t>
            </a:r>
            <a:r>
              <a:rPr lang="en-US" altLang="da-DK" sz="900" b="1" baseline="0" noProof="1">
                <a:solidFill>
                  <a:schemeClr val="tx1"/>
                </a:solidFill>
                <a:latin typeface="+mn-lt"/>
                <a:cs typeface="Arial" panose="020B0604020202020204" pitchFamily="34" charset="0"/>
              </a:rPr>
              <a:t>SHIFT-TAB</a:t>
            </a:r>
            <a:endParaRPr lang="en-US" sz="900" b="1" noProof="1">
              <a:solidFill>
                <a:schemeClr val="tx1"/>
              </a:solidFill>
              <a:latin typeface="+mn-lt"/>
              <a:cs typeface="Arial" panose="020B0604020202020204" pitchFamily="34" charset="0"/>
            </a:endParaRPr>
          </a:p>
          <a:p>
            <a:pPr eaLnBrk="1" hangingPunct="1">
              <a:spcAft>
                <a:spcPts val="600"/>
              </a:spcAft>
              <a:defRPr/>
            </a:pPr>
            <a:r>
              <a:rPr lang="en-US" sz="900" noProof="1">
                <a:solidFill>
                  <a:schemeClr val="tx1"/>
                </a:solidFill>
                <a:latin typeface="+mn-lt"/>
                <a:cs typeface="Arial" panose="020B0604020202020204" pitchFamily="34" charset="0"/>
              </a:rPr>
              <a:t>Alternatively, </a:t>
            </a:r>
            <a:r>
              <a:rPr lang="en-US" sz="900" b="1" noProof="1">
                <a:solidFill>
                  <a:schemeClr val="tx1"/>
                </a:solidFill>
                <a:latin typeface="+mn-lt"/>
                <a:cs typeface="Arial" panose="020B0604020202020204" pitchFamily="34" charset="0"/>
              </a:rPr>
              <a:t>Increase</a:t>
            </a:r>
            <a:r>
              <a:rPr lang="en-US" sz="900" baseline="0" noProof="1">
                <a:solidFill>
                  <a:schemeClr val="tx1"/>
                </a:solidFill>
                <a:latin typeface="+mn-lt"/>
                <a:cs typeface="Arial" panose="020B0604020202020204" pitchFamily="34" charset="0"/>
              </a:rPr>
              <a:t> and </a:t>
            </a:r>
            <a:r>
              <a:rPr lang="en-US" sz="900" b="1" baseline="0" noProof="1">
                <a:solidFill>
                  <a:schemeClr val="tx1"/>
                </a:solidFill>
                <a:latin typeface="+mn-lt"/>
                <a:cs typeface="Arial" panose="020B0604020202020204" pitchFamily="34" charset="0"/>
              </a:rPr>
              <a:t>Decrease </a:t>
            </a:r>
            <a:r>
              <a:rPr lang="en-US" sz="900" baseline="0" noProof="1">
                <a:solidFill>
                  <a:schemeClr val="tx1"/>
                </a:solidFill>
                <a:latin typeface="+mn-lt"/>
                <a:cs typeface="Arial" panose="020B0604020202020204" pitchFamily="34" charset="0"/>
              </a:rPr>
              <a:t>list level can be used</a:t>
            </a:r>
            <a:br>
              <a:rPr lang="en-US" sz="900" baseline="0" noProof="1">
                <a:solidFill>
                  <a:schemeClr val="tx1"/>
                </a:solidFill>
                <a:latin typeface="+mn-lt"/>
                <a:cs typeface="Arial" panose="020B0604020202020204" pitchFamily="34" charset="0"/>
              </a:rPr>
            </a:br>
            <a:endParaRPr lang="en-US" sz="900" baseline="0" noProof="1">
              <a:solidFill>
                <a:schemeClr val="tx1"/>
              </a:solidFill>
              <a:latin typeface="+mn-lt"/>
              <a:cs typeface="Arial" panose="020B0604020202020204" pitchFamily="34" charset="0"/>
            </a:endParaRPr>
          </a:p>
          <a:p>
            <a:pPr eaLnBrk="1" hangingPunct="1">
              <a:spcAft>
                <a:spcPts val="600"/>
              </a:spcAft>
              <a:defRPr/>
            </a:pPr>
            <a:r>
              <a:rPr lang="en-US" altLang="da-DK" sz="900" b="1" noProof="1">
                <a:solidFill>
                  <a:schemeClr val="tx1"/>
                </a:solidFill>
                <a:latin typeface="+mn-lt"/>
                <a:cs typeface="Arial" panose="020B0604020202020204" pitchFamily="34" charset="0"/>
              </a:rPr>
              <a:t>HINT: </a:t>
            </a:r>
            <a:r>
              <a:rPr lang="en-US" sz="900" b="1" noProof="1">
                <a:solidFill>
                  <a:schemeClr val="tx1"/>
                </a:solidFill>
                <a:latin typeface="+mn-lt"/>
                <a:cs typeface="Arial" panose="020B0604020202020204" pitchFamily="34" charset="0"/>
              </a:rPr>
              <a:t>Use bullet button</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0" noProof="1">
                <a:solidFill>
                  <a:schemeClr val="tx1"/>
                </a:solidFill>
                <a:latin typeface="+mn-lt"/>
                <a:cs typeface="Arial" panose="020B0604020202020204" pitchFamily="34" charset="0"/>
              </a:rPr>
              <a:t>Delete bullet for regular text.</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Click on the bullet button to reaply the correct bullet again</a:t>
            </a:r>
            <a:endParaRPr lang="en-US"/>
          </a:p>
          <a:p>
            <a:pPr eaLnBrk="1" hangingPunct="1">
              <a:spcAft>
                <a:spcPts val="600"/>
              </a:spcAft>
              <a:defRPr/>
            </a:pPr>
            <a:br>
              <a:rPr lang="en-US" altLang="da-DK" sz="900" b="0" noProof="1">
                <a:solidFill>
                  <a:schemeClr val="tx1"/>
                </a:solidFill>
                <a:latin typeface="+mn-lt"/>
                <a:cs typeface="Arial" panose="020B0604020202020204" pitchFamily="34" charset="0"/>
              </a:rPr>
            </a:br>
            <a:r>
              <a:rPr lang="en-US" sz="1600">
                <a:latin typeface="+mn-lt"/>
                <a:cs typeface="Arial" panose="020B0604020202020204" pitchFamily="34" charset="0"/>
              </a:rPr>
              <a:t>SLIDES &amp; LAYOUTS</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900" b="0" noProof="1">
                <a:solidFill>
                  <a:schemeClr val="tx1"/>
                </a:solidFill>
                <a:latin typeface="+mn-lt"/>
                <a:cs typeface="Arial" panose="020B0604020202020204" pitchFamily="34" charset="0"/>
              </a:rPr>
              <a:t>Click on the menu </a:t>
            </a:r>
            <a:r>
              <a:rPr lang="en-US" altLang="da-DK" sz="900" b="1" noProof="1">
                <a:solidFill>
                  <a:schemeClr val="tx1"/>
                </a:solidFill>
                <a:latin typeface="+mn-lt"/>
                <a:cs typeface="Arial" panose="020B0604020202020204" pitchFamily="34" charset="0"/>
              </a:rPr>
              <a:t>New Slide </a:t>
            </a:r>
            <a:r>
              <a:rPr lang="en-US" altLang="da-DK" sz="900" b="0" noProof="1">
                <a:solidFill>
                  <a:schemeClr val="tx1"/>
                </a:solidFill>
                <a:latin typeface="+mn-lt"/>
                <a:cs typeface="Arial" panose="020B0604020202020204" pitchFamily="34" charset="0"/>
              </a:rPr>
              <a:t>in the </a:t>
            </a:r>
            <a:r>
              <a:rPr lang="en-US" altLang="da-DK" sz="900" b="1" noProof="1">
                <a:solidFill>
                  <a:schemeClr val="tx1"/>
                </a:solidFill>
                <a:latin typeface="+mn-lt"/>
                <a:cs typeface="Arial" panose="020B0604020202020204" pitchFamily="34" charset="0"/>
              </a:rPr>
              <a:t>Home</a:t>
            </a:r>
            <a:r>
              <a:rPr lang="en-US" altLang="da-DK" sz="900" b="0" noProof="1">
                <a:solidFill>
                  <a:schemeClr val="tx1"/>
                </a:solidFill>
                <a:latin typeface="+mn-lt"/>
                <a:cs typeface="Arial" panose="020B0604020202020204" pitchFamily="34" charset="0"/>
              </a:rPr>
              <a:t> tab </a:t>
            </a:r>
            <a:br>
              <a:rPr lang="en-US" altLang="da-DK" sz="900" b="0" noProof="1">
                <a:solidFill>
                  <a:schemeClr val="tx1"/>
                </a:solidFill>
                <a:latin typeface="+mn-lt"/>
                <a:cs typeface="Arial" panose="020B0604020202020204" pitchFamily="34" charset="0"/>
              </a:rPr>
            </a:br>
            <a:r>
              <a:rPr lang="en-US" altLang="da-DK" sz="900" b="0" noProof="1">
                <a:solidFill>
                  <a:schemeClr val="tx1"/>
                </a:solidFill>
                <a:latin typeface="+mn-lt"/>
                <a:cs typeface="Arial" panose="020B0604020202020204" pitchFamily="34" charset="0"/>
              </a:rPr>
              <a:t>to insert a new slide</a:t>
            </a:r>
            <a:br>
              <a:rPr lang="en-US" altLang="da-DK" sz="900" b="0" noProof="1">
                <a:solidFill>
                  <a:schemeClr val="tx1"/>
                </a:solidFill>
                <a:latin typeface="+mn-lt"/>
                <a:cs typeface="Arial" panose="020B0604020202020204" pitchFamily="34" charset="0"/>
              </a:rPr>
            </a:br>
            <a:br>
              <a:rPr lang="en-US" altLang="da-DK" sz="900" b="0" noProof="1">
                <a:solidFill>
                  <a:schemeClr val="tx1"/>
                </a:solidFill>
                <a:latin typeface="+mn-lt"/>
                <a:cs typeface="Arial" panose="020B0604020202020204" pitchFamily="34" charset="0"/>
              </a:rPr>
            </a:br>
            <a:r>
              <a:rPr lang="en-US" altLang="da-DK" sz="900" b="1" noProof="1">
                <a:solidFill>
                  <a:schemeClr val="tx1"/>
                </a:solidFill>
                <a:latin typeface="+mn-lt"/>
                <a:cs typeface="Arial" panose="020B0604020202020204" pitchFamily="34" charset="0"/>
              </a:rPr>
              <a:t>Change layout</a:t>
            </a:r>
            <a:endParaRPr lang="en-US" altLang="da-DK" sz="900" b="0" noProof="1">
              <a:solidFill>
                <a:schemeClr val="tx1"/>
              </a:solidFill>
              <a:latin typeface="+mn-lt"/>
              <a:cs typeface="Arial" panose="020B0604020202020204" pitchFamily="34" charset="0"/>
            </a:endParaRPr>
          </a:p>
          <a:p>
            <a:pPr marL="0" indent="0">
              <a:spcAft>
                <a:spcPts val="600"/>
              </a:spcAft>
              <a:buFont typeface="+mj-lt"/>
              <a:buNone/>
            </a:pPr>
            <a:r>
              <a:rPr lang="en-US" sz="900">
                <a:solidFill>
                  <a:srgbClr val="000000"/>
                </a:solidFill>
                <a:latin typeface="+mn-lt"/>
                <a:ea typeface="Arial" panose="020B0604020202020204" pitchFamily="34" charset="0"/>
              </a:rPr>
              <a:t>Click on the arrow next to </a:t>
            </a:r>
            <a:r>
              <a:rPr lang="en-US" sz="900" b="1">
                <a:solidFill>
                  <a:srgbClr val="000000"/>
                </a:solidFill>
                <a:latin typeface="+mn-lt"/>
                <a:ea typeface="Arial" panose="020B0604020202020204" pitchFamily="34" charset="0"/>
              </a:rPr>
              <a:t>Layout</a:t>
            </a:r>
            <a:br>
              <a:rPr lang="en-US" sz="900" b="1">
                <a:solidFill>
                  <a:srgbClr val="000000"/>
                </a:solidFill>
                <a:latin typeface="+mn-lt"/>
                <a:ea typeface="Arial" panose="020B0604020202020204" pitchFamily="34" charset="0"/>
              </a:rPr>
            </a:br>
            <a:r>
              <a:rPr lang="en-US" sz="900">
                <a:solidFill>
                  <a:srgbClr val="000000"/>
                </a:solidFill>
                <a:latin typeface="+mn-lt"/>
                <a:ea typeface="Arial" panose="020B0604020202020204" pitchFamily="34" charset="0"/>
              </a:rPr>
              <a:t>to view a dropdown menu of possible slide layouts</a:t>
            </a:r>
            <a:br>
              <a:rPr lang="en-US" sz="900">
                <a:solidFill>
                  <a:srgbClr val="000000"/>
                </a:solidFill>
                <a:latin typeface="+mn-lt"/>
                <a:ea typeface="Arial" panose="020B0604020202020204" pitchFamily="34" charset="0"/>
              </a:rPr>
            </a:br>
            <a:endParaRPr lang="en-US" sz="900">
              <a:solidFill>
                <a:srgbClr val="000000"/>
              </a:solidFill>
              <a:latin typeface="+mn-lt"/>
              <a:ea typeface="Arial" panose="020B0604020202020204" pitchFamily="34" charset="0"/>
            </a:endParaRPr>
          </a:p>
          <a:p>
            <a:pPr eaLnBrk="1" hangingPunct="1">
              <a:spcAft>
                <a:spcPts val="600"/>
              </a:spcAft>
              <a:defRPr/>
            </a:pPr>
            <a:r>
              <a:rPr lang="en-US" sz="900" b="1" noProof="1">
                <a:solidFill>
                  <a:schemeClr val="tx1"/>
                </a:solidFill>
                <a:latin typeface="+mn-lt"/>
                <a:cs typeface="Arial" panose="020B0604020202020204" pitchFamily="34" charset="0"/>
              </a:rPr>
              <a:t>Reset slide</a:t>
            </a:r>
            <a:endParaRPr lang="en-US"/>
          </a:p>
          <a:p>
            <a:pPr marL="0" marR="0" indent="0" algn="l" defTabSz="914400" rtl="0" eaLnBrk="1" fontAlgn="auto" latinLnBrk="0" hangingPunct="1">
              <a:lnSpc>
                <a:spcPct val="100000"/>
              </a:lnSpc>
              <a:spcBef>
                <a:spcPts val="0"/>
              </a:spcBef>
              <a:spcAft>
                <a:spcPts val="600"/>
              </a:spcAft>
              <a:buClrTx/>
              <a:buSzTx/>
              <a:buFont typeface="+mj-lt"/>
              <a:buNone/>
              <a:tabLst/>
              <a:defRPr/>
            </a:pPr>
            <a:r>
              <a:rPr lang="en-US" altLang="da-DK" sz="900" b="1" noProof="1">
                <a:solidFill>
                  <a:schemeClr val="tx1"/>
                </a:solidFill>
                <a:latin typeface="+mn-lt"/>
                <a:cs typeface="Arial" panose="020B0604020202020204" pitchFamily="34" charset="0"/>
              </a:rPr>
              <a:t>1. </a:t>
            </a:r>
            <a:r>
              <a:rPr lang="en-US" altLang="da-DK" sz="900" noProof="1">
                <a:solidFill>
                  <a:schemeClr val="tx1"/>
                </a:solidFill>
                <a:latin typeface="+mn-lt"/>
                <a:cs typeface="Arial" panose="020B0604020202020204" pitchFamily="34" charset="0"/>
              </a:rPr>
              <a:t>Click the </a:t>
            </a:r>
            <a:r>
              <a:rPr lang="en-US" altLang="da-DK" sz="900" b="1" noProof="1">
                <a:solidFill>
                  <a:schemeClr val="tx1"/>
                </a:solidFill>
                <a:latin typeface="+mn-lt"/>
                <a:cs typeface="Arial" panose="020B0604020202020204" pitchFamily="34" charset="0"/>
              </a:rPr>
              <a:t>Home</a:t>
            </a:r>
            <a:r>
              <a:rPr lang="en-US" altLang="da-DK" sz="900" noProof="1">
                <a:solidFill>
                  <a:schemeClr val="tx1"/>
                </a:solidFill>
                <a:latin typeface="+mn-lt"/>
                <a:cs typeface="Arial" panose="020B0604020202020204" pitchFamily="34" charset="0"/>
              </a:rPr>
              <a:t> tab</a:t>
            </a:r>
            <a:endParaRPr lang="en-US"/>
          </a:p>
          <a:p>
            <a:pPr marL="0" marR="0" indent="0" algn="l" defTabSz="914400" rtl="0" eaLnBrk="1" fontAlgn="auto" latinLnBrk="0" hangingPunct="1">
              <a:lnSpc>
                <a:spcPct val="100000"/>
              </a:lnSpc>
              <a:spcBef>
                <a:spcPts val="0"/>
              </a:spcBef>
              <a:spcAft>
                <a:spcPts val="600"/>
              </a:spcAft>
              <a:buClrTx/>
              <a:buSzTx/>
              <a:buFont typeface="+mj-lt"/>
              <a:buNone/>
              <a:tabLst/>
              <a:defRPr/>
            </a:pPr>
            <a:r>
              <a:rPr lang="en-US" altLang="da-DK" sz="900" b="1" noProof="1">
                <a:solidFill>
                  <a:schemeClr val="tx1"/>
                </a:solidFill>
                <a:latin typeface="+mn-lt"/>
                <a:cs typeface="Arial" panose="020B0604020202020204" pitchFamily="34" charset="0"/>
              </a:rPr>
              <a:t>2. </a:t>
            </a:r>
            <a:r>
              <a:rPr lang="en-US" altLang="da-DK" sz="900" noProof="1">
                <a:solidFill>
                  <a:schemeClr val="tx1"/>
                </a:solidFill>
                <a:latin typeface="+mn-lt"/>
                <a:cs typeface="Arial" panose="020B0604020202020204" pitchFamily="34" charset="0"/>
              </a:rPr>
              <a:t>Click the </a:t>
            </a:r>
            <a:r>
              <a:rPr lang="en-US" altLang="da-DK" sz="900" b="1" noProof="1">
                <a:solidFill>
                  <a:schemeClr val="tx1"/>
                </a:solidFill>
                <a:latin typeface="+mn-lt"/>
                <a:cs typeface="Arial" panose="020B0604020202020204" pitchFamily="34" charset="0"/>
              </a:rPr>
              <a:t>Reset</a:t>
            </a:r>
            <a:r>
              <a:rPr lang="en-US" altLang="da-DK" sz="900" noProof="1">
                <a:solidFill>
                  <a:schemeClr val="tx1"/>
                </a:solidFill>
                <a:latin typeface="+mn-lt"/>
                <a:cs typeface="Arial" panose="020B0604020202020204" pitchFamily="34" charset="0"/>
              </a:rPr>
              <a:t> menu to reset position, size and formatting of the slide placeholders to </a:t>
            </a:r>
            <a:br>
              <a:rPr lang="en-US" altLang="da-DK" sz="900" noProof="1">
                <a:solidFill>
                  <a:schemeClr val="tx1"/>
                </a:solidFill>
                <a:latin typeface="+mn-lt"/>
                <a:cs typeface="Arial" panose="020B0604020202020204" pitchFamily="34" charset="0"/>
              </a:rPr>
            </a:br>
            <a:r>
              <a:rPr lang="en-US" altLang="da-DK" sz="900" noProof="1">
                <a:solidFill>
                  <a:schemeClr val="tx1"/>
                </a:solidFill>
                <a:latin typeface="+mn-lt"/>
                <a:cs typeface="Arial" panose="020B0604020202020204" pitchFamily="34" charset="0"/>
              </a:rPr>
              <a:t>their default settings</a:t>
            </a:r>
            <a:endParaRPr lang="en-US" sz="900">
              <a:latin typeface="+mn-lt"/>
              <a:ea typeface="Arial" panose="020B0604020202020204" pitchFamily="34" charset="0"/>
            </a:endParaRPr>
          </a:p>
        </p:txBody>
      </p:sp>
      <p:pic>
        <p:nvPicPr>
          <p:cNvPr id="28" name="Picture 27">
            <a:extLst>
              <a:ext uri="{FF2B5EF4-FFF2-40B4-BE49-F238E27FC236}">
                <a16:creationId xmlns:a16="http://schemas.microsoft.com/office/drawing/2014/main" id="{12B8CEB7-8718-40FB-BCC9-2AC96094B83E}"/>
              </a:ext>
            </a:extLst>
          </p:cNvPr>
          <p:cNvPicPr>
            <a:picLocks noChangeAspect="1"/>
          </p:cNvPicPr>
          <p:nvPr userDrawn="1"/>
        </p:nvPicPr>
        <p:blipFill>
          <a:blip r:embed="rId6"/>
          <a:stretch>
            <a:fillRect/>
          </a:stretch>
        </p:blipFill>
        <p:spPr>
          <a:xfrm>
            <a:off x="3055654" y="4701914"/>
            <a:ext cx="475428" cy="176762"/>
          </a:xfrm>
          <a:prstGeom prst="rect">
            <a:avLst/>
          </a:prstGeom>
        </p:spPr>
      </p:pic>
      <p:pic>
        <p:nvPicPr>
          <p:cNvPr id="29" name="Picture 16">
            <a:extLst>
              <a:ext uri="{FF2B5EF4-FFF2-40B4-BE49-F238E27FC236}">
                <a16:creationId xmlns:a16="http://schemas.microsoft.com/office/drawing/2014/main" id="{1543AAD2-58D2-4DCE-A080-AFA6A459F608}"/>
              </a:ext>
            </a:extLst>
          </p:cNvPr>
          <p:cNvPicPr>
            <a:picLocks noChangeAspect="1"/>
          </p:cNvPicPr>
          <p:nvPr userDrawn="1"/>
        </p:nvPicPr>
        <p:blipFill>
          <a:blip r:embed="rId7"/>
          <a:stretch>
            <a:fillRect/>
          </a:stretch>
        </p:blipFill>
        <p:spPr>
          <a:xfrm>
            <a:off x="3055654" y="3847595"/>
            <a:ext cx="328881" cy="505501"/>
          </a:xfrm>
          <a:prstGeom prst="rect">
            <a:avLst/>
          </a:prstGeom>
        </p:spPr>
      </p:pic>
      <p:pic>
        <p:nvPicPr>
          <p:cNvPr id="30" name="Picture 20">
            <a:extLst>
              <a:ext uri="{FF2B5EF4-FFF2-40B4-BE49-F238E27FC236}">
                <a16:creationId xmlns:a16="http://schemas.microsoft.com/office/drawing/2014/main" id="{F410AF64-93DE-4C35-8AC4-D2AFA638F572}"/>
              </a:ext>
            </a:extLst>
          </p:cNvPr>
          <p:cNvPicPr>
            <a:picLocks noChangeAspect="1"/>
          </p:cNvPicPr>
          <p:nvPr userDrawn="1"/>
        </p:nvPicPr>
        <p:blipFill>
          <a:blip r:embed="rId8"/>
          <a:stretch>
            <a:fillRect/>
          </a:stretch>
        </p:blipFill>
        <p:spPr>
          <a:xfrm>
            <a:off x="3058352" y="5601211"/>
            <a:ext cx="538465" cy="172841"/>
          </a:xfrm>
          <a:prstGeom prst="rect">
            <a:avLst/>
          </a:prstGeom>
        </p:spPr>
      </p:pic>
      <p:pic>
        <p:nvPicPr>
          <p:cNvPr id="31" name="Picture 30">
            <a:extLst>
              <a:ext uri="{FF2B5EF4-FFF2-40B4-BE49-F238E27FC236}">
                <a16:creationId xmlns:a16="http://schemas.microsoft.com/office/drawing/2014/main" id="{5AAFDC93-9DCC-4CE4-B8D7-6137FEEF048E}"/>
              </a:ext>
            </a:extLst>
          </p:cNvPr>
          <p:cNvPicPr>
            <a:picLocks noChangeAspect="1"/>
          </p:cNvPicPr>
          <p:nvPr userDrawn="1"/>
        </p:nvPicPr>
        <p:blipFill>
          <a:blip r:embed="rId9"/>
          <a:stretch>
            <a:fillRect/>
          </a:stretch>
        </p:blipFill>
        <p:spPr>
          <a:xfrm>
            <a:off x="3055654" y="2342337"/>
            <a:ext cx="457143" cy="257143"/>
          </a:xfrm>
          <a:prstGeom prst="rect">
            <a:avLst/>
          </a:prstGeom>
        </p:spPr>
      </p:pic>
      <p:pic>
        <p:nvPicPr>
          <p:cNvPr id="4" name="Picture 3">
            <a:extLst>
              <a:ext uri="{FF2B5EF4-FFF2-40B4-BE49-F238E27FC236}">
                <a16:creationId xmlns:a16="http://schemas.microsoft.com/office/drawing/2014/main" id="{292A5FDF-69DC-4DD2-BFF8-3478E75DBB76}"/>
              </a:ext>
            </a:extLst>
          </p:cNvPr>
          <p:cNvPicPr>
            <a:picLocks noChangeAspect="1"/>
          </p:cNvPicPr>
          <p:nvPr userDrawn="1"/>
        </p:nvPicPr>
        <p:blipFill rotWithShape="1">
          <a:blip r:embed="rId10"/>
          <a:srcRect l="50000" t="50000" b="4554"/>
          <a:stretch/>
        </p:blipFill>
        <p:spPr>
          <a:xfrm>
            <a:off x="7065739" y="2537285"/>
            <a:ext cx="437508" cy="365851"/>
          </a:xfrm>
          <a:prstGeom prst="rect">
            <a:avLst/>
          </a:prstGeom>
        </p:spPr>
      </p:pic>
      <p:grpSp>
        <p:nvGrpSpPr>
          <p:cNvPr id="10" name="Group 9">
            <a:extLst>
              <a:ext uri="{FF2B5EF4-FFF2-40B4-BE49-F238E27FC236}">
                <a16:creationId xmlns:a16="http://schemas.microsoft.com/office/drawing/2014/main" id="{D428E528-3C21-43A5-9A1F-5FC8A3BB1E92}"/>
              </a:ext>
            </a:extLst>
          </p:cNvPr>
          <p:cNvGrpSpPr/>
          <p:nvPr userDrawn="1"/>
        </p:nvGrpSpPr>
        <p:grpSpPr>
          <a:xfrm>
            <a:off x="10285258" y="5867321"/>
            <a:ext cx="991746" cy="384654"/>
            <a:chOff x="10992821" y="4404000"/>
            <a:chExt cx="1588357" cy="616052"/>
          </a:xfrm>
        </p:grpSpPr>
        <p:pic>
          <p:nvPicPr>
            <p:cNvPr id="8" name="Picture 7">
              <a:extLst>
                <a:ext uri="{FF2B5EF4-FFF2-40B4-BE49-F238E27FC236}">
                  <a16:creationId xmlns:a16="http://schemas.microsoft.com/office/drawing/2014/main" id="{A44E7E5B-C2F8-47A1-8626-A6E32640159D}"/>
                </a:ext>
              </a:extLst>
            </p:cNvPr>
            <p:cNvPicPr>
              <a:picLocks noChangeAspect="1"/>
            </p:cNvPicPr>
            <p:nvPr userDrawn="1"/>
          </p:nvPicPr>
          <p:blipFill rotWithShape="1">
            <a:blip r:embed="rId11"/>
            <a:srcRect l="1" t="29690" r="1315"/>
            <a:stretch/>
          </p:blipFill>
          <p:spPr>
            <a:xfrm>
              <a:off x="10992821" y="4404000"/>
              <a:ext cx="1588357" cy="616052"/>
            </a:xfrm>
            <a:prstGeom prst="rect">
              <a:avLst/>
            </a:prstGeom>
          </p:spPr>
        </p:pic>
        <p:pic>
          <p:nvPicPr>
            <p:cNvPr id="33" name="Picture 32">
              <a:extLst>
                <a:ext uri="{FF2B5EF4-FFF2-40B4-BE49-F238E27FC236}">
                  <a16:creationId xmlns:a16="http://schemas.microsoft.com/office/drawing/2014/main" id="{5065702C-2099-41C8-904A-A3616CD11CA4}"/>
                </a:ext>
              </a:extLst>
            </p:cNvPr>
            <p:cNvPicPr>
              <a:picLocks noChangeAspect="1"/>
            </p:cNvPicPr>
            <p:nvPr userDrawn="1"/>
          </p:nvPicPr>
          <p:blipFill rotWithShape="1">
            <a:blip r:embed="rId11"/>
            <a:srcRect l="21641" t="72894" r="72046" b="1834"/>
            <a:stretch/>
          </p:blipFill>
          <p:spPr>
            <a:xfrm>
              <a:off x="12479578" y="4785230"/>
              <a:ext cx="101600" cy="221441"/>
            </a:xfrm>
            <a:prstGeom prst="rect">
              <a:avLst/>
            </a:prstGeom>
          </p:spPr>
        </p:pic>
      </p:grpSp>
      <p:pic>
        <p:nvPicPr>
          <p:cNvPr id="34" name="Picture 2">
            <a:extLst>
              <a:ext uri="{FF2B5EF4-FFF2-40B4-BE49-F238E27FC236}">
                <a16:creationId xmlns:a16="http://schemas.microsoft.com/office/drawing/2014/main" id="{23C2B142-78D9-4D1A-A62B-85445D78273E}"/>
              </a:ext>
            </a:extLst>
          </p:cNvPr>
          <p:cNvPicPr>
            <a:picLocks noChangeAspect="1"/>
          </p:cNvPicPr>
          <p:nvPr userDrawn="1"/>
        </p:nvPicPr>
        <p:blipFill>
          <a:blip r:embed="rId12"/>
          <a:stretch>
            <a:fillRect/>
          </a:stretch>
        </p:blipFill>
        <p:spPr>
          <a:xfrm>
            <a:off x="3055654" y="3052205"/>
            <a:ext cx="257143" cy="285714"/>
          </a:xfrm>
          <a:prstGeom prst="rect">
            <a:avLst/>
          </a:prstGeom>
        </p:spPr>
      </p:pic>
    </p:spTree>
    <p:extLst>
      <p:ext uri="{BB962C8B-B14F-4D97-AF65-F5344CB8AC3E}">
        <p14:creationId xmlns:p14="http://schemas.microsoft.com/office/powerpoint/2010/main" val="2944865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gt;Do not use layouts after this &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ltGray">
          <a:xfrm>
            <a:off x="0" y="0"/>
            <a:ext cx="12192000" cy="6858000"/>
          </a:xfrm>
          <a:prstGeom prst="rect">
            <a:avLst/>
          </a:prstGeom>
          <a:solidFill>
            <a:schemeClr val="tx1"/>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sp>
        <p:nvSpPr>
          <p:cNvPr id="5" name="Do not use"/>
          <p:cNvSpPr txBox="1"/>
          <p:nvPr userDrawn="1"/>
        </p:nvSpPr>
        <p:spPr>
          <a:xfrm>
            <a:off x="430213" y="656823"/>
            <a:ext cx="11356977"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US" sz="4400" b="0" noProof="0">
                <a:solidFill>
                  <a:schemeClr val="bg1"/>
                </a:solidFill>
              </a:rPr>
              <a:t>If you see any </a:t>
            </a:r>
            <a:r>
              <a:rPr lang="en-US" sz="4400" b="1" i="0" noProof="0">
                <a:solidFill>
                  <a:schemeClr val="bg1"/>
                </a:solidFill>
              </a:rPr>
              <a:t>layouts after this </a:t>
            </a:r>
            <a:r>
              <a:rPr lang="en-US" sz="4400" b="0" i="0" noProof="0">
                <a:solidFill>
                  <a:schemeClr val="bg1"/>
                </a:solidFill>
              </a:rPr>
              <a:t>one</a:t>
            </a:r>
            <a:r>
              <a:rPr lang="en-US" sz="4400" b="1" i="1" noProof="0">
                <a:solidFill>
                  <a:schemeClr val="bg1"/>
                </a:solidFill>
              </a:rPr>
              <a:t>,</a:t>
            </a:r>
            <a:br>
              <a:rPr lang="en-US" sz="4400" b="0" i="0" noProof="0">
                <a:solidFill>
                  <a:schemeClr val="bg1"/>
                </a:solidFill>
              </a:rPr>
            </a:br>
            <a:r>
              <a:rPr lang="en-US" sz="4400" b="0" noProof="0">
                <a:solidFill>
                  <a:schemeClr val="bg1"/>
                </a:solidFill>
              </a:rPr>
              <a:t>do not use them. These layouts </a:t>
            </a:r>
            <a:r>
              <a:rPr lang="en-US" sz="4400" b="1" i="0" u="none" noProof="0">
                <a:solidFill>
                  <a:schemeClr val="bg1"/>
                </a:solidFill>
              </a:rPr>
              <a:t>are not </a:t>
            </a:r>
            <a:r>
              <a:rPr lang="en-US" sz="4400" b="0" noProof="0">
                <a:solidFill>
                  <a:schemeClr val="bg1"/>
                </a:solidFill>
              </a:rPr>
              <a:t>part of our corporate template.</a:t>
            </a:r>
            <a:br>
              <a:rPr lang="en-US" sz="2800" b="0" noProof="0">
                <a:solidFill>
                  <a:schemeClr val="bg1"/>
                </a:solidFill>
              </a:rPr>
            </a:br>
            <a:br>
              <a:rPr lang="en-US" sz="2800" b="0" noProof="0">
                <a:solidFill>
                  <a:schemeClr val="bg1"/>
                </a:solidFill>
              </a:rPr>
            </a:br>
            <a:endParaRPr lang="en-US" sz="2800" b="0" noProof="0">
              <a:solidFill>
                <a:schemeClr val="bg1"/>
              </a:solidFill>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black">
          <a:xfrm rot="8100000">
            <a:off x="10404874" y="3325226"/>
            <a:ext cx="103678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black">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black">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0" y="2578102"/>
            <a:ext cx="11218606" cy="2400657"/>
          </a:xfrm>
          <a:prstGeom prst="rect">
            <a:avLst/>
          </a:prstGeom>
        </p:spPr>
        <p:txBody>
          <a:bodyPr wrap="square">
            <a:spAutoFit/>
          </a:bodyPr>
          <a:lstStyle/>
          <a:p>
            <a:pPr algn="ctr"/>
            <a:r>
              <a:rPr lang="en-US" sz="15000" b="1" i="0" noProof="0">
                <a:solidFill>
                  <a:schemeClr val="bg1"/>
                </a:solidFill>
              </a:rPr>
              <a:t>Do not use </a:t>
            </a:r>
            <a:endParaRPr lang="en-US" sz="15000" b="1" i="0"/>
          </a:p>
        </p:txBody>
      </p:sp>
      <p:sp>
        <p:nvSpPr>
          <p:cNvPr id="16" name="Do not use">
            <a:extLst>
              <a:ext uri="{FF2B5EF4-FFF2-40B4-BE49-F238E27FC236}">
                <a16:creationId xmlns:a16="http://schemas.microsoft.com/office/drawing/2014/main" id="{A8FA78FA-4D94-4717-B7C6-6F86378D6B01}"/>
              </a:ext>
            </a:extLst>
          </p:cNvPr>
          <p:cNvSpPr txBox="1"/>
          <p:nvPr userDrawn="1"/>
        </p:nvSpPr>
        <p:spPr>
          <a:xfrm>
            <a:off x="430214" y="5186455"/>
            <a:ext cx="11356974" cy="969496"/>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US" sz="2000" b="0" noProof="0">
                <a:solidFill>
                  <a:schemeClr val="bg1"/>
                </a:solidFill>
              </a:rPr>
              <a:t>Due to PowerPoint’s standard Copy/Paste functionality extra undesirable layouts can appear.</a:t>
            </a:r>
            <a:endParaRPr lang="en-US"/>
          </a:p>
          <a:p>
            <a:pPr marL="0" marR="0" indent="0" algn="ctr" fontAlgn="auto">
              <a:lnSpc>
                <a:spcPct val="100000"/>
              </a:lnSpc>
              <a:spcBef>
                <a:spcPts val="600"/>
              </a:spcBef>
              <a:spcAft>
                <a:spcPts val="0"/>
              </a:spcAft>
              <a:buClr>
                <a:srgbClr val="003755"/>
              </a:buClr>
              <a:buSzTx/>
              <a:buFontTx/>
              <a:buNone/>
              <a:tabLst/>
            </a:pPr>
            <a:r>
              <a:rPr lang="en-US" sz="2000" b="0" noProof="0">
                <a:solidFill>
                  <a:schemeClr val="bg1"/>
                </a:solidFill>
              </a:rPr>
              <a:t>Also notice: Layouts after this might contain potential confidential information.</a:t>
            </a:r>
            <a:br>
              <a:rPr lang="en-US" sz="1800" b="0" noProof="0">
                <a:solidFill>
                  <a:schemeClr val="bg1"/>
                </a:solidFill>
              </a:rPr>
            </a:br>
            <a:endParaRPr lang="en-US" sz="1800" b="0" noProof="0">
              <a:solidFill>
                <a:schemeClr val="bg1"/>
              </a:solidFill>
            </a:endParaRPr>
          </a:p>
        </p:txBody>
      </p:sp>
      <p:sp>
        <p:nvSpPr>
          <p:cNvPr id="13" name="Date Placeholder 6" hidden="1">
            <a:extLst>
              <a:ext uri="{FF2B5EF4-FFF2-40B4-BE49-F238E27FC236}">
                <a16:creationId xmlns:a16="http://schemas.microsoft.com/office/drawing/2014/main" id="{706505A8-87EA-4BA0-B698-35156BC765D0}"/>
              </a:ext>
            </a:extLst>
          </p:cNvPr>
          <p:cNvSpPr>
            <a:spLocks noGrp="1" noRot="1" noMove="1" noResize="1" noEditPoints="1" noAdjustHandles="1" noChangeArrowheads="1" noChangeShapeType="1"/>
          </p:cNvSpPr>
          <p:nvPr>
            <p:ph type="dt" sz="half" idx="15"/>
          </p:nvPr>
        </p:nvSpPr>
        <p:spPr>
          <a:xfrm>
            <a:off x="0" y="6858000"/>
            <a:ext cx="0" cy="0"/>
          </a:xfrm>
        </p:spPr>
        <p:txBody>
          <a:bodyPr/>
          <a:lstStyle>
            <a:lvl1pPr>
              <a:defRPr sz="100">
                <a:noFill/>
              </a:defRPr>
            </a:lvl1pPr>
          </a:lstStyle>
          <a:p>
            <a:fld id="{2DE3FB73-D64F-4CD2-B936-34C12883B35A}" type="datetime4">
              <a:rPr lang="en-US" smtClean="0"/>
              <a:t>October 20, 2026</a:t>
            </a:fld>
            <a:endParaRPr lang="en-US"/>
          </a:p>
        </p:txBody>
      </p:sp>
      <p:sp>
        <p:nvSpPr>
          <p:cNvPr id="14" name="Footer Placeholder 8" hidden="1">
            <a:extLst>
              <a:ext uri="{FF2B5EF4-FFF2-40B4-BE49-F238E27FC236}">
                <a16:creationId xmlns:a16="http://schemas.microsoft.com/office/drawing/2014/main" id="{AB150C2C-2030-498B-8262-6BD5BCCBB345}"/>
              </a:ext>
            </a:extLst>
          </p:cNvPr>
          <p:cNvSpPr>
            <a:spLocks noGrp="1" noRot="1" noMove="1" noResize="1" noEditPoints="1" noAdjustHandles="1" noChangeArrowheads="1" noChangeShapeType="1"/>
          </p:cNvSpPr>
          <p:nvPr>
            <p:ph type="ftr" sz="quarter" idx="16"/>
          </p:nvPr>
        </p:nvSpPr>
        <p:spPr>
          <a:xfrm>
            <a:off x="0" y="6858000"/>
            <a:ext cx="0" cy="0"/>
          </a:xfrm>
        </p:spPr>
        <p:txBody>
          <a:bodyPr/>
          <a:lstStyle>
            <a:lvl1pPr>
              <a:defRPr sz="100">
                <a:noFill/>
              </a:defRPr>
            </a:lvl1pPr>
          </a:lstStyle>
          <a:p>
            <a:endParaRPr lang="en-US"/>
          </a:p>
        </p:txBody>
      </p:sp>
      <p:sp>
        <p:nvSpPr>
          <p:cNvPr id="15" name="Slide Number Placeholder 10" hidden="1">
            <a:extLst>
              <a:ext uri="{FF2B5EF4-FFF2-40B4-BE49-F238E27FC236}">
                <a16:creationId xmlns:a16="http://schemas.microsoft.com/office/drawing/2014/main" id="{E81B246F-92C7-4EF8-ACD0-05F73C7095BE}"/>
              </a:ext>
            </a:extLst>
          </p:cNvPr>
          <p:cNvSpPr>
            <a:spLocks noGrp="1" noRot="1" noMove="1" noResize="1" noEditPoints="1" noAdjustHandles="1" noChangeArrowheads="1" noChangeShapeType="1"/>
          </p:cNvSpPr>
          <p:nvPr>
            <p:ph type="sldNum" sz="quarter" idx="17"/>
          </p:nvPr>
        </p:nvSpPr>
        <p:spPr>
          <a:xfrm>
            <a:off x="0" y="6858000"/>
            <a:ext cx="0" cy="0"/>
          </a:xfrm>
        </p:spPr>
        <p:txBody>
          <a:bodyPr/>
          <a:lstStyle>
            <a:lvl1pPr>
              <a:defRPr sz="100">
                <a:noFill/>
              </a:defRPr>
            </a:lvl1pPr>
          </a:lstStyle>
          <a:p>
            <a:fld id="{23AA811B-2EBD-4900-905E-5BE206449611}" type="slidenum">
              <a:rPr lang="en-US" smtClean="0"/>
              <a:pPr/>
              <a:t>‹#›</a:t>
            </a:fld>
            <a:endParaRPr lang="en-US"/>
          </a:p>
        </p:txBody>
      </p:sp>
    </p:spTree>
    <p:extLst>
      <p:ext uri="{BB962C8B-B14F-4D97-AF65-F5344CB8AC3E}">
        <p14:creationId xmlns:p14="http://schemas.microsoft.com/office/powerpoint/2010/main" val="2322207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userDrawn="1">
  <p:cSld name="1_Cover A">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3B25342-E713-0247-2E3D-6C43E595B6AD}"/>
              </a:ext>
            </a:extLst>
          </p:cNvPr>
          <p:cNvPicPr>
            <a:picLocks noChangeAspect="1"/>
          </p:cNvPicPr>
          <p:nvPr userDrawn="1"/>
        </p:nvPicPr>
        <p:blipFill>
          <a:blip r:embed="rId2"/>
          <a:stretch>
            <a:fillRect/>
          </a:stretch>
        </p:blipFill>
        <p:spPr>
          <a:xfrm>
            <a:off x="0" y="4261104"/>
            <a:ext cx="12192000" cy="2596896"/>
          </a:xfrm>
          <a:prstGeom prst="rect">
            <a:avLst/>
          </a:prstGeom>
        </p:spPr>
      </p:pic>
      <p:sp>
        <p:nvSpPr>
          <p:cNvPr id="3" name="Date Placeholder 2" hidden="1">
            <a:extLst>
              <a:ext uri="{FF2B5EF4-FFF2-40B4-BE49-F238E27FC236}">
                <a16:creationId xmlns:a16="http://schemas.microsoft.com/office/drawing/2014/main" id="{D8540927-FEEA-4930-9813-BB60C0573908}"/>
              </a:ext>
            </a:extLst>
          </p:cNvPr>
          <p:cNvSpPr>
            <a:spLocks noGrp="1" noRot="1" noMove="1" noResize="1" noEditPoints="1" noAdjustHandles="1" noChangeArrowheads="1" noChangeShapeType="1"/>
          </p:cNvSpPr>
          <p:nvPr>
            <p:ph type="dt" sz="half" idx="23"/>
          </p:nvPr>
        </p:nvSpPr>
        <p:spPr>
          <a:xfrm>
            <a:off x="0" y="6858000"/>
            <a:ext cx="0" cy="0"/>
          </a:xfrm>
        </p:spPr>
        <p:txBody>
          <a:bodyPr/>
          <a:lstStyle>
            <a:lvl1pPr>
              <a:defRPr>
                <a:noFill/>
              </a:defRPr>
            </a:lvl1pPr>
          </a:lstStyle>
          <a:p>
            <a:fld id="{6F4C580F-76F7-40E8-ADEA-2D8C9B25F850}" type="datetime4">
              <a:rPr lang="en-US" smtClean="0"/>
              <a:t>October 20, 2026</a:t>
            </a:fld>
            <a:endParaRPr lang="en-US"/>
          </a:p>
        </p:txBody>
      </p:sp>
      <p:sp>
        <p:nvSpPr>
          <p:cNvPr id="6" name="Footer Placeholder 5" hidden="1">
            <a:extLst>
              <a:ext uri="{FF2B5EF4-FFF2-40B4-BE49-F238E27FC236}">
                <a16:creationId xmlns:a16="http://schemas.microsoft.com/office/drawing/2014/main" id="{CEA8885D-4C24-47AF-B750-4596970023A4}"/>
              </a:ext>
            </a:extLst>
          </p:cNvPr>
          <p:cNvSpPr>
            <a:spLocks noGrp="1" noRot="1" noMove="1" noResize="1" noEditPoints="1" noAdjustHandles="1" noChangeArrowheads="1" noChangeShapeType="1"/>
          </p:cNvSpPr>
          <p:nvPr>
            <p:ph type="ftr" sz="quarter" idx="24"/>
          </p:nvPr>
        </p:nvSpPr>
        <p:spPr>
          <a:xfrm>
            <a:off x="0" y="6858000"/>
            <a:ext cx="0" cy="0"/>
          </a:xfrm>
        </p:spPr>
        <p:txBody>
          <a:bodyPr/>
          <a:lstStyle>
            <a:lvl1pPr>
              <a:defRPr>
                <a:noFill/>
              </a:defRPr>
            </a:lvl1pPr>
          </a:lstStyle>
          <a:p>
            <a:endParaRPr lang="en-US"/>
          </a:p>
        </p:txBody>
      </p:sp>
      <p:sp>
        <p:nvSpPr>
          <p:cNvPr id="7" name="Slide Number Placeholder 6" hidden="1">
            <a:extLst>
              <a:ext uri="{FF2B5EF4-FFF2-40B4-BE49-F238E27FC236}">
                <a16:creationId xmlns:a16="http://schemas.microsoft.com/office/drawing/2014/main" id="{2EAECFDD-505B-4910-A185-543B03579F2B}"/>
              </a:ext>
            </a:extLst>
          </p:cNvPr>
          <p:cNvSpPr>
            <a:spLocks noGrp="1" noRot="1" noMove="1" noResize="1" noEditPoints="1" noAdjustHandles="1" noChangeArrowheads="1" noChangeShapeType="1"/>
          </p:cNvSpPr>
          <p:nvPr>
            <p:ph type="sldNum" sz="quarter" idx="25"/>
          </p:nvPr>
        </p:nvSpPr>
        <p:spPr>
          <a:xfrm>
            <a:off x="0" y="6858000"/>
            <a:ext cx="0" cy="0"/>
          </a:xfrm>
        </p:spPr>
        <p:txBody>
          <a:bodyPr/>
          <a:lstStyle>
            <a:lvl1pPr>
              <a:defRPr>
                <a:noFill/>
              </a:defRPr>
            </a:lvl1pPr>
          </a:lstStyle>
          <a:p>
            <a:r>
              <a:rPr lang="en-US"/>
              <a:t>Slide </a:t>
            </a:r>
            <a:fld id="{619F89D8-7AE3-494A-97F3-03D680869632}" type="slidenum">
              <a:rPr lang="en-US" smtClean="0"/>
              <a:pPr/>
              <a:t>‹#›</a:t>
            </a:fld>
            <a:endParaRPr lang="en-US"/>
          </a:p>
        </p:txBody>
      </p:sp>
      <p:sp>
        <p:nvSpPr>
          <p:cNvPr id="16" name="Textbox for metadata">
            <a:extLst>
              <a:ext uri="{FF2B5EF4-FFF2-40B4-BE49-F238E27FC236}">
                <a16:creationId xmlns:a16="http://schemas.microsoft.com/office/drawing/2014/main" id="{932E1283-5E1D-4454-90E0-0EB77DB007AD}"/>
              </a:ext>
            </a:extLst>
          </p:cNvPr>
          <p:cNvSpPr txBox="1">
            <a:spLocks/>
          </p:cNvSpPr>
          <p:nvPr userDrawn="1"/>
        </p:nvSpPr>
        <p:spPr>
          <a:xfrm>
            <a:off x="331196" y="6548400"/>
            <a:ext cx="4680000" cy="118800"/>
          </a:xfrm>
          <a:prstGeom prst="rect">
            <a:avLst/>
          </a:prstGeom>
        </p:spPr>
        <p:txBody>
          <a:bodyPr lIns="0" tIns="0" rIns="0" bIns="0" anchor="t"/>
          <a:lstStyle>
            <a:lvl1pPr marL="0" indent="0" algn="l" defTabSz="914491" rtl="0" eaLnBrk="1" latinLnBrk="0" hangingPunct="1">
              <a:spcBef>
                <a:spcPts val="600"/>
              </a:spcBef>
              <a:buFont typeface="ABBvoice" panose="020B0604020202020204" pitchFamily="34" charset="0"/>
              <a:buNone/>
              <a:defRPr sz="1000" kern="1200">
                <a:solidFill>
                  <a:schemeClr val="tx1"/>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endParaRPr lang="en-US" sz="800">
              <a:solidFill>
                <a:schemeClr val="tx1"/>
              </a:solidFill>
            </a:endParaRPr>
          </a:p>
        </p:txBody>
      </p:sp>
      <p:sp>
        <p:nvSpPr>
          <p:cNvPr id="18" name="Copyrigh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72AFD311-4076-40D0-970F-D430967AA3D8}"/>
              </a:ext>
            </a:extLst>
          </p:cNvPr>
          <p:cNvSpPr txBox="1"/>
          <p:nvPr userDrawn="1"/>
        </p:nvSpPr>
        <p:spPr bwMode="gray">
          <a:xfrm>
            <a:off x="329522" y="6523200"/>
            <a:ext cx="1745341"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bg1"/>
                </a:solidFill>
                <a:effectLst/>
                <a:uLnTx/>
                <a:uFillTx/>
                <a:latin typeface="+mn-lt"/>
                <a:ea typeface="+mn-ea"/>
                <a:cs typeface="+mn-cs"/>
              </a:rPr>
              <a:t>© 2026 ABB. All rights reserved.</a:t>
            </a:r>
            <a:endParaRPr lang="en-US"/>
          </a:p>
        </p:txBody>
      </p:sp>
      <p:sp>
        <p:nvSpPr>
          <p:cNvPr id="5" name="DocumentID" descr="{&#10; &quot;SkabelonDesign&quot;: {&#10; &quot;textualValue&quot;: &quot;&lt;key1/&gt;&quot;,&#10; &quot;bindingCollection&quot;: {&#10; &quot;key1&quot;: {&quot;SkabelonDesign&quot;:{&quot;type&quot;:&quot;Text&quot;,&quot;binding&quot;:&quot;PPMetadata&quot;}}&#10; }&#10; }&#10;}">
            <a:extLst>
              <a:ext uri="{FF2B5EF4-FFF2-40B4-BE49-F238E27FC236}">
                <a16:creationId xmlns:a16="http://schemas.microsoft.com/office/drawing/2014/main" id="{B586EEA8-ACB1-F614-9787-9EA929C4B8DD}"/>
              </a:ext>
            </a:extLst>
          </p:cNvPr>
          <p:cNvSpPr txBox="1"/>
          <p:nvPr userDrawn="1"/>
        </p:nvSpPr>
        <p:spPr bwMode="gray">
          <a:xfrm>
            <a:off x="2125496" y="6523200"/>
            <a:ext cx="1679368" cy="169200"/>
          </a:xfrm>
          <a:prstGeom prst="rect">
            <a:avLst/>
          </a:prstGeom>
          <a:noFill/>
          <a:ln>
            <a:noFill/>
          </a:ln>
        </p:spPr>
        <p:txBody>
          <a:bodyPr wrap="square" lIns="0" tIns="0" rIns="0" bIns="0" rtlCol="0" anchor="ctr">
            <a:noAutofit/>
          </a:bodyPr>
          <a:lstStyle/>
          <a:p>
            <a:pPr algn="ctr"/>
            <a:endParaRPr lang="en-US" sz="800" noProof="0">
              <a:solidFill>
                <a:schemeClr val="bg1"/>
              </a:solidFill>
            </a:endParaRPr>
          </a:p>
        </p:txBody>
      </p:sp>
      <p:sp>
        <p:nvSpPr>
          <p:cNvPr id="8" name="Revision" descr="{&#10; &quot;SkabelonDesign&quot;: {&#10; &quot;textualValue&quot;: &quot;&lt;key1/&gt;&quot;,&#10; &quot;bindingCollection&quot;: {&#10; &quot;key1&quot;: {&quot;SkabelonDesign&quot;:{&quot;type&quot;:&quot;Text&quot;,&quot;binding&quot;:&quot;DocumentRevisionIdLabelAndValue&quot;}}&#10; }&#10; }&#10;}">
            <a:extLst>
              <a:ext uri="{FF2B5EF4-FFF2-40B4-BE49-F238E27FC236}">
                <a16:creationId xmlns:a16="http://schemas.microsoft.com/office/drawing/2014/main" id="{1BF7EFE7-336D-7B45-9CEE-623BE4221500}"/>
              </a:ext>
            </a:extLst>
          </p:cNvPr>
          <p:cNvSpPr txBox="1"/>
          <p:nvPr userDrawn="1"/>
        </p:nvSpPr>
        <p:spPr bwMode="gray">
          <a:xfrm>
            <a:off x="4143600" y="6523200"/>
            <a:ext cx="756000" cy="169200"/>
          </a:xfrm>
          <a:prstGeom prst="rect">
            <a:avLst/>
          </a:prstGeom>
          <a:noFill/>
          <a:ln>
            <a:noFill/>
          </a:ln>
        </p:spPr>
        <p:txBody>
          <a:bodyPr wrap="square" lIns="0" tIns="0" rIns="0" bIns="0" rtlCol="0" anchor="ctr">
            <a:noAutofit/>
          </a:bodyPr>
          <a:lstStyle/>
          <a:p>
            <a:pPr algn="l"/>
            <a:endParaRPr lang="en-US" sz="800" noProof="0">
              <a:solidFill>
                <a:schemeClr val="bg1"/>
              </a:solidFill>
            </a:endParaRPr>
          </a:p>
        </p:txBody>
      </p:sp>
      <p:pic>
        <p:nvPicPr>
          <p:cNvPr id="716089409" name="Classification" descr="{&quot;templafy&quot;:{&quot;id&quot;:&quot;f97e3b43-591e-441a-b828-c0ea7551c588&quot;}}"/>
          <p:cNvPicPr>
            <a:picLocks noChangeAspect="1"/>
          </p:cNvPicPr>
          <p:nvPr/>
        </p:nvPicPr>
        <p:blipFill>
          <a:blip r:embed="rId3"/>
          <a:stretch>
            <a:fillRect/>
          </a:stretch>
        </p:blipFill>
        <p:spPr>
          <a:xfrm>
            <a:off x="331200" y="367200"/>
            <a:ext cx="1530000" cy="252000"/>
          </a:xfrm>
          <a:prstGeom prst="rect">
            <a:avLst/>
          </a:prstGeom>
        </p:spPr>
      </p:pic>
      <p:pic>
        <p:nvPicPr>
          <p:cNvPr id="17" name="Logo">
            <a:extLst>
              <a:ext uri="{FF2B5EF4-FFF2-40B4-BE49-F238E27FC236}">
                <a16:creationId xmlns:a16="http://schemas.microsoft.com/office/drawing/2014/main" id="{5212E275-7406-B8D1-A3C9-6100BA58165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976737" y="395547"/>
            <a:ext cx="1766532" cy="677856"/>
          </a:xfrm>
          <a:prstGeom prst="rect">
            <a:avLst/>
          </a:prstGeom>
        </p:spPr>
      </p:pic>
      <p:pic>
        <p:nvPicPr>
          <p:cNvPr id="19" name="Tag line">
            <a:extLst>
              <a:ext uri="{FF2B5EF4-FFF2-40B4-BE49-F238E27FC236}">
                <a16:creationId xmlns:a16="http://schemas.microsoft.com/office/drawing/2014/main" id="{957191C3-087F-C04A-0DEB-B043188A2D1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976737" y="5866683"/>
            <a:ext cx="1766532" cy="400810"/>
          </a:xfrm>
          <a:prstGeom prst="rect">
            <a:avLst/>
          </a:prstGeom>
        </p:spPr>
      </p:pic>
      <p:sp>
        <p:nvSpPr>
          <p:cNvPr id="20" name="Title 1">
            <a:extLst>
              <a:ext uri="{FF2B5EF4-FFF2-40B4-BE49-F238E27FC236}">
                <a16:creationId xmlns:a16="http://schemas.microsoft.com/office/drawing/2014/main" id="{1D4B8532-33AB-815E-60F0-4048F395066B}"/>
              </a:ext>
            </a:extLst>
          </p:cNvPr>
          <p:cNvSpPr>
            <a:spLocks noGrp="1"/>
          </p:cNvSpPr>
          <p:nvPr>
            <p:ph type="title"/>
          </p:nvPr>
        </p:nvSpPr>
        <p:spPr>
          <a:xfrm>
            <a:off x="331200" y="2457525"/>
            <a:ext cx="8613648" cy="1349734"/>
          </a:xfrm>
        </p:spPr>
        <p:txBody>
          <a:bodyPr anchor="t"/>
          <a:lstStyle>
            <a:lvl1pPr>
              <a:defRPr sz="4400" b="0" cap="all" baseline="0">
                <a:latin typeface="ABBvoice Display SemiBold" panose="020D0704020603060204" pitchFamily="34" charset="0"/>
              </a:defRPr>
            </a:lvl1pPr>
          </a:lstStyle>
          <a:p>
            <a:r>
              <a:rPr lang="en-US" noProof="0"/>
              <a:t>Click to edit Master title style</a:t>
            </a:r>
            <a:endParaRPr lang="en-US"/>
          </a:p>
        </p:txBody>
      </p:sp>
      <p:sp>
        <p:nvSpPr>
          <p:cNvPr id="21" name="Text Placeholder 2">
            <a:extLst>
              <a:ext uri="{FF2B5EF4-FFF2-40B4-BE49-F238E27FC236}">
                <a16:creationId xmlns:a16="http://schemas.microsoft.com/office/drawing/2014/main" id="{4A9EAF23-A18E-5305-C224-E60978BAAC14}"/>
              </a:ext>
            </a:extLst>
          </p:cNvPr>
          <p:cNvSpPr>
            <a:spLocks noGrp="1"/>
          </p:cNvSpPr>
          <p:nvPr>
            <p:ph type="body" sz="quarter" idx="14" hasCustomPrompt="1"/>
          </p:nvPr>
        </p:nvSpPr>
        <p:spPr>
          <a:xfrm>
            <a:off x="331201" y="4576501"/>
            <a:ext cx="8613648" cy="486000"/>
          </a:xfrm>
        </p:spPr>
        <p:txBody>
          <a:bodyPr lIns="0"/>
          <a:lstStyle>
            <a:lvl1pPr>
              <a:defRPr sz="2400">
                <a:latin typeface="ABBvoice Light" panose="020D0403020503020204" pitchFamily="34" charset="0"/>
                <a:ea typeface="ABBvoice Light" panose="020D0403020503020204" pitchFamily="34" charset="0"/>
                <a:cs typeface="ABBvoice Light" panose="020D0403020503020204" pitchFamily="34" charset="0"/>
              </a:defRPr>
            </a:lvl1pPr>
          </a:lstStyle>
          <a:p>
            <a:pPr lvl="0"/>
            <a:r>
              <a:rPr lang="en-US" noProof="0"/>
              <a:t>Click to add subtitle</a:t>
            </a:r>
            <a:endParaRPr lang="en-US"/>
          </a:p>
        </p:txBody>
      </p:sp>
      <p:sp>
        <p:nvSpPr>
          <p:cNvPr id="22" name="Text Placeholder 3">
            <a:extLst>
              <a:ext uri="{FF2B5EF4-FFF2-40B4-BE49-F238E27FC236}">
                <a16:creationId xmlns:a16="http://schemas.microsoft.com/office/drawing/2014/main" id="{FF1B3666-7D82-4C1B-225F-70F5B52B18C0}"/>
              </a:ext>
            </a:extLst>
          </p:cNvPr>
          <p:cNvSpPr>
            <a:spLocks noGrp="1"/>
          </p:cNvSpPr>
          <p:nvPr>
            <p:ph type="body" sz="quarter" idx="16" hasCustomPrompt="1"/>
          </p:nvPr>
        </p:nvSpPr>
        <p:spPr>
          <a:xfrm>
            <a:off x="331201" y="2295525"/>
            <a:ext cx="8613648" cy="162000"/>
          </a:xfrm>
        </p:spPr>
        <p:txBody>
          <a:bodyPr lIns="0" anchor="t"/>
          <a:lstStyle>
            <a:lvl1pPr>
              <a:spcBef>
                <a:spcPts val="0"/>
              </a:spcBef>
              <a:defRPr sz="1000" cap="all" spc="200" baseline="0"/>
            </a:lvl1pPr>
          </a:lstStyle>
          <a:p>
            <a:pPr lvl="0"/>
            <a:r>
              <a:rPr lang="en-US" noProof="0"/>
              <a:t>DATE OR OTHER INFORMATION – THIS LINE IS NOT OBLIGATORY</a:t>
            </a:r>
            <a:endParaRPr lang="en-US"/>
          </a:p>
        </p:txBody>
      </p:sp>
    </p:spTree>
    <p:extLst>
      <p:ext uri="{BB962C8B-B14F-4D97-AF65-F5344CB8AC3E}">
        <p14:creationId xmlns:p14="http://schemas.microsoft.com/office/powerpoint/2010/main" val="3340562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svg="http://schemas.microsoft.com/office/drawing/2016/SVG/main">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295BEC1-F62F-7CDD-90AC-C0BCFF578EB1}"/>
              </a:ext>
            </a:extLst>
          </p:cNvPr>
          <p:cNvSpPr>
            <a:spLocks noGrp="1"/>
          </p:cNvSpPr>
          <p:nvPr>
            <p:ph type="ftr" sz="quarter" idx="10"/>
          </p:nvPr>
        </p:nvSpPr>
        <p:spPr/>
        <p:txBody>
          <a:bodyPr/>
          <a:lstStyle/>
          <a:p>
            <a:endParaRPr lang="en-US"/>
          </a:p>
        </p:txBody>
      </p:sp>
      <p:sp>
        <p:nvSpPr>
          <p:cNvPr id="3" name="Date Placeholder 2">
            <a:extLst>
              <a:ext uri="{FF2B5EF4-FFF2-40B4-BE49-F238E27FC236}">
                <a16:creationId xmlns:a16="http://schemas.microsoft.com/office/drawing/2014/main" id="{3D518540-BCCD-7C70-2BB2-B3B2DE0D136A}"/>
              </a:ext>
            </a:extLst>
          </p:cNvPr>
          <p:cNvSpPr>
            <a:spLocks noGrp="1"/>
          </p:cNvSpPr>
          <p:nvPr>
            <p:ph type="dt" sz="half" idx="11"/>
          </p:nvPr>
        </p:nvSpPr>
        <p:spPr/>
        <p:txBody>
          <a:bodyPr/>
          <a:lstStyle/>
          <a:p>
            <a:fld id="{4A806A40-8146-4C46-A669-604AE817EB45}" type="datetime4">
              <a:rPr lang="en-US" smtClean="0"/>
              <a:t>October 20, 2026</a:t>
            </a:fld>
            <a:endParaRPr lang="en-US"/>
          </a:p>
        </p:txBody>
      </p:sp>
      <p:sp>
        <p:nvSpPr>
          <p:cNvPr id="4" name="Slide Number Placeholder 3">
            <a:extLst>
              <a:ext uri="{FF2B5EF4-FFF2-40B4-BE49-F238E27FC236}">
                <a16:creationId xmlns:a16="http://schemas.microsoft.com/office/drawing/2014/main" id="{3A6A7447-3A34-51F0-6888-128D12DCF14A}"/>
              </a:ext>
            </a:extLst>
          </p:cNvPr>
          <p:cNvSpPr>
            <a:spLocks noGrp="1"/>
          </p:cNvSpPr>
          <p:nvPr>
            <p:ph type="sldNum" sz="quarter" idx="12"/>
          </p:nvPr>
        </p:nvSpPr>
        <p:spPr/>
        <p:txBody>
          <a:bodyPr/>
          <a:lstStyle/>
          <a:p>
            <a:r>
              <a:rPr lang="en-US"/>
              <a:t>Slide </a:t>
            </a:r>
            <a:fld id="{619F89D8-7AE3-494A-97F3-03D680869632}" type="slidenum">
              <a:rPr lang="en-US" smtClean="0"/>
              <a:pPr/>
              <a:t>‹#›</a:t>
            </a:fld>
            <a:endParaRPr lang="en-US"/>
          </a:p>
        </p:txBody>
      </p:sp>
    </p:spTree>
    <p:extLst>
      <p:ext uri="{BB962C8B-B14F-4D97-AF65-F5344CB8AC3E}">
        <p14:creationId xmlns:p14="http://schemas.microsoft.com/office/powerpoint/2010/main" val="3741176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image" Target="../media/image1.sv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98.xml"/><Relationship Id="rId21" Type="http://schemas.openxmlformats.org/officeDocument/2006/relationships/slideLayout" Target="../slideLayouts/slideLayout93.xml"/><Relationship Id="rId42" Type="http://schemas.openxmlformats.org/officeDocument/2006/relationships/slideLayout" Target="../slideLayouts/slideLayout114.xml"/><Relationship Id="rId47" Type="http://schemas.openxmlformats.org/officeDocument/2006/relationships/slideLayout" Target="../slideLayouts/slideLayout119.xml"/><Relationship Id="rId63" Type="http://schemas.openxmlformats.org/officeDocument/2006/relationships/slideLayout" Target="../slideLayouts/slideLayout135.xml"/><Relationship Id="rId68" Type="http://schemas.openxmlformats.org/officeDocument/2006/relationships/slideLayout" Target="../slideLayouts/slideLayout140.xml"/><Relationship Id="rId16" Type="http://schemas.openxmlformats.org/officeDocument/2006/relationships/slideLayout" Target="../slideLayouts/slideLayout88.xml"/><Relationship Id="rId11" Type="http://schemas.openxmlformats.org/officeDocument/2006/relationships/slideLayout" Target="../slideLayouts/slideLayout83.xml"/><Relationship Id="rId32" Type="http://schemas.openxmlformats.org/officeDocument/2006/relationships/slideLayout" Target="../slideLayouts/slideLayout104.xml"/><Relationship Id="rId37" Type="http://schemas.openxmlformats.org/officeDocument/2006/relationships/slideLayout" Target="../slideLayouts/slideLayout109.xml"/><Relationship Id="rId53" Type="http://schemas.openxmlformats.org/officeDocument/2006/relationships/slideLayout" Target="../slideLayouts/slideLayout125.xml"/><Relationship Id="rId58" Type="http://schemas.openxmlformats.org/officeDocument/2006/relationships/slideLayout" Target="../slideLayouts/slideLayout130.xml"/><Relationship Id="rId74" Type="http://schemas.openxmlformats.org/officeDocument/2006/relationships/slideLayout" Target="../slideLayouts/slideLayout146.xml"/><Relationship Id="rId79" Type="http://schemas.openxmlformats.org/officeDocument/2006/relationships/slideLayout" Target="../slideLayouts/slideLayout151.xml"/><Relationship Id="rId5" Type="http://schemas.openxmlformats.org/officeDocument/2006/relationships/slideLayout" Target="../slideLayouts/slideLayout77.xml"/><Relationship Id="rId61" Type="http://schemas.openxmlformats.org/officeDocument/2006/relationships/slideLayout" Target="../slideLayouts/slideLayout133.xml"/><Relationship Id="rId82" Type="http://schemas.openxmlformats.org/officeDocument/2006/relationships/image" Target="../media/image8.png"/><Relationship Id="rId19" Type="http://schemas.openxmlformats.org/officeDocument/2006/relationships/slideLayout" Target="../slideLayouts/slideLayout91.xml"/><Relationship Id="rId14" Type="http://schemas.openxmlformats.org/officeDocument/2006/relationships/slideLayout" Target="../slideLayouts/slideLayout86.xml"/><Relationship Id="rId22" Type="http://schemas.openxmlformats.org/officeDocument/2006/relationships/slideLayout" Target="../slideLayouts/slideLayout94.xml"/><Relationship Id="rId27" Type="http://schemas.openxmlformats.org/officeDocument/2006/relationships/slideLayout" Target="../slideLayouts/slideLayout99.xml"/><Relationship Id="rId30" Type="http://schemas.openxmlformats.org/officeDocument/2006/relationships/slideLayout" Target="../slideLayouts/slideLayout102.xml"/><Relationship Id="rId35" Type="http://schemas.openxmlformats.org/officeDocument/2006/relationships/slideLayout" Target="../slideLayouts/slideLayout107.xml"/><Relationship Id="rId43" Type="http://schemas.openxmlformats.org/officeDocument/2006/relationships/slideLayout" Target="../slideLayouts/slideLayout115.xml"/><Relationship Id="rId48" Type="http://schemas.openxmlformats.org/officeDocument/2006/relationships/slideLayout" Target="../slideLayouts/slideLayout120.xml"/><Relationship Id="rId56" Type="http://schemas.openxmlformats.org/officeDocument/2006/relationships/slideLayout" Target="../slideLayouts/slideLayout128.xml"/><Relationship Id="rId64" Type="http://schemas.openxmlformats.org/officeDocument/2006/relationships/slideLayout" Target="../slideLayouts/slideLayout136.xml"/><Relationship Id="rId69" Type="http://schemas.openxmlformats.org/officeDocument/2006/relationships/slideLayout" Target="../slideLayouts/slideLayout141.xml"/><Relationship Id="rId77" Type="http://schemas.openxmlformats.org/officeDocument/2006/relationships/slideLayout" Target="../slideLayouts/slideLayout149.xml"/><Relationship Id="rId8" Type="http://schemas.openxmlformats.org/officeDocument/2006/relationships/slideLayout" Target="../slideLayouts/slideLayout80.xml"/><Relationship Id="rId51" Type="http://schemas.openxmlformats.org/officeDocument/2006/relationships/slideLayout" Target="../slideLayouts/slideLayout123.xml"/><Relationship Id="rId72" Type="http://schemas.openxmlformats.org/officeDocument/2006/relationships/slideLayout" Target="../slideLayouts/slideLayout144.xml"/><Relationship Id="rId80" Type="http://schemas.openxmlformats.org/officeDocument/2006/relationships/theme" Target="../theme/theme2.xml"/><Relationship Id="rId3" Type="http://schemas.openxmlformats.org/officeDocument/2006/relationships/slideLayout" Target="../slideLayouts/slideLayout75.xml"/><Relationship Id="rId12" Type="http://schemas.openxmlformats.org/officeDocument/2006/relationships/slideLayout" Target="../slideLayouts/slideLayout84.xml"/><Relationship Id="rId17" Type="http://schemas.openxmlformats.org/officeDocument/2006/relationships/slideLayout" Target="../slideLayouts/slideLayout89.xml"/><Relationship Id="rId25" Type="http://schemas.openxmlformats.org/officeDocument/2006/relationships/slideLayout" Target="../slideLayouts/slideLayout97.xml"/><Relationship Id="rId33" Type="http://schemas.openxmlformats.org/officeDocument/2006/relationships/slideLayout" Target="../slideLayouts/slideLayout105.xml"/><Relationship Id="rId38" Type="http://schemas.openxmlformats.org/officeDocument/2006/relationships/slideLayout" Target="../slideLayouts/slideLayout110.xml"/><Relationship Id="rId46" Type="http://schemas.openxmlformats.org/officeDocument/2006/relationships/slideLayout" Target="../slideLayouts/slideLayout118.xml"/><Relationship Id="rId59" Type="http://schemas.openxmlformats.org/officeDocument/2006/relationships/slideLayout" Target="../slideLayouts/slideLayout131.xml"/><Relationship Id="rId67" Type="http://schemas.openxmlformats.org/officeDocument/2006/relationships/slideLayout" Target="../slideLayouts/slideLayout139.xml"/><Relationship Id="rId20" Type="http://schemas.openxmlformats.org/officeDocument/2006/relationships/slideLayout" Target="../slideLayouts/slideLayout92.xml"/><Relationship Id="rId41" Type="http://schemas.openxmlformats.org/officeDocument/2006/relationships/slideLayout" Target="../slideLayouts/slideLayout113.xml"/><Relationship Id="rId54" Type="http://schemas.openxmlformats.org/officeDocument/2006/relationships/slideLayout" Target="../slideLayouts/slideLayout126.xml"/><Relationship Id="rId62" Type="http://schemas.openxmlformats.org/officeDocument/2006/relationships/slideLayout" Target="../slideLayouts/slideLayout134.xml"/><Relationship Id="rId70" Type="http://schemas.openxmlformats.org/officeDocument/2006/relationships/slideLayout" Target="../slideLayouts/slideLayout142.xml"/><Relationship Id="rId75" Type="http://schemas.openxmlformats.org/officeDocument/2006/relationships/slideLayout" Target="../slideLayouts/slideLayout147.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5" Type="http://schemas.openxmlformats.org/officeDocument/2006/relationships/slideLayout" Target="../slideLayouts/slideLayout87.xml"/><Relationship Id="rId23" Type="http://schemas.openxmlformats.org/officeDocument/2006/relationships/slideLayout" Target="../slideLayouts/slideLayout95.xml"/><Relationship Id="rId28" Type="http://schemas.openxmlformats.org/officeDocument/2006/relationships/slideLayout" Target="../slideLayouts/slideLayout100.xml"/><Relationship Id="rId36" Type="http://schemas.openxmlformats.org/officeDocument/2006/relationships/slideLayout" Target="../slideLayouts/slideLayout108.xml"/><Relationship Id="rId49" Type="http://schemas.openxmlformats.org/officeDocument/2006/relationships/slideLayout" Target="../slideLayouts/slideLayout121.xml"/><Relationship Id="rId57" Type="http://schemas.openxmlformats.org/officeDocument/2006/relationships/slideLayout" Target="../slideLayouts/slideLayout129.xml"/><Relationship Id="rId10" Type="http://schemas.openxmlformats.org/officeDocument/2006/relationships/slideLayout" Target="../slideLayouts/slideLayout82.xml"/><Relationship Id="rId31" Type="http://schemas.openxmlformats.org/officeDocument/2006/relationships/slideLayout" Target="../slideLayouts/slideLayout103.xml"/><Relationship Id="rId44" Type="http://schemas.openxmlformats.org/officeDocument/2006/relationships/slideLayout" Target="../slideLayouts/slideLayout116.xml"/><Relationship Id="rId52" Type="http://schemas.openxmlformats.org/officeDocument/2006/relationships/slideLayout" Target="../slideLayouts/slideLayout124.xml"/><Relationship Id="rId60" Type="http://schemas.openxmlformats.org/officeDocument/2006/relationships/slideLayout" Target="../slideLayouts/slideLayout132.xml"/><Relationship Id="rId65" Type="http://schemas.openxmlformats.org/officeDocument/2006/relationships/slideLayout" Target="../slideLayouts/slideLayout137.xml"/><Relationship Id="rId73" Type="http://schemas.openxmlformats.org/officeDocument/2006/relationships/slideLayout" Target="../slideLayouts/slideLayout145.xml"/><Relationship Id="rId78" Type="http://schemas.openxmlformats.org/officeDocument/2006/relationships/slideLayout" Target="../slideLayouts/slideLayout150.xml"/><Relationship Id="rId81" Type="http://schemas.openxmlformats.org/officeDocument/2006/relationships/image" Target="../media/image6.svg"/><Relationship Id="rId4" Type="http://schemas.openxmlformats.org/officeDocument/2006/relationships/slideLayout" Target="../slideLayouts/slideLayout76.xml"/><Relationship Id="rId9" Type="http://schemas.openxmlformats.org/officeDocument/2006/relationships/slideLayout" Target="../slideLayouts/slideLayout81.xml"/><Relationship Id="rId13" Type="http://schemas.openxmlformats.org/officeDocument/2006/relationships/slideLayout" Target="../slideLayouts/slideLayout85.xml"/><Relationship Id="rId18" Type="http://schemas.openxmlformats.org/officeDocument/2006/relationships/slideLayout" Target="../slideLayouts/slideLayout90.xml"/><Relationship Id="rId39" Type="http://schemas.openxmlformats.org/officeDocument/2006/relationships/slideLayout" Target="../slideLayouts/slideLayout111.xml"/><Relationship Id="rId34" Type="http://schemas.openxmlformats.org/officeDocument/2006/relationships/slideLayout" Target="../slideLayouts/slideLayout106.xml"/><Relationship Id="rId50" Type="http://schemas.openxmlformats.org/officeDocument/2006/relationships/slideLayout" Target="../slideLayouts/slideLayout122.xml"/><Relationship Id="rId55" Type="http://schemas.openxmlformats.org/officeDocument/2006/relationships/slideLayout" Target="../slideLayouts/slideLayout127.xml"/><Relationship Id="rId76" Type="http://schemas.openxmlformats.org/officeDocument/2006/relationships/slideLayout" Target="../slideLayouts/slideLayout148.xml"/><Relationship Id="rId7" Type="http://schemas.openxmlformats.org/officeDocument/2006/relationships/slideLayout" Target="../slideLayouts/slideLayout79.xml"/><Relationship Id="rId71" Type="http://schemas.openxmlformats.org/officeDocument/2006/relationships/slideLayout" Target="../slideLayouts/slideLayout143.xml"/><Relationship Id="rId2" Type="http://schemas.openxmlformats.org/officeDocument/2006/relationships/slideLayout" Target="../slideLayouts/slideLayout74.xml"/><Relationship Id="rId29" Type="http://schemas.openxmlformats.org/officeDocument/2006/relationships/slideLayout" Target="../slideLayouts/slideLayout101.xml"/><Relationship Id="rId24" Type="http://schemas.openxmlformats.org/officeDocument/2006/relationships/slideLayout" Target="../slideLayouts/slideLayout96.xml"/><Relationship Id="rId40" Type="http://schemas.openxmlformats.org/officeDocument/2006/relationships/slideLayout" Target="../slideLayouts/slideLayout112.xml"/><Relationship Id="rId45" Type="http://schemas.openxmlformats.org/officeDocument/2006/relationships/slideLayout" Target="../slideLayouts/slideLayout117.xml"/><Relationship Id="rId66" Type="http://schemas.openxmlformats.org/officeDocument/2006/relationships/slideLayout" Target="../slideLayouts/slideLayout1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331200" y="691200"/>
            <a:ext cx="11530600" cy="363600"/>
          </a:xfrm>
          <a:prstGeom prst="rect">
            <a:avLst/>
          </a:prstGeom>
        </p:spPr>
        <p:txBody>
          <a:bodyPr vert="horz" lIns="0" tIns="0" rIns="0" bIns="0" rtlCol="0" anchor="t">
            <a:noAutofit/>
          </a:bodyPr>
          <a:lstStyle/>
          <a:p>
            <a:r>
              <a:rPr lang="en-US"/>
              <a:t>Click to edit Title</a:t>
            </a:r>
          </a:p>
        </p:txBody>
      </p:sp>
      <p:sp>
        <p:nvSpPr>
          <p:cNvPr id="5" name="Footer Placeholder 4"/>
          <p:cNvSpPr>
            <a:spLocks noGrp="1"/>
          </p:cNvSpPr>
          <p:nvPr>
            <p:ph type="ftr" sz="quarter" idx="3"/>
          </p:nvPr>
        </p:nvSpPr>
        <p:spPr bwMode="gray">
          <a:xfrm>
            <a:off x="331200" y="6343200"/>
            <a:ext cx="9789113" cy="158400"/>
          </a:xfrm>
          <a:prstGeom prst="rect">
            <a:avLst/>
          </a:prstGeom>
          <a:noFill/>
        </p:spPr>
        <p:txBody>
          <a:bodyPr vert="horz" lIns="0" tIns="0" rIns="0" bIns="0" rtlCol="0" anchor="b" anchorCtr="0">
            <a:noAutofit/>
          </a:bodyPr>
          <a:lstStyle>
            <a:lvl1pPr algn="l" rtl="0">
              <a:defRPr sz="800">
                <a:solidFill>
                  <a:schemeClr val="tx1"/>
                </a:solidFill>
              </a:defRPr>
            </a:lvl1pPr>
            <a:lvl2pPr marL="0" indent="0">
              <a:defRPr sz="1000">
                <a:solidFill>
                  <a:schemeClr val="accent3"/>
                </a:solidFill>
              </a:defRPr>
            </a:lvl2pPr>
            <a:lvl3pPr marL="0" indent="0">
              <a:defRPr sz="1000">
                <a:solidFill>
                  <a:schemeClr val="accent3"/>
                </a:solidFill>
              </a:defRPr>
            </a:lvl3pPr>
            <a:lvl4pPr marL="0" indent="0">
              <a:defRPr sz="1000">
                <a:solidFill>
                  <a:schemeClr val="accent3"/>
                </a:solidFill>
              </a:defRPr>
            </a:lvl4pPr>
            <a:lvl5pPr marL="0" indent="0">
              <a:defRPr sz="1000">
                <a:solidFill>
                  <a:schemeClr val="accent3"/>
                </a:solidFill>
              </a:defRPr>
            </a:lvl5pPr>
            <a:lvl6pPr marL="0" indent="0">
              <a:defRPr sz="1000">
                <a:solidFill>
                  <a:schemeClr val="accent3"/>
                </a:solidFill>
              </a:defRPr>
            </a:lvl6pPr>
            <a:lvl7pPr marL="0" indent="0">
              <a:defRPr sz="1000">
                <a:solidFill>
                  <a:schemeClr val="accent3"/>
                </a:solidFill>
              </a:defRPr>
            </a:lvl7pPr>
            <a:lvl8pPr marL="0" indent="0">
              <a:defRPr sz="1000">
                <a:solidFill>
                  <a:schemeClr val="accent3"/>
                </a:solidFill>
              </a:defRPr>
            </a:lvl8pPr>
            <a:lvl9pPr marL="0" indent="0">
              <a:defRPr sz="1000">
                <a:solidFill>
                  <a:schemeClr val="accent3"/>
                </a:solidFill>
              </a:defRPr>
            </a:lvl9pPr>
          </a:lstStyle>
          <a:p>
            <a:endParaRPr lang="en-US"/>
          </a:p>
        </p:txBody>
      </p:sp>
      <p:sp>
        <p:nvSpPr>
          <p:cNvPr id="4" name="Date Placeholder 3"/>
          <p:cNvSpPr>
            <a:spLocks noGrp="1"/>
          </p:cNvSpPr>
          <p:nvPr>
            <p:ph type="dt" sz="half" idx="2"/>
          </p:nvPr>
        </p:nvSpPr>
        <p:spPr bwMode="gray">
          <a:xfrm>
            <a:off x="0" y="6858000"/>
            <a:ext cx="0" cy="0"/>
          </a:xfrm>
          <a:prstGeom prst="rect">
            <a:avLst/>
          </a:prstGeom>
          <a:effectLst/>
        </p:spPr>
        <p:txBody>
          <a:bodyPr vert="horz" wrap="square" lIns="0" tIns="0" rIns="0" bIns="0" rtlCol="0" anchor="ctr" anchorCtr="0">
            <a:noAutofit/>
          </a:bodyPr>
          <a:lstStyle>
            <a:lvl1pPr algn="l">
              <a:defRPr sz="100" b="0" i="0" u="none" strike="noStrike">
                <a:solidFill>
                  <a:srgbClr val="000000">
                    <a:alpha val="0"/>
                  </a:srgbClr>
                </a:solidFill>
                <a:latin typeface="ABBvoice" panose="020B0604020202020204"/>
              </a:defRPr>
            </a:lvl1pPr>
            <a:lvl2pPr marL="0" indent="0">
              <a:defRPr sz="1000">
                <a:solidFill>
                  <a:schemeClr val="accent3"/>
                </a:solidFill>
              </a:defRPr>
            </a:lvl2pPr>
            <a:lvl3pPr marL="0" indent="0">
              <a:defRPr sz="1000">
                <a:solidFill>
                  <a:schemeClr val="accent3"/>
                </a:solidFill>
              </a:defRPr>
            </a:lvl3pPr>
            <a:lvl4pPr marL="0" indent="0">
              <a:defRPr sz="1000">
                <a:solidFill>
                  <a:schemeClr val="accent3"/>
                </a:solidFill>
              </a:defRPr>
            </a:lvl4pPr>
            <a:lvl5pPr marL="0" indent="0">
              <a:defRPr sz="1000">
                <a:solidFill>
                  <a:schemeClr val="accent3"/>
                </a:solidFill>
              </a:defRPr>
            </a:lvl5pPr>
            <a:lvl6pPr marL="0" indent="0">
              <a:defRPr sz="1000">
                <a:solidFill>
                  <a:schemeClr val="accent3"/>
                </a:solidFill>
              </a:defRPr>
            </a:lvl6pPr>
            <a:lvl7pPr marL="0" indent="0">
              <a:defRPr sz="1000">
                <a:solidFill>
                  <a:schemeClr val="accent3"/>
                </a:solidFill>
              </a:defRPr>
            </a:lvl7pPr>
            <a:lvl8pPr marL="0" indent="0">
              <a:defRPr sz="1000">
                <a:solidFill>
                  <a:schemeClr val="accent3"/>
                </a:solidFill>
              </a:defRPr>
            </a:lvl8pPr>
            <a:lvl9pPr marL="0" indent="0">
              <a:defRPr sz="1000">
                <a:solidFill>
                  <a:schemeClr val="accent3"/>
                </a:solidFill>
              </a:defRPr>
            </a:lvl9pPr>
          </a:lstStyle>
          <a:p>
            <a:fld id="{4A806A40-8146-4C46-A669-604AE817EB45}" type="datetime4">
              <a:rPr lang="en-US" smtClean="0"/>
              <a:t>October 20, 2026</a:t>
            </a:fld>
            <a:endParaRPr lang="en-US"/>
          </a:p>
        </p:txBody>
      </p:sp>
      <p:sp>
        <p:nvSpPr>
          <p:cNvPr id="3" name="Text Placeholder 2"/>
          <p:cNvSpPr>
            <a:spLocks noGrp="1"/>
          </p:cNvSpPr>
          <p:nvPr>
            <p:ph type="body" idx="1"/>
          </p:nvPr>
        </p:nvSpPr>
        <p:spPr bwMode="gray">
          <a:xfrm>
            <a:off x="331200" y="1929600"/>
            <a:ext cx="11530600" cy="4248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bwMode="gray">
          <a:xfrm>
            <a:off x="0" y="6858000"/>
            <a:ext cx="0" cy="0"/>
          </a:xfrm>
          <a:prstGeom prst="rect">
            <a:avLst/>
          </a:prstGeom>
          <a:effectLst/>
        </p:spPr>
        <p:txBody>
          <a:bodyPr vert="horz" wrap="square" lIns="0" tIns="0" rIns="0" bIns="0" rtlCol="0" anchor="ctr">
            <a:noAutofit/>
          </a:bodyPr>
          <a:lstStyle>
            <a:lvl1pPr algn="l">
              <a:defRPr sz="100" b="0" i="0" u="none" strike="noStrike">
                <a:noFill/>
                <a:latin typeface="ABBvoice" panose="020B0604020202020204"/>
              </a:defRPr>
            </a:lvl1pPr>
            <a:lvl2pPr marL="0" indent="0">
              <a:defRPr sz="1000">
                <a:solidFill>
                  <a:schemeClr val="accent3"/>
                </a:solidFill>
              </a:defRPr>
            </a:lvl2pPr>
            <a:lvl3pPr marL="0" indent="0">
              <a:defRPr sz="1000">
                <a:solidFill>
                  <a:schemeClr val="accent3"/>
                </a:solidFill>
              </a:defRPr>
            </a:lvl3pPr>
            <a:lvl4pPr marL="0" indent="0">
              <a:defRPr sz="1000">
                <a:solidFill>
                  <a:schemeClr val="accent3"/>
                </a:solidFill>
              </a:defRPr>
            </a:lvl4pPr>
            <a:lvl5pPr marL="0" indent="0">
              <a:defRPr sz="1000">
                <a:solidFill>
                  <a:schemeClr val="accent3"/>
                </a:solidFill>
              </a:defRPr>
            </a:lvl5pPr>
            <a:lvl6pPr marL="0" indent="0">
              <a:defRPr sz="1000">
                <a:solidFill>
                  <a:schemeClr val="accent3"/>
                </a:solidFill>
              </a:defRPr>
            </a:lvl6pPr>
            <a:lvl7pPr marL="0" indent="0">
              <a:defRPr sz="1000">
                <a:solidFill>
                  <a:schemeClr val="accent3"/>
                </a:solidFill>
              </a:defRPr>
            </a:lvl7pPr>
            <a:lvl8pPr marL="0" indent="0">
              <a:defRPr sz="1000">
                <a:solidFill>
                  <a:schemeClr val="accent3"/>
                </a:solidFill>
              </a:defRPr>
            </a:lvl8pPr>
            <a:lvl9pPr marL="0" indent="0">
              <a:defRPr sz="1000">
                <a:solidFill>
                  <a:schemeClr val="accent3"/>
                </a:solidFill>
              </a:defRPr>
            </a:lvl9pPr>
          </a:lstStyle>
          <a:p>
            <a:r>
              <a:rPr lang="en-US"/>
              <a:t>Slide </a:t>
            </a:r>
            <a:fld id="{619F89D8-7AE3-494A-97F3-03D680869632}" type="slidenum">
              <a:rPr lang="en-US" smtClean="0"/>
              <a:pPr/>
              <a:t>‹#›</a:t>
            </a:fld>
            <a:endParaRPr lang="en-US"/>
          </a:p>
        </p:txBody>
      </p:sp>
      <p:sp>
        <p:nvSpPr>
          <p:cNvPr id="7" name="Text Placeholder 6">
            <a:extLst>
              <a:ext uri="{FF2B5EF4-FFF2-40B4-BE49-F238E27FC236}">
                <a16:creationId xmlns:a16="http://schemas.microsoft.com/office/drawing/2014/main" id="{6C363F49-3D71-4D36-B18A-FB2AEFD673FB}"/>
              </a:ext>
            </a:extLst>
          </p:cNvPr>
          <p:cNvSpPr txBox="1">
            <a:spLocks/>
          </p:cNvSpPr>
          <p:nvPr userDrawn="1"/>
        </p:nvSpPr>
        <p:spPr>
          <a:xfrm>
            <a:off x="331200" y="514800"/>
            <a:ext cx="308080" cy="32400"/>
          </a:xfrm>
          <a:prstGeom prst="rect">
            <a:avLst/>
          </a:prstGeom>
        </p:spPr>
        <p:txBody>
          <a:bodyPr lIns="0" tIns="0" rIns="0" bIns="4032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a:t>—</a:t>
            </a:r>
          </a:p>
        </p:txBody>
      </p:sp>
      <p:sp>
        <p:nvSpPr>
          <p:cNvPr id="14" name="CopyrightTex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D1FCD200-65D5-439C-AECC-B22E31B69313}"/>
              </a:ext>
            </a:extLst>
          </p:cNvPr>
          <p:cNvSpPr txBox="1"/>
          <p:nvPr userDrawn="1"/>
        </p:nvSpPr>
        <p:spPr bwMode="gray">
          <a:xfrm>
            <a:off x="331200" y="6522896"/>
            <a:ext cx="4678950"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p>
        </p:txBody>
      </p:sp>
      <p:sp>
        <p:nvSpPr>
          <p:cNvPr id="8" name="Date dynamic" descr="{&quot;templafy&quot;:{&quot;id&quot;:&quot;f01b42c5-05a6-4bfc-b98a-8138a0f138bf&quot;}}">
            <a:extLst>
              <a:ext uri="{FF2B5EF4-FFF2-40B4-BE49-F238E27FC236}">
                <a16:creationId xmlns:a16="http://schemas.microsoft.com/office/drawing/2014/main" id="{96E06C7F-9F82-898A-6F4F-CAF6B7DED755}"/>
              </a:ext>
            </a:extLst>
          </p:cNvPr>
          <p:cNvSpPr/>
          <p:nvPr userDrawn="1"/>
        </p:nvSpPr>
        <p:spPr bwMode="gray">
          <a:xfrm>
            <a:off x="2934000" y="6548400"/>
            <a:ext cx="1296000"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endParaRPr lang="en-US" sz="800">
              <a:solidFill>
                <a:schemeClr val="tx1"/>
              </a:solidFill>
            </a:endParaRPr>
          </a:p>
        </p:txBody>
      </p:sp>
      <p:sp>
        <p:nvSpPr>
          <p:cNvPr id="9" name="Slide number">
            <a:extLst>
              <a:ext uri="{FF2B5EF4-FFF2-40B4-BE49-F238E27FC236}">
                <a16:creationId xmlns:a16="http://schemas.microsoft.com/office/drawing/2014/main" id="{7C702C89-CFA4-6C8F-96AF-900A18CAC7E2}"/>
              </a:ext>
            </a:extLst>
          </p:cNvPr>
          <p:cNvSpPr/>
          <p:nvPr userDrawn="1"/>
        </p:nvSpPr>
        <p:spPr bwMode="gray">
          <a:xfrm>
            <a:off x="5256427" y="6548400"/>
            <a:ext cx="644513"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r>
              <a:rPr lang="en-US" sz="800">
                <a:solidFill>
                  <a:schemeClr val="tx1"/>
                </a:solidFill>
              </a:rPr>
              <a:t>Slide </a:t>
            </a:r>
            <a:fld id="{6ACD6C49-4324-4266-B7DB-7E26C75ACED4}" type="slidenum">
              <a:rPr lang="en-US" sz="800" smtClean="0">
                <a:solidFill>
                  <a:schemeClr val="tx1"/>
                </a:solidFill>
              </a:rPr>
              <a:t>‹#›</a:t>
            </a:fld>
            <a:endParaRPr lang="en-US" sz="800">
              <a:solidFill>
                <a:schemeClr val="tx1"/>
              </a:solidFill>
            </a:endParaRPr>
          </a:p>
        </p:txBody>
      </p:sp>
      <p:pic>
        <p:nvPicPr>
          <p:cNvPr id="13" name="Logo">
            <a:extLst>
              <a:ext uri="{FF2B5EF4-FFF2-40B4-BE49-F238E27FC236}">
                <a16:creationId xmlns:a16="http://schemas.microsoft.com/office/drawing/2014/main" id="{3A08E3E9-C79F-8F56-ED0D-EEEFDB42B89C}"/>
              </a:ext>
            </a:extLst>
          </p:cNvPr>
          <p:cNvPicPr>
            <a:picLocks noChangeAspect="1"/>
          </p:cNvPicPr>
          <p:nvPr userDrawn="1"/>
        </p:nvPicPr>
        <p:blipFill>
          <a:blip>
            <a:extLst>
              <a:ext uri="{96DAC541-7B7A-43D3-8B79-37D633B846F1}">
                <asvg:svgBlip xmlns:asvg="http://schemas.microsoft.com/office/drawing/2016/SVG/main" r:embed="rId74"/>
              </a:ext>
            </a:extLst>
          </a:blip>
          <a:stretch>
            <a:fillRect/>
          </a:stretch>
        </p:blipFill>
        <p:spPr>
          <a:xfrm>
            <a:off x="10511715" y="6431760"/>
            <a:ext cx="1496910" cy="288000"/>
          </a:xfrm>
          <a:prstGeom prst="rect">
            <a:avLst/>
          </a:prstGeom>
        </p:spPr>
      </p:pic>
    </p:spTree>
    <p:extLst>
      <p:ext uri="{BB962C8B-B14F-4D97-AF65-F5344CB8AC3E}">
        <p14:creationId xmlns:p14="http://schemas.microsoft.com/office/powerpoint/2010/main" val="2242401632"/>
      </p:ext>
    </p:extLst>
  </p:cSld>
  <p:clrMap bg1="lt1" tx1="dk1" bg2="lt2" tx2="dk2" accent1="accent1" accent2="accent2" accent3="accent3" accent4="accent4" accent5="accent5" accent6="accent6" hlink="hlink" folHlink="folHlink"/>
  <p:sldLayoutIdLst>
    <p:sldLayoutId id="2147483649" r:id="rId1"/>
    <p:sldLayoutId id="2147483696" r:id="rId2"/>
    <p:sldLayoutId id="2147483703" r:id="rId3"/>
    <p:sldLayoutId id="2147483697" r:id="rId4"/>
    <p:sldLayoutId id="2147483704" r:id="rId5"/>
    <p:sldLayoutId id="2147483651" r:id="rId6"/>
    <p:sldLayoutId id="2147483711" r:id="rId7"/>
    <p:sldLayoutId id="2147483712" r:id="rId8"/>
    <p:sldLayoutId id="2147483654" r:id="rId9"/>
    <p:sldLayoutId id="2147483698" r:id="rId10"/>
    <p:sldLayoutId id="2147483655" r:id="rId11"/>
    <p:sldLayoutId id="2147483705" r:id="rId12"/>
    <p:sldLayoutId id="2147483716" r:id="rId13"/>
    <p:sldLayoutId id="2147483656" r:id="rId14"/>
    <p:sldLayoutId id="2147483706" r:id="rId15"/>
    <p:sldLayoutId id="2147483717" r:id="rId16"/>
    <p:sldLayoutId id="2147483657" r:id="rId17"/>
    <p:sldLayoutId id="2147483707" r:id="rId18"/>
    <p:sldLayoutId id="2147483718" r:id="rId19"/>
    <p:sldLayoutId id="2147483658" r:id="rId20"/>
    <p:sldLayoutId id="2147483708" r:id="rId21"/>
    <p:sldLayoutId id="2147483661" r:id="rId22"/>
    <p:sldLayoutId id="2147483662" r:id="rId23"/>
    <p:sldLayoutId id="2147483719" r:id="rId24"/>
    <p:sldLayoutId id="2147483659" r:id="rId25"/>
    <p:sldLayoutId id="2147483660" r:id="rId26"/>
    <p:sldLayoutId id="2147483663" r:id="rId27"/>
    <p:sldLayoutId id="2147483664" r:id="rId28"/>
    <p:sldLayoutId id="2147483665" r:id="rId29"/>
    <p:sldLayoutId id="2147483666" r:id="rId30"/>
    <p:sldLayoutId id="2147483668" r:id="rId31"/>
    <p:sldLayoutId id="2147483670" r:id="rId32"/>
    <p:sldLayoutId id="2147483671" r:id="rId33"/>
    <p:sldLayoutId id="2147483669" r:id="rId34"/>
    <p:sldLayoutId id="2147483731" r:id="rId35"/>
    <p:sldLayoutId id="2147483732" r:id="rId36"/>
    <p:sldLayoutId id="2147483672" r:id="rId37"/>
    <p:sldLayoutId id="2147483673" r:id="rId38"/>
    <p:sldLayoutId id="2147483694" r:id="rId39"/>
    <p:sldLayoutId id="2147483674" r:id="rId40"/>
    <p:sldLayoutId id="2147483675" r:id="rId41"/>
    <p:sldLayoutId id="2147483720" r:id="rId42"/>
    <p:sldLayoutId id="2147483721" r:id="rId43"/>
    <p:sldLayoutId id="2147483722" r:id="rId44"/>
    <p:sldLayoutId id="2147483676" r:id="rId45"/>
    <p:sldLayoutId id="2147483723" r:id="rId46"/>
    <p:sldLayoutId id="2147483724" r:id="rId47"/>
    <p:sldLayoutId id="2147483725" r:id="rId48"/>
    <p:sldLayoutId id="2147483677" r:id="rId49"/>
    <p:sldLayoutId id="2147483726" r:id="rId50"/>
    <p:sldLayoutId id="2147483727" r:id="rId51"/>
    <p:sldLayoutId id="2147483728" r:id="rId52"/>
    <p:sldLayoutId id="2147483678" r:id="rId53"/>
    <p:sldLayoutId id="2147483679" r:id="rId54"/>
    <p:sldLayoutId id="2147483680" r:id="rId55"/>
    <p:sldLayoutId id="2147483730" r:id="rId56"/>
    <p:sldLayoutId id="2147483729" r:id="rId57"/>
    <p:sldLayoutId id="2147483682" r:id="rId58"/>
    <p:sldLayoutId id="2147483683" r:id="rId59"/>
    <p:sldLayoutId id="2147483684" r:id="rId60"/>
    <p:sldLayoutId id="2147483685" r:id="rId61"/>
    <p:sldLayoutId id="2147483686" r:id="rId62"/>
    <p:sldLayoutId id="2147483687" r:id="rId63"/>
    <p:sldLayoutId id="2147483667" r:id="rId64"/>
    <p:sldLayoutId id="2147483688" r:id="rId65"/>
    <p:sldLayoutId id="2147483689" r:id="rId66"/>
    <p:sldLayoutId id="2147483690" r:id="rId67"/>
    <p:sldLayoutId id="2147483691" r:id="rId68"/>
    <p:sldLayoutId id="2147483692" r:id="rId69"/>
    <p:sldLayoutId id="2147483699" r:id="rId70"/>
    <p:sldLayoutId id="2147483693" r:id="rId71"/>
    <p:sldLayoutId id="2147483710" r:id="rId72"/>
  </p:sldLayoutIdLst>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svg="http://schemas.microsoft.com/office/drawing/2016/SVG/main" xmlns:p15="http://schemas.microsoft.com/office/powerpoint/2012/main">
      <p:transition spd="med">
        <p:fade/>
      </p:transition>
    </mc:Fallback>
  </mc:AlternateContent>
  <p:hf hdr="0"/>
  <p:txStyles>
    <p:titleStyle>
      <a:lvl1pPr algn="l" defTabSz="914491" rtl="0" eaLnBrk="1" latinLnBrk="0" hangingPunct="1">
        <a:spcBef>
          <a:spcPct val="0"/>
        </a:spcBef>
        <a:buNone/>
        <a:defRPr sz="2400" b="1" kern="1200">
          <a:solidFill>
            <a:schemeClr val="tx1"/>
          </a:solidFill>
          <a:latin typeface="+mj-lt"/>
          <a:ea typeface="+mj-ea"/>
          <a:cs typeface="+mj-cs"/>
        </a:defRPr>
      </a:lvl1pPr>
    </p:titleStyle>
    <p:bodyStyle>
      <a:lvl1pPr marL="0" indent="0" algn="l" defTabSz="914491"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91" rtl="0" eaLnBrk="1" latinLnBrk="0" hangingPunct="1">
        <a:defRPr sz="1400" kern="1200">
          <a:solidFill>
            <a:schemeClr val="tx1"/>
          </a:solidFill>
          <a:latin typeface="+mn-lt"/>
          <a:ea typeface="+mn-ea"/>
          <a:cs typeface="+mn-cs"/>
        </a:defRPr>
      </a:lvl1pPr>
      <a:lvl2pPr marL="457246" algn="l" defTabSz="914491" rtl="0" eaLnBrk="1" latinLnBrk="0" hangingPunct="1">
        <a:defRPr sz="1800" kern="1200">
          <a:solidFill>
            <a:schemeClr val="tx1"/>
          </a:solidFill>
          <a:latin typeface="+mn-lt"/>
          <a:ea typeface="+mn-ea"/>
          <a:cs typeface="+mn-cs"/>
        </a:defRPr>
      </a:lvl2pPr>
      <a:lvl3pPr marL="914491" algn="l" defTabSz="914491" rtl="0" eaLnBrk="1" latinLnBrk="0" hangingPunct="1">
        <a:defRPr sz="1800" kern="1200">
          <a:solidFill>
            <a:schemeClr val="tx1"/>
          </a:solidFill>
          <a:latin typeface="+mn-lt"/>
          <a:ea typeface="+mn-ea"/>
          <a:cs typeface="+mn-cs"/>
        </a:defRPr>
      </a:lvl3pPr>
      <a:lvl4pPr marL="1371737" algn="l" defTabSz="914491" rtl="0" eaLnBrk="1" latinLnBrk="0" hangingPunct="1">
        <a:defRPr sz="1800" kern="1200">
          <a:solidFill>
            <a:schemeClr val="tx1"/>
          </a:solidFill>
          <a:latin typeface="+mn-lt"/>
          <a:ea typeface="+mn-ea"/>
          <a:cs typeface="+mn-cs"/>
        </a:defRPr>
      </a:lvl4pPr>
      <a:lvl5pPr marL="1828983" algn="l" defTabSz="914491" rtl="0" eaLnBrk="1" latinLnBrk="0" hangingPunct="1">
        <a:defRPr sz="1800" kern="1200">
          <a:solidFill>
            <a:schemeClr val="tx1"/>
          </a:solidFill>
          <a:latin typeface="+mn-lt"/>
          <a:ea typeface="+mn-ea"/>
          <a:cs typeface="+mn-cs"/>
        </a:defRPr>
      </a:lvl5pPr>
      <a:lvl6pPr marL="2286229" algn="l" defTabSz="914491" rtl="0" eaLnBrk="1" latinLnBrk="0" hangingPunct="1">
        <a:defRPr sz="1800" kern="1200">
          <a:solidFill>
            <a:schemeClr val="tx1"/>
          </a:solidFill>
          <a:latin typeface="+mn-lt"/>
          <a:ea typeface="+mn-ea"/>
          <a:cs typeface="+mn-cs"/>
        </a:defRPr>
      </a:lvl6pPr>
      <a:lvl7pPr marL="2743474" algn="l" defTabSz="914491" rtl="0" eaLnBrk="1" latinLnBrk="0" hangingPunct="1">
        <a:defRPr sz="1800" kern="1200">
          <a:solidFill>
            <a:schemeClr val="tx1"/>
          </a:solidFill>
          <a:latin typeface="+mn-lt"/>
          <a:ea typeface="+mn-ea"/>
          <a:cs typeface="+mn-cs"/>
        </a:defRPr>
      </a:lvl7pPr>
      <a:lvl8pPr marL="3200720" algn="l" defTabSz="914491" rtl="0" eaLnBrk="1" latinLnBrk="0" hangingPunct="1">
        <a:defRPr sz="1800" kern="1200">
          <a:solidFill>
            <a:schemeClr val="tx1"/>
          </a:solidFill>
          <a:latin typeface="+mn-lt"/>
          <a:ea typeface="+mn-ea"/>
          <a:cs typeface="+mn-cs"/>
        </a:defRPr>
      </a:lvl8pPr>
      <a:lvl9pPr marL="3657966" algn="l" defTabSz="91449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14" userDrawn="1">
          <p15:clr>
            <a:srgbClr val="F26B43"/>
          </p15:clr>
        </p15:guide>
        <p15:guide id="2" pos="7473" userDrawn="1">
          <p15:clr>
            <a:srgbClr val="F26B43"/>
          </p15:clr>
        </p15:guide>
        <p15:guide id="3" pos="209" userDrawn="1">
          <p15:clr>
            <a:srgbClr val="F26B43"/>
          </p15:clr>
        </p15:guide>
        <p15:guide id="4" orient="horz" pos="3891" userDrawn="1">
          <p15:clr>
            <a:srgbClr val="F26B43"/>
          </p15:clr>
        </p15:guide>
        <p15:guide id="5" pos="690" userDrawn="1">
          <p15:clr>
            <a:srgbClr val="F26B43"/>
          </p15:clr>
        </p15:guide>
        <p15:guide id="7" pos="825" userDrawn="1">
          <p15:clr>
            <a:srgbClr val="F26B43"/>
          </p15:clr>
        </p15:guide>
        <p15:guide id="8" pos="1307" userDrawn="1">
          <p15:clr>
            <a:srgbClr val="F26B43"/>
          </p15:clr>
        </p15:guide>
        <p15:guide id="9" pos="1442" userDrawn="1">
          <p15:clr>
            <a:srgbClr val="F26B43"/>
          </p15:clr>
        </p15:guide>
        <p15:guide id="10" pos="1923" userDrawn="1">
          <p15:clr>
            <a:srgbClr val="F26B43"/>
          </p15:clr>
        </p15:guide>
        <p15:guide id="11" pos="2058" userDrawn="1">
          <p15:clr>
            <a:srgbClr val="F26B43"/>
          </p15:clr>
        </p15:guide>
        <p15:guide id="12" pos="2540" userDrawn="1">
          <p15:clr>
            <a:srgbClr val="F26B43"/>
          </p15:clr>
        </p15:guide>
        <p15:guide id="13" pos="2675" userDrawn="1">
          <p15:clr>
            <a:srgbClr val="F26B43"/>
          </p15:clr>
        </p15:guide>
        <p15:guide id="14" pos="3156" userDrawn="1">
          <p15:clr>
            <a:srgbClr val="F26B43"/>
          </p15:clr>
        </p15:guide>
        <p15:guide id="15" pos="3293" userDrawn="1">
          <p15:clr>
            <a:srgbClr val="F26B43"/>
          </p15:clr>
        </p15:guide>
        <p15:guide id="16" pos="3773" userDrawn="1">
          <p15:clr>
            <a:srgbClr val="F26B43"/>
          </p15:clr>
        </p15:guide>
        <p15:guide id="17" pos="3909" userDrawn="1">
          <p15:clr>
            <a:srgbClr val="F26B43"/>
          </p15:clr>
        </p15:guide>
        <p15:guide id="18" pos="4389" userDrawn="1">
          <p15:clr>
            <a:srgbClr val="F26B43"/>
          </p15:clr>
        </p15:guide>
        <p15:guide id="19" pos="4526" userDrawn="1">
          <p15:clr>
            <a:srgbClr val="F26B43"/>
          </p15:clr>
        </p15:guide>
        <p15:guide id="20" pos="5006" userDrawn="1">
          <p15:clr>
            <a:srgbClr val="F26B43"/>
          </p15:clr>
        </p15:guide>
        <p15:guide id="21" pos="5142" userDrawn="1">
          <p15:clr>
            <a:srgbClr val="F26B43"/>
          </p15:clr>
        </p15:guide>
        <p15:guide id="22" pos="5622" userDrawn="1">
          <p15:clr>
            <a:srgbClr val="F26B43"/>
          </p15:clr>
        </p15:guide>
        <p15:guide id="23" pos="5759" userDrawn="1">
          <p15:clr>
            <a:srgbClr val="F26B43"/>
          </p15:clr>
        </p15:guide>
        <p15:guide id="24" pos="6239" userDrawn="1">
          <p15:clr>
            <a:srgbClr val="F26B43"/>
          </p15:clr>
        </p15:guide>
        <p15:guide id="25" pos="6375" userDrawn="1">
          <p15:clr>
            <a:srgbClr val="F26B43"/>
          </p15:clr>
        </p15:guide>
        <p15:guide id="26" pos="6857" userDrawn="1">
          <p15:clr>
            <a:srgbClr val="F26B43"/>
          </p15:clr>
        </p15:guide>
        <p15:guide id="27" pos="6992" userDrawn="1">
          <p15:clr>
            <a:srgbClr val="F26B43"/>
          </p15:clr>
        </p15:guide>
        <p15:guide id="28" orient="horz" pos="3473" userDrawn="1">
          <p15:clr>
            <a:srgbClr val="5ACBF0"/>
          </p15:clr>
        </p15:guide>
        <p15:guide id="29" orient="horz" pos="2411" userDrawn="1">
          <p15:clr>
            <a:srgbClr val="5ACBF0"/>
          </p15:clr>
        </p15:guide>
        <p15:guide id="30" orient="horz" pos="2277"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331200" y="691200"/>
            <a:ext cx="11530600" cy="363600"/>
          </a:xfrm>
          <a:prstGeom prst="rect">
            <a:avLst/>
          </a:prstGeom>
        </p:spPr>
        <p:txBody>
          <a:bodyPr vert="horz" lIns="0" tIns="0" rIns="0" bIns="0" rtlCol="0" anchor="t">
            <a:noAutofit/>
          </a:bodyPr>
          <a:lstStyle/>
          <a:p>
            <a:r>
              <a:rPr lang="en-US"/>
              <a:t>Click to edit Title</a:t>
            </a:r>
          </a:p>
        </p:txBody>
      </p:sp>
      <p:sp>
        <p:nvSpPr>
          <p:cNvPr id="5" name="Footer Placeholder 4"/>
          <p:cNvSpPr>
            <a:spLocks noGrp="1"/>
          </p:cNvSpPr>
          <p:nvPr>
            <p:ph type="ftr" sz="quarter" idx="3"/>
          </p:nvPr>
        </p:nvSpPr>
        <p:spPr bwMode="gray">
          <a:xfrm>
            <a:off x="331200" y="6343200"/>
            <a:ext cx="9789113" cy="158400"/>
          </a:xfrm>
          <a:prstGeom prst="rect">
            <a:avLst/>
          </a:prstGeom>
          <a:noFill/>
        </p:spPr>
        <p:txBody>
          <a:bodyPr vert="horz" lIns="0" tIns="0" rIns="0" bIns="0" rtlCol="0" anchor="b" anchorCtr="0">
            <a:noAutofit/>
          </a:bodyPr>
          <a:lstStyle>
            <a:lvl1pPr algn="l" rtl="0">
              <a:defRPr sz="800">
                <a:solidFill>
                  <a:schemeClr val="tx1"/>
                </a:solidFill>
              </a:defRPr>
            </a:lvl1pPr>
            <a:lvl2pPr marL="0" indent="0">
              <a:defRPr sz="1000">
                <a:solidFill>
                  <a:schemeClr val="accent3"/>
                </a:solidFill>
              </a:defRPr>
            </a:lvl2pPr>
            <a:lvl3pPr marL="0" indent="0">
              <a:defRPr sz="1000">
                <a:solidFill>
                  <a:schemeClr val="accent3"/>
                </a:solidFill>
              </a:defRPr>
            </a:lvl3pPr>
            <a:lvl4pPr marL="0" indent="0">
              <a:defRPr sz="1000">
                <a:solidFill>
                  <a:schemeClr val="accent3"/>
                </a:solidFill>
              </a:defRPr>
            </a:lvl4pPr>
            <a:lvl5pPr marL="0" indent="0">
              <a:defRPr sz="1000">
                <a:solidFill>
                  <a:schemeClr val="accent3"/>
                </a:solidFill>
              </a:defRPr>
            </a:lvl5pPr>
            <a:lvl6pPr marL="0" indent="0">
              <a:defRPr sz="1000">
                <a:solidFill>
                  <a:schemeClr val="accent3"/>
                </a:solidFill>
              </a:defRPr>
            </a:lvl6pPr>
            <a:lvl7pPr marL="0" indent="0">
              <a:defRPr sz="1000">
                <a:solidFill>
                  <a:schemeClr val="accent3"/>
                </a:solidFill>
              </a:defRPr>
            </a:lvl7pPr>
            <a:lvl8pPr marL="0" indent="0">
              <a:defRPr sz="1000">
                <a:solidFill>
                  <a:schemeClr val="accent3"/>
                </a:solidFill>
              </a:defRPr>
            </a:lvl8pPr>
            <a:lvl9pPr marL="0" indent="0">
              <a:defRPr sz="1000">
                <a:solidFill>
                  <a:schemeClr val="accent3"/>
                </a:solidFill>
              </a:defRPr>
            </a:lvl9pPr>
          </a:lstStyle>
          <a:p>
            <a:endParaRPr lang="en-US"/>
          </a:p>
        </p:txBody>
      </p:sp>
      <p:sp>
        <p:nvSpPr>
          <p:cNvPr id="4" name="Date Placeholder 3"/>
          <p:cNvSpPr>
            <a:spLocks noGrp="1"/>
          </p:cNvSpPr>
          <p:nvPr>
            <p:ph type="dt" sz="half" idx="2"/>
          </p:nvPr>
        </p:nvSpPr>
        <p:spPr bwMode="gray">
          <a:xfrm>
            <a:off x="0" y="6858000"/>
            <a:ext cx="0" cy="0"/>
          </a:xfrm>
          <a:prstGeom prst="rect">
            <a:avLst/>
          </a:prstGeom>
          <a:effectLst/>
        </p:spPr>
        <p:txBody>
          <a:bodyPr vert="horz" wrap="square" lIns="0" tIns="0" rIns="0" bIns="0" rtlCol="0" anchor="ctr" anchorCtr="0">
            <a:noAutofit/>
          </a:bodyPr>
          <a:lstStyle>
            <a:lvl1pPr algn="l">
              <a:defRPr sz="100" b="0" i="0" u="none" strike="noStrike">
                <a:solidFill>
                  <a:srgbClr val="000000">
                    <a:alpha val="0"/>
                  </a:srgbClr>
                </a:solidFill>
                <a:latin typeface="ABBvoice" panose="020B0604020202020204"/>
              </a:defRPr>
            </a:lvl1pPr>
            <a:lvl2pPr marL="0" indent="0">
              <a:defRPr sz="1000">
                <a:solidFill>
                  <a:schemeClr val="accent3"/>
                </a:solidFill>
              </a:defRPr>
            </a:lvl2pPr>
            <a:lvl3pPr marL="0" indent="0">
              <a:defRPr sz="1000">
                <a:solidFill>
                  <a:schemeClr val="accent3"/>
                </a:solidFill>
              </a:defRPr>
            </a:lvl3pPr>
            <a:lvl4pPr marL="0" indent="0">
              <a:defRPr sz="1000">
                <a:solidFill>
                  <a:schemeClr val="accent3"/>
                </a:solidFill>
              </a:defRPr>
            </a:lvl4pPr>
            <a:lvl5pPr marL="0" indent="0">
              <a:defRPr sz="1000">
                <a:solidFill>
                  <a:schemeClr val="accent3"/>
                </a:solidFill>
              </a:defRPr>
            </a:lvl5pPr>
            <a:lvl6pPr marL="0" indent="0">
              <a:defRPr sz="1000">
                <a:solidFill>
                  <a:schemeClr val="accent3"/>
                </a:solidFill>
              </a:defRPr>
            </a:lvl6pPr>
            <a:lvl7pPr marL="0" indent="0">
              <a:defRPr sz="1000">
                <a:solidFill>
                  <a:schemeClr val="accent3"/>
                </a:solidFill>
              </a:defRPr>
            </a:lvl7pPr>
            <a:lvl8pPr marL="0" indent="0">
              <a:defRPr sz="1000">
                <a:solidFill>
                  <a:schemeClr val="accent3"/>
                </a:solidFill>
              </a:defRPr>
            </a:lvl8pPr>
            <a:lvl9pPr marL="0" indent="0">
              <a:defRPr sz="1000">
                <a:solidFill>
                  <a:schemeClr val="accent3"/>
                </a:solidFill>
              </a:defRPr>
            </a:lvl9pPr>
          </a:lstStyle>
          <a:p>
            <a:fld id="{4A806A40-8146-4C46-A669-604AE817EB45}" type="datetime4">
              <a:rPr lang="en-US" smtClean="0"/>
              <a:t>October 20, 2026</a:t>
            </a:fld>
            <a:endParaRPr lang="en-US"/>
          </a:p>
        </p:txBody>
      </p:sp>
      <p:sp>
        <p:nvSpPr>
          <p:cNvPr id="3" name="Text Placeholder 2"/>
          <p:cNvSpPr>
            <a:spLocks noGrp="1"/>
          </p:cNvSpPr>
          <p:nvPr>
            <p:ph type="body" idx="1"/>
          </p:nvPr>
        </p:nvSpPr>
        <p:spPr bwMode="gray">
          <a:xfrm>
            <a:off x="331200" y="1929600"/>
            <a:ext cx="11530600" cy="4248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bwMode="gray">
          <a:xfrm>
            <a:off x="0" y="6858000"/>
            <a:ext cx="0" cy="0"/>
          </a:xfrm>
          <a:prstGeom prst="rect">
            <a:avLst/>
          </a:prstGeom>
          <a:effectLst/>
        </p:spPr>
        <p:txBody>
          <a:bodyPr vert="horz" wrap="square" lIns="0" tIns="0" rIns="0" bIns="0" rtlCol="0" anchor="ctr">
            <a:noAutofit/>
          </a:bodyPr>
          <a:lstStyle>
            <a:lvl1pPr algn="l">
              <a:defRPr sz="100" b="0" i="0" u="none" strike="noStrike">
                <a:noFill/>
                <a:latin typeface="ABBvoice" panose="020B0604020202020204"/>
              </a:defRPr>
            </a:lvl1pPr>
            <a:lvl2pPr marL="0" indent="0">
              <a:defRPr sz="1000">
                <a:solidFill>
                  <a:schemeClr val="accent3"/>
                </a:solidFill>
              </a:defRPr>
            </a:lvl2pPr>
            <a:lvl3pPr marL="0" indent="0">
              <a:defRPr sz="1000">
                <a:solidFill>
                  <a:schemeClr val="accent3"/>
                </a:solidFill>
              </a:defRPr>
            </a:lvl3pPr>
            <a:lvl4pPr marL="0" indent="0">
              <a:defRPr sz="1000">
                <a:solidFill>
                  <a:schemeClr val="accent3"/>
                </a:solidFill>
              </a:defRPr>
            </a:lvl4pPr>
            <a:lvl5pPr marL="0" indent="0">
              <a:defRPr sz="1000">
                <a:solidFill>
                  <a:schemeClr val="accent3"/>
                </a:solidFill>
              </a:defRPr>
            </a:lvl5pPr>
            <a:lvl6pPr marL="0" indent="0">
              <a:defRPr sz="1000">
                <a:solidFill>
                  <a:schemeClr val="accent3"/>
                </a:solidFill>
              </a:defRPr>
            </a:lvl6pPr>
            <a:lvl7pPr marL="0" indent="0">
              <a:defRPr sz="1000">
                <a:solidFill>
                  <a:schemeClr val="accent3"/>
                </a:solidFill>
              </a:defRPr>
            </a:lvl7pPr>
            <a:lvl8pPr marL="0" indent="0">
              <a:defRPr sz="1000">
                <a:solidFill>
                  <a:schemeClr val="accent3"/>
                </a:solidFill>
              </a:defRPr>
            </a:lvl8pPr>
            <a:lvl9pPr marL="0" indent="0">
              <a:defRPr sz="1000">
                <a:solidFill>
                  <a:schemeClr val="accent3"/>
                </a:solidFill>
              </a:defRPr>
            </a:lvl9pPr>
          </a:lstStyle>
          <a:p>
            <a:r>
              <a:rPr lang="en-US"/>
              <a:t>Slide </a:t>
            </a:r>
            <a:fld id="{619F89D8-7AE3-494A-97F3-03D680869632}" type="slidenum">
              <a:rPr lang="en-US" smtClean="0"/>
              <a:pPr/>
              <a:t>‹#›</a:t>
            </a:fld>
            <a:endParaRPr lang="en-US"/>
          </a:p>
        </p:txBody>
      </p:sp>
      <p:sp>
        <p:nvSpPr>
          <p:cNvPr id="7" name="Text Placeholder 6">
            <a:extLst>
              <a:ext uri="{FF2B5EF4-FFF2-40B4-BE49-F238E27FC236}">
                <a16:creationId xmlns:a16="http://schemas.microsoft.com/office/drawing/2014/main" id="{6C363F49-3D71-4D36-B18A-FB2AEFD673FB}"/>
              </a:ext>
            </a:extLst>
          </p:cNvPr>
          <p:cNvSpPr txBox="1">
            <a:spLocks/>
          </p:cNvSpPr>
          <p:nvPr userDrawn="1"/>
        </p:nvSpPr>
        <p:spPr>
          <a:xfrm>
            <a:off x="331200" y="514800"/>
            <a:ext cx="308080" cy="32400"/>
          </a:xfrm>
          <a:prstGeom prst="rect">
            <a:avLst/>
          </a:prstGeom>
        </p:spPr>
        <p:txBody>
          <a:bodyPr lIns="0" tIns="0" rIns="0" bIns="403200"/>
          <a:lstStyle>
            <a:lvl1pPr marL="0" indent="0" algn="l" defTabSz="914491" rtl="0" eaLnBrk="1" latinLnBrk="0" hangingPunct="1">
              <a:spcBef>
                <a:spcPts val="600"/>
              </a:spcBef>
              <a:buFont typeface="ABBvoice" panose="020B0604020202020204" pitchFamily="34" charset="0"/>
              <a:buNone/>
              <a:defRPr sz="2400" b="1" kern="1200">
                <a:solidFill>
                  <a:srgbClr val="FF0000"/>
                </a:solidFill>
                <a:latin typeface="+mn-lt"/>
                <a:ea typeface="+mn-ea"/>
                <a:cs typeface="+mn-cs"/>
              </a:defRPr>
            </a:lvl1pPr>
            <a:lvl2pPr marL="180018"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360036" indent="-180018"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a:lstStyle>
          <a:p>
            <a:r>
              <a:rPr lang="en-US"/>
              <a:t>—</a:t>
            </a:r>
          </a:p>
        </p:txBody>
      </p:sp>
      <p:pic>
        <p:nvPicPr>
          <p:cNvPr id="11" name="LogoFooter">
            <a:extLst>
              <a:ext uri="{FF2B5EF4-FFF2-40B4-BE49-F238E27FC236}">
                <a16:creationId xmlns:a16="http://schemas.microsoft.com/office/drawing/2014/main" id="{BB08CBEA-8100-48CC-9FC4-8A66553571A5}"/>
              </a:ext>
            </a:extLst>
          </p:cNvPr>
          <p:cNvPicPr>
            <a:picLocks noChangeAspect="1"/>
          </p:cNvPicPr>
          <p:nvPr userDrawn="1"/>
        </p:nvPicPr>
        <p:blipFill>
          <a:blip>
            <a:extLst>
              <a:ext uri="{96DAC541-7B7A-43D3-8B79-37D633B846F1}">
                <asvg:svgBlip xmlns:asvg="http://schemas.microsoft.com/office/drawing/2016/SVG/main" r:embed="rId81"/>
              </a:ext>
            </a:extLst>
          </a:blip>
          <a:stretch>
            <a:fillRect/>
          </a:stretch>
        </p:blipFill>
        <p:spPr>
          <a:xfrm>
            <a:off x="11354200" y="6456066"/>
            <a:ext cx="507600" cy="192272"/>
          </a:xfrm>
          <a:prstGeom prst="rect">
            <a:avLst/>
          </a:prstGeom>
        </p:spPr>
      </p:pic>
      <p:sp>
        <p:nvSpPr>
          <p:cNvPr id="14" name="CopyrightText" descr="{&#10; &quot;SkabelonDesign&quot;: {&#10; &quot;textualValue&quot;: &quot;&lt;s&gt;&lt;![CDATA[© ]]&gt;&lt;/s&gt;&lt;key1/&gt;&lt;s&gt;&lt;![CDATA[ ]]&gt;&lt;/s&gt;&lt;key2/&gt;&lt;s&gt;&lt;![CDATA[. All rights reserved.]]&gt;&lt;/s&gt;&quot;,&#10; &quot;bindingCollection&quot;: {&#10; &quot;key1&quot;: {&quot;SkabelonDesign&quot;:{&quot;type&quot;:&quot;Date&quot;,&quot;ignoreBlank&quot;:&quot;true&quot;,&quot;binding&quot;:&quot;Doc.DateTime.Today&quot;,&quot;format&quot;:&quot;yyyy&quot;}},&#10; &quot;key2&quot;: {&quot;SkabelonDesign&quot;:{&quot;type&quot;:&quot;Text&quot;,&quot;ignoreBlank&quot;:&quot;true&quot;,&quot;binding&quot;:&quot;Doc.Prop.BrandName&quot;}}&#10; }&#10; }&#10;}&#10;">
            <a:extLst>
              <a:ext uri="{FF2B5EF4-FFF2-40B4-BE49-F238E27FC236}">
                <a16:creationId xmlns:a16="http://schemas.microsoft.com/office/drawing/2014/main" id="{D1FCD200-65D5-439C-AECC-B22E31B69313}"/>
              </a:ext>
            </a:extLst>
          </p:cNvPr>
          <p:cNvSpPr txBox="1"/>
          <p:nvPr userDrawn="1"/>
        </p:nvSpPr>
        <p:spPr bwMode="gray">
          <a:xfrm>
            <a:off x="331200" y="6522896"/>
            <a:ext cx="1533600" cy="169200"/>
          </a:xfrm>
          <a:prstGeom prst="rect">
            <a:avLst/>
          </a:prstGeom>
          <a:noFill/>
          <a:ln>
            <a:noFill/>
          </a:ln>
        </p:spPr>
        <p:txBody>
          <a:bodyPr wrap="square" lIns="0" tIns="0" rIns="0" bIns="0" rtlCol="0" anchor="ctr">
            <a:noAutofit/>
          </a:bodyPr>
          <a:lstStyle/>
          <a:p>
            <a:pPr marL="0" marR="0" lvl="0" indent="0" algn="l" defTabSz="914491"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800" b="0" i="0" u="none" strike="noStrike" kern="1200" cap="none" spc="-10" normalizeH="0" baseline="0" noProof="0">
                <a:ln>
                  <a:noFill/>
                </a:ln>
                <a:solidFill>
                  <a:schemeClr val="tx1"/>
                </a:solidFill>
                <a:effectLst/>
                <a:uLnTx/>
                <a:uFillTx/>
                <a:latin typeface="+mn-lt"/>
                <a:ea typeface="+mn-ea"/>
                <a:cs typeface="+mn-cs"/>
              </a:rPr>
              <a:t>© 2026 ABB. All rights reserved.</a:t>
            </a:r>
            <a:endParaRPr lang="en-US"/>
          </a:p>
        </p:txBody>
      </p:sp>
      <p:sp>
        <p:nvSpPr>
          <p:cNvPr id="8" name="Date dynamic" descr="{&quot;templafy&quot;:{&quot;id&quot;:&quot;0eeec6e7-6324-438a-b153-5694bfbe9cab&quot;}}" hidden="1">
            <a:extLst>
              <a:ext uri="{FF2B5EF4-FFF2-40B4-BE49-F238E27FC236}">
                <a16:creationId xmlns:a16="http://schemas.microsoft.com/office/drawing/2014/main" id="{96E06C7F-9F82-898A-6F4F-CAF6B7DED755}"/>
              </a:ext>
            </a:extLst>
          </p:cNvPr>
          <p:cNvSpPr/>
          <p:nvPr userDrawn="1"/>
        </p:nvSpPr>
        <p:spPr bwMode="gray">
          <a:xfrm>
            <a:off x="2934000" y="6548400"/>
            <a:ext cx="1296000"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endParaRPr lang="en-US" sz="800">
              <a:solidFill>
                <a:schemeClr val="tx1"/>
              </a:solidFill>
            </a:endParaRPr>
          </a:p>
        </p:txBody>
      </p:sp>
      <p:sp>
        <p:nvSpPr>
          <p:cNvPr id="9" name="Slide number">
            <a:extLst>
              <a:ext uri="{FF2B5EF4-FFF2-40B4-BE49-F238E27FC236}">
                <a16:creationId xmlns:a16="http://schemas.microsoft.com/office/drawing/2014/main" id="{7C702C89-CFA4-6C8F-96AF-900A18CAC7E2}"/>
              </a:ext>
            </a:extLst>
          </p:cNvPr>
          <p:cNvSpPr/>
          <p:nvPr userDrawn="1"/>
        </p:nvSpPr>
        <p:spPr bwMode="gray">
          <a:xfrm>
            <a:off x="2181600" y="6548400"/>
            <a:ext cx="644513" cy="1188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spcBef>
                <a:spcPts val="600"/>
              </a:spcBef>
            </a:pPr>
            <a:r>
              <a:rPr lang="en-US" sz="800">
                <a:solidFill>
                  <a:schemeClr val="tx1"/>
                </a:solidFill>
              </a:rPr>
              <a:t>Slide </a:t>
            </a:r>
            <a:fld id="{6ACD6C49-4324-4266-B7DB-7E26C75ACED4}" type="slidenum">
              <a:rPr lang="en-US" sz="800" smtClean="0">
                <a:solidFill>
                  <a:schemeClr val="tx1"/>
                </a:solidFill>
              </a:rPr>
              <a:t>‹#›</a:t>
            </a:fld>
            <a:endParaRPr lang="en-US" sz="800">
              <a:solidFill>
                <a:schemeClr val="tx1"/>
              </a:solidFill>
            </a:endParaRPr>
          </a:p>
        </p:txBody>
      </p:sp>
      <p:sp>
        <p:nvSpPr>
          <p:cNvPr id="10" name="Rectangle 9">
            <a:extLst>
              <a:ext uri="{FF2B5EF4-FFF2-40B4-BE49-F238E27FC236}">
                <a16:creationId xmlns:a16="http://schemas.microsoft.com/office/drawing/2014/main" id="{7A5379CD-626B-706A-445B-0A8528558175}"/>
              </a:ext>
            </a:extLst>
          </p:cNvPr>
          <p:cNvSpPr/>
          <p:nvPr userDrawn="1"/>
        </p:nvSpPr>
        <p:spPr bwMode="gray">
          <a:xfrm>
            <a:off x="11286067" y="6343200"/>
            <a:ext cx="575733" cy="3878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endParaRPr lang="en-US" sz="1400">
              <a:solidFill>
                <a:schemeClr val="tx1"/>
              </a:solidFill>
            </a:endParaRPr>
          </a:p>
        </p:txBody>
      </p:sp>
      <p:pic>
        <p:nvPicPr>
          <p:cNvPr id="12" name="Picture 11" descr="A black and white logo&#10;&#10;AI-generated content may be incorrect.">
            <a:extLst>
              <a:ext uri="{FF2B5EF4-FFF2-40B4-BE49-F238E27FC236}">
                <a16:creationId xmlns:a16="http://schemas.microsoft.com/office/drawing/2014/main" id="{30FE5FA9-06CF-030B-BE27-EE2D6269E95C}"/>
              </a:ext>
            </a:extLst>
          </p:cNvPr>
          <p:cNvPicPr>
            <a:picLocks noChangeAspect="1"/>
          </p:cNvPicPr>
          <p:nvPr userDrawn="1"/>
        </p:nvPicPr>
        <p:blipFill>
          <a:blip r:embed="rId82"/>
          <a:stretch>
            <a:fillRect/>
          </a:stretch>
        </p:blipFill>
        <p:spPr>
          <a:xfrm>
            <a:off x="10727267" y="6382588"/>
            <a:ext cx="1244600" cy="238023"/>
          </a:xfrm>
          <a:prstGeom prst="rect">
            <a:avLst/>
          </a:prstGeom>
        </p:spPr>
      </p:pic>
    </p:spTree>
    <p:extLst>
      <p:ext uri="{BB962C8B-B14F-4D97-AF65-F5344CB8AC3E}">
        <p14:creationId xmlns:p14="http://schemas.microsoft.com/office/powerpoint/2010/main" val="3245968630"/>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 id="2147483752" r:id="rId19"/>
    <p:sldLayoutId id="2147483753" r:id="rId20"/>
    <p:sldLayoutId id="2147483754" r:id="rId21"/>
    <p:sldLayoutId id="2147483755" r:id="rId22"/>
    <p:sldLayoutId id="2147483756" r:id="rId23"/>
    <p:sldLayoutId id="2147483757" r:id="rId24"/>
    <p:sldLayoutId id="2147483758" r:id="rId25"/>
    <p:sldLayoutId id="2147483759" r:id="rId26"/>
    <p:sldLayoutId id="2147483760" r:id="rId27"/>
    <p:sldLayoutId id="2147483761" r:id="rId28"/>
    <p:sldLayoutId id="2147483762" r:id="rId29"/>
    <p:sldLayoutId id="2147483763" r:id="rId30"/>
    <p:sldLayoutId id="2147483764" r:id="rId31"/>
    <p:sldLayoutId id="2147483765" r:id="rId32"/>
    <p:sldLayoutId id="2147483766" r:id="rId33"/>
    <p:sldLayoutId id="2147483767" r:id="rId34"/>
    <p:sldLayoutId id="2147483768" r:id="rId35"/>
    <p:sldLayoutId id="2147483769" r:id="rId36"/>
    <p:sldLayoutId id="2147483770" r:id="rId37"/>
    <p:sldLayoutId id="2147483771" r:id="rId38"/>
    <p:sldLayoutId id="2147483772" r:id="rId39"/>
    <p:sldLayoutId id="2147483773" r:id="rId40"/>
    <p:sldLayoutId id="2147483774" r:id="rId41"/>
    <p:sldLayoutId id="2147483775" r:id="rId42"/>
    <p:sldLayoutId id="2147483776" r:id="rId43"/>
    <p:sldLayoutId id="2147483777" r:id="rId44"/>
    <p:sldLayoutId id="2147483778" r:id="rId45"/>
    <p:sldLayoutId id="2147483779" r:id="rId46"/>
    <p:sldLayoutId id="2147483780" r:id="rId47"/>
    <p:sldLayoutId id="2147483781" r:id="rId48"/>
    <p:sldLayoutId id="2147483782" r:id="rId49"/>
    <p:sldLayoutId id="2147483783" r:id="rId50"/>
    <p:sldLayoutId id="2147483784" r:id="rId51"/>
    <p:sldLayoutId id="2147483785" r:id="rId52"/>
    <p:sldLayoutId id="2147483786" r:id="rId53"/>
    <p:sldLayoutId id="2147483787" r:id="rId54"/>
    <p:sldLayoutId id="2147483788" r:id="rId55"/>
    <p:sldLayoutId id="2147483789" r:id="rId56"/>
    <p:sldLayoutId id="2147483790" r:id="rId57"/>
    <p:sldLayoutId id="2147483791" r:id="rId58"/>
    <p:sldLayoutId id="2147483792" r:id="rId59"/>
    <p:sldLayoutId id="2147483793" r:id="rId60"/>
    <p:sldLayoutId id="2147483794" r:id="rId61"/>
    <p:sldLayoutId id="2147483795" r:id="rId62"/>
    <p:sldLayoutId id="2147483796" r:id="rId63"/>
    <p:sldLayoutId id="2147483797" r:id="rId64"/>
    <p:sldLayoutId id="2147483798" r:id="rId65"/>
    <p:sldLayoutId id="2147483799" r:id="rId66"/>
    <p:sldLayoutId id="2147483800" r:id="rId67"/>
    <p:sldLayoutId id="2147483801" r:id="rId68"/>
    <p:sldLayoutId id="2147483802" r:id="rId69"/>
    <p:sldLayoutId id="2147483803" r:id="rId70"/>
    <p:sldLayoutId id="2147483804" r:id="rId71"/>
    <p:sldLayoutId id="2147483805" r:id="rId72"/>
    <p:sldLayoutId id="2147483806" r:id="rId73"/>
    <p:sldLayoutId id="2147483807" r:id="rId74"/>
    <p:sldLayoutId id="2147483808" r:id="rId75"/>
    <p:sldLayoutId id="2147483809" r:id="rId76"/>
    <p:sldLayoutId id="2147483810" r:id="rId77"/>
    <p:sldLayoutId id="2147483811" r:id="rId78"/>
    <p:sldLayoutId id="2147483812" r:id="rId79"/>
  </p:sldLayoutIdLst>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svg="http://schemas.microsoft.com/office/drawing/2016/SVG/main" xmlns:p15="http://schemas.microsoft.com/office/powerpoint/2012/main">
      <p:transition spd="med">
        <p:fade/>
      </p:transition>
    </mc:Fallback>
  </mc:AlternateContent>
  <p:hf hdr="0"/>
  <p:txStyles>
    <p:titleStyle>
      <a:lvl1pPr algn="l" defTabSz="914491" rtl="0" eaLnBrk="1" latinLnBrk="0" hangingPunct="1">
        <a:spcBef>
          <a:spcPct val="0"/>
        </a:spcBef>
        <a:buNone/>
        <a:defRPr sz="2400" b="1" kern="1200">
          <a:solidFill>
            <a:schemeClr val="tx1"/>
          </a:solidFill>
          <a:latin typeface="+mj-lt"/>
          <a:ea typeface="+mj-ea"/>
          <a:cs typeface="+mj-cs"/>
        </a:defRPr>
      </a:lvl1pPr>
    </p:titleStyle>
    <p:bodyStyle>
      <a:lvl1pPr marL="0" indent="0" algn="l" defTabSz="914491" rtl="0" eaLnBrk="1" latinLnBrk="0" hangingPunct="1">
        <a:spcBef>
          <a:spcPts val="600"/>
        </a:spcBef>
        <a:buFont typeface="ABBvoice" panose="020B0604020202020204" pitchFamily="34" charset="0"/>
        <a:buNone/>
        <a:defRPr sz="1400" kern="1200">
          <a:solidFill>
            <a:schemeClr val="tx1"/>
          </a:solidFill>
          <a:latin typeface="+mn-lt"/>
          <a:ea typeface="+mn-ea"/>
          <a:cs typeface="+mn-cs"/>
        </a:defRPr>
      </a:lvl1pPr>
      <a:lvl2pPr marL="2844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2pPr>
      <a:lvl3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3pPr>
      <a:lvl4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4pPr>
      <a:lvl5pPr marL="568800" indent="-284400" algn="l" defTabSz="914491" rtl="0" eaLnBrk="1" latinLnBrk="0" hangingPunct="1">
        <a:spcBef>
          <a:spcPts val="600"/>
        </a:spcBef>
        <a:buFont typeface="ABBvoice" panose="020D0603020503020204" pitchFamily="34" charset="0"/>
        <a:buChar char="•"/>
        <a:defRPr sz="1400" kern="1200">
          <a:solidFill>
            <a:schemeClr val="tx1"/>
          </a:solidFill>
          <a:latin typeface="+mn-lt"/>
          <a:ea typeface="+mn-ea"/>
          <a:cs typeface="+mn-cs"/>
        </a:defRPr>
      </a:lvl5pPr>
      <a:lvl6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6pPr>
      <a:lvl7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7pPr>
      <a:lvl8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8pPr>
      <a:lvl9pPr marL="360036" indent="-180018" algn="l" defTabSz="914491" rtl="0" eaLnBrk="1" latinLnBrk="0" hangingPunct="1">
        <a:spcBef>
          <a:spcPts val="600"/>
        </a:spcBef>
        <a:buFont typeface="ABBvoice"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91" rtl="0" eaLnBrk="1" latinLnBrk="0" hangingPunct="1">
        <a:defRPr sz="1400" kern="1200">
          <a:solidFill>
            <a:schemeClr val="tx1"/>
          </a:solidFill>
          <a:latin typeface="+mn-lt"/>
          <a:ea typeface="+mn-ea"/>
          <a:cs typeface="+mn-cs"/>
        </a:defRPr>
      </a:lvl1pPr>
      <a:lvl2pPr marL="457246" algn="l" defTabSz="914491" rtl="0" eaLnBrk="1" latinLnBrk="0" hangingPunct="1">
        <a:defRPr sz="1800" kern="1200">
          <a:solidFill>
            <a:schemeClr val="tx1"/>
          </a:solidFill>
          <a:latin typeface="+mn-lt"/>
          <a:ea typeface="+mn-ea"/>
          <a:cs typeface="+mn-cs"/>
        </a:defRPr>
      </a:lvl2pPr>
      <a:lvl3pPr marL="914491" algn="l" defTabSz="914491" rtl="0" eaLnBrk="1" latinLnBrk="0" hangingPunct="1">
        <a:defRPr sz="1800" kern="1200">
          <a:solidFill>
            <a:schemeClr val="tx1"/>
          </a:solidFill>
          <a:latin typeface="+mn-lt"/>
          <a:ea typeface="+mn-ea"/>
          <a:cs typeface="+mn-cs"/>
        </a:defRPr>
      </a:lvl3pPr>
      <a:lvl4pPr marL="1371737" algn="l" defTabSz="914491" rtl="0" eaLnBrk="1" latinLnBrk="0" hangingPunct="1">
        <a:defRPr sz="1800" kern="1200">
          <a:solidFill>
            <a:schemeClr val="tx1"/>
          </a:solidFill>
          <a:latin typeface="+mn-lt"/>
          <a:ea typeface="+mn-ea"/>
          <a:cs typeface="+mn-cs"/>
        </a:defRPr>
      </a:lvl4pPr>
      <a:lvl5pPr marL="1828983" algn="l" defTabSz="914491" rtl="0" eaLnBrk="1" latinLnBrk="0" hangingPunct="1">
        <a:defRPr sz="1800" kern="1200">
          <a:solidFill>
            <a:schemeClr val="tx1"/>
          </a:solidFill>
          <a:latin typeface="+mn-lt"/>
          <a:ea typeface="+mn-ea"/>
          <a:cs typeface="+mn-cs"/>
        </a:defRPr>
      </a:lvl5pPr>
      <a:lvl6pPr marL="2286229" algn="l" defTabSz="914491" rtl="0" eaLnBrk="1" latinLnBrk="0" hangingPunct="1">
        <a:defRPr sz="1800" kern="1200">
          <a:solidFill>
            <a:schemeClr val="tx1"/>
          </a:solidFill>
          <a:latin typeface="+mn-lt"/>
          <a:ea typeface="+mn-ea"/>
          <a:cs typeface="+mn-cs"/>
        </a:defRPr>
      </a:lvl6pPr>
      <a:lvl7pPr marL="2743474" algn="l" defTabSz="914491" rtl="0" eaLnBrk="1" latinLnBrk="0" hangingPunct="1">
        <a:defRPr sz="1800" kern="1200">
          <a:solidFill>
            <a:schemeClr val="tx1"/>
          </a:solidFill>
          <a:latin typeface="+mn-lt"/>
          <a:ea typeface="+mn-ea"/>
          <a:cs typeface="+mn-cs"/>
        </a:defRPr>
      </a:lvl7pPr>
      <a:lvl8pPr marL="3200720" algn="l" defTabSz="914491" rtl="0" eaLnBrk="1" latinLnBrk="0" hangingPunct="1">
        <a:defRPr sz="1800" kern="1200">
          <a:solidFill>
            <a:schemeClr val="tx1"/>
          </a:solidFill>
          <a:latin typeface="+mn-lt"/>
          <a:ea typeface="+mn-ea"/>
          <a:cs typeface="+mn-cs"/>
        </a:defRPr>
      </a:lvl8pPr>
      <a:lvl9pPr marL="3657966" algn="l" defTabSz="91449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14">
          <p15:clr>
            <a:srgbClr val="F26B43"/>
          </p15:clr>
        </p15:guide>
        <p15:guide id="2" pos="7473">
          <p15:clr>
            <a:srgbClr val="F26B43"/>
          </p15:clr>
        </p15:guide>
        <p15:guide id="3" pos="209">
          <p15:clr>
            <a:srgbClr val="F26B43"/>
          </p15:clr>
        </p15:guide>
        <p15:guide id="4" orient="horz" pos="3891">
          <p15:clr>
            <a:srgbClr val="F26B43"/>
          </p15:clr>
        </p15:guide>
        <p15:guide id="5" pos="690">
          <p15:clr>
            <a:srgbClr val="F26B43"/>
          </p15:clr>
        </p15:guide>
        <p15:guide id="7" pos="825">
          <p15:clr>
            <a:srgbClr val="F26B43"/>
          </p15:clr>
        </p15:guide>
        <p15:guide id="8" pos="1307">
          <p15:clr>
            <a:srgbClr val="F26B43"/>
          </p15:clr>
        </p15:guide>
        <p15:guide id="9" pos="1442">
          <p15:clr>
            <a:srgbClr val="F26B43"/>
          </p15:clr>
        </p15:guide>
        <p15:guide id="10" pos="1923">
          <p15:clr>
            <a:srgbClr val="F26B43"/>
          </p15:clr>
        </p15:guide>
        <p15:guide id="11" pos="2058">
          <p15:clr>
            <a:srgbClr val="F26B43"/>
          </p15:clr>
        </p15:guide>
        <p15:guide id="12" pos="2540">
          <p15:clr>
            <a:srgbClr val="F26B43"/>
          </p15:clr>
        </p15:guide>
        <p15:guide id="13" pos="2675">
          <p15:clr>
            <a:srgbClr val="F26B43"/>
          </p15:clr>
        </p15:guide>
        <p15:guide id="14" pos="3156">
          <p15:clr>
            <a:srgbClr val="F26B43"/>
          </p15:clr>
        </p15:guide>
        <p15:guide id="15" pos="3293">
          <p15:clr>
            <a:srgbClr val="F26B43"/>
          </p15:clr>
        </p15:guide>
        <p15:guide id="16" pos="3773">
          <p15:clr>
            <a:srgbClr val="F26B43"/>
          </p15:clr>
        </p15:guide>
        <p15:guide id="17" pos="3909">
          <p15:clr>
            <a:srgbClr val="F26B43"/>
          </p15:clr>
        </p15:guide>
        <p15:guide id="18" pos="4389">
          <p15:clr>
            <a:srgbClr val="F26B43"/>
          </p15:clr>
        </p15:guide>
        <p15:guide id="19" pos="4526">
          <p15:clr>
            <a:srgbClr val="F26B43"/>
          </p15:clr>
        </p15:guide>
        <p15:guide id="20" pos="5006">
          <p15:clr>
            <a:srgbClr val="F26B43"/>
          </p15:clr>
        </p15:guide>
        <p15:guide id="21" pos="5142">
          <p15:clr>
            <a:srgbClr val="F26B43"/>
          </p15:clr>
        </p15:guide>
        <p15:guide id="22" pos="5622">
          <p15:clr>
            <a:srgbClr val="F26B43"/>
          </p15:clr>
        </p15:guide>
        <p15:guide id="23" pos="5759">
          <p15:clr>
            <a:srgbClr val="F26B43"/>
          </p15:clr>
        </p15:guide>
        <p15:guide id="24" pos="6239">
          <p15:clr>
            <a:srgbClr val="F26B43"/>
          </p15:clr>
        </p15:guide>
        <p15:guide id="25" pos="6375">
          <p15:clr>
            <a:srgbClr val="F26B43"/>
          </p15:clr>
        </p15:guide>
        <p15:guide id="26" pos="6857">
          <p15:clr>
            <a:srgbClr val="F26B43"/>
          </p15:clr>
        </p15:guide>
        <p15:guide id="27" pos="6992">
          <p15:clr>
            <a:srgbClr val="F26B43"/>
          </p15:clr>
        </p15:guide>
        <p15:guide id="28" orient="horz" pos="3473">
          <p15:clr>
            <a:srgbClr val="5ACBF0"/>
          </p15:clr>
        </p15:guide>
        <p15:guide id="29" orient="horz" pos="2411">
          <p15:clr>
            <a:srgbClr val="5ACBF0"/>
          </p15:clr>
        </p15:guide>
        <p15:guide id="30" orient="horz" pos="2277">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86.xml"/></Relationships>
</file>

<file path=ppt/slides/_rels/slide1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0.png"/><Relationship Id="rId1" Type="http://schemas.openxmlformats.org/officeDocument/2006/relationships/slideLayout" Target="../slideLayouts/slideLayout86.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30.png"/><Relationship Id="rId1" Type="http://schemas.openxmlformats.org/officeDocument/2006/relationships/slideLayout" Target="../slideLayouts/slideLayout86.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8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7.png"/><Relationship Id="rId4"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2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slideLayout" Target="../slideLayouts/slideLayout8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1.xml"/><Relationship Id="rId2" Type="http://schemas.openxmlformats.org/officeDocument/2006/relationships/customXml" Target="../../customXml/item4.xml"/><Relationship Id="rId1" Type="http://schemas.openxmlformats.org/officeDocument/2006/relationships/customXml" Target="../../customXml/item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583E42-1AEF-3A10-85B9-469E3F6B7219}"/>
              </a:ext>
            </a:extLst>
          </p:cNvPr>
          <p:cNvSpPr>
            <a:spLocks noGrp="1"/>
          </p:cNvSpPr>
          <p:nvPr>
            <p:ph type="dt" sz="half" idx="23"/>
          </p:nvPr>
        </p:nvSpPr>
        <p:spPr/>
        <p:txBody>
          <a:bodyPr/>
          <a:lstStyle/>
          <a:p>
            <a:fld id="{6F4C580F-76F7-40E8-ADEA-2D8C9B25F850}" type="datetime4">
              <a:rPr lang="en-US" smtClean="0"/>
              <a:t>October 20, 2026</a:t>
            </a:fld>
            <a:endParaRPr lang="en-US"/>
          </a:p>
        </p:txBody>
      </p:sp>
      <p:sp>
        <p:nvSpPr>
          <p:cNvPr id="3" name="Footer Placeholder 2">
            <a:extLst>
              <a:ext uri="{FF2B5EF4-FFF2-40B4-BE49-F238E27FC236}">
                <a16:creationId xmlns:a16="http://schemas.microsoft.com/office/drawing/2014/main" id="{62268954-1891-A099-7448-85C28EC082E7}"/>
              </a:ext>
            </a:extLst>
          </p:cNvPr>
          <p:cNvSpPr>
            <a:spLocks noGrp="1"/>
          </p:cNvSpPr>
          <p:nvPr>
            <p:ph type="ftr" sz="quarter" idx="24"/>
          </p:nvPr>
        </p:nvSpPr>
        <p:spPr/>
        <p:txBody>
          <a:bodyPr/>
          <a:lstStyle/>
          <a:p>
            <a:endParaRPr lang="en-US"/>
          </a:p>
        </p:txBody>
      </p:sp>
      <p:sp>
        <p:nvSpPr>
          <p:cNvPr id="4" name="Slide Number Placeholder 3">
            <a:extLst>
              <a:ext uri="{FF2B5EF4-FFF2-40B4-BE49-F238E27FC236}">
                <a16:creationId xmlns:a16="http://schemas.microsoft.com/office/drawing/2014/main" id="{22950FAE-8F2B-3CBD-3128-5325594953D4}"/>
              </a:ext>
            </a:extLst>
          </p:cNvPr>
          <p:cNvSpPr>
            <a:spLocks noGrp="1"/>
          </p:cNvSpPr>
          <p:nvPr>
            <p:ph type="sldNum" sz="quarter" idx="25"/>
          </p:nvPr>
        </p:nvSpPr>
        <p:spPr/>
        <p:txBody>
          <a:bodyPr/>
          <a:lstStyle/>
          <a:p>
            <a:r>
              <a:rPr lang="en-US"/>
              <a:t>Slide </a:t>
            </a:r>
            <a:fld id="{619F89D8-7AE3-494A-97F3-03D680869632}" type="slidenum">
              <a:rPr lang="en-US" smtClean="0"/>
              <a:pPr/>
              <a:t>1</a:t>
            </a:fld>
            <a:endParaRPr lang="en-US"/>
          </a:p>
        </p:txBody>
      </p:sp>
      <p:sp>
        <p:nvSpPr>
          <p:cNvPr id="5" name="Title 4">
            <a:extLst>
              <a:ext uri="{FF2B5EF4-FFF2-40B4-BE49-F238E27FC236}">
                <a16:creationId xmlns:a16="http://schemas.microsoft.com/office/drawing/2014/main" id="{73535BE2-1EFF-18C1-6789-56F67C955624}"/>
              </a:ext>
            </a:extLst>
          </p:cNvPr>
          <p:cNvSpPr>
            <a:spLocks noGrp="1"/>
          </p:cNvSpPr>
          <p:nvPr>
            <p:ph type="title"/>
          </p:nvPr>
        </p:nvSpPr>
        <p:spPr>
          <a:xfrm>
            <a:off x="331199" y="2457525"/>
            <a:ext cx="11369569" cy="1349734"/>
          </a:xfrm>
        </p:spPr>
        <p:txBody>
          <a:bodyPr/>
          <a:lstStyle/>
          <a:p>
            <a:r>
              <a:rPr lang="en-US" dirty="0" err="1"/>
              <a:t>STl</a:t>
            </a:r>
            <a:r>
              <a:rPr lang="en-US" dirty="0"/>
              <a:t>-FM: STL-Guided Flow Matching</a:t>
            </a:r>
            <a:endParaRPr lang="sv-SE" dirty="0"/>
          </a:p>
        </p:txBody>
      </p:sp>
      <p:sp>
        <p:nvSpPr>
          <p:cNvPr id="6" name="Text Placeholder 5">
            <a:extLst>
              <a:ext uri="{FF2B5EF4-FFF2-40B4-BE49-F238E27FC236}">
                <a16:creationId xmlns:a16="http://schemas.microsoft.com/office/drawing/2014/main" id="{A5860267-EB53-DD76-2037-2C5A828342AC}"/>
              </a:ext>
            </a:extLst>
          </p:cNvPr>
          <p:cNvSpPr>
            <a:spLocks noGrp="1"/>
          </p:cNvSpPr>
          <p:nvPr>
            <p:ph type="body" sz="quarter" idx="14"/>
          </p:nvPr>
        </p:nvSpPr>
        <p:spPr>
          <a:xfrm>
            <a:off x="331201" y="4576500"/>
            <a:ext cx="8613648" cy="1349733"/>
          </a:xfrm>
        </p:spPr>
        <p:txBody>
          <a:bodyPr/>
          <a:lstStyle/>
          <a:p>
            <a:r>
              <a:rPr lang="en-US" dirty="0"/>
              <a:t>Gawtam Chithra Ramesh</a:t>
            </a:r>
          </a:p>
          <a:p>
            <a:r>
              <a:rPr lang="en-US" dirty="0"/>
              <a:t>Supervisors : Luzia Knödler, Shaohang Han, </a:t>
            </a:r>
            <a:br>
              <a:rPr lang="en-US" dirty="0"/>
            </a:br>
            <a:r>
              <a:rPr lang="en-US" dirty="0"/>
              <a:t>		Matthew Lock and Jonathan Styrud</a:t>
            </a:r>
            <a:endParaRPr lang="sv-SE" dirty="0"/>
          </a:p>
        </p:txBody>
      </p:sp>
      <p:sp>
        <p:nvSpPr>
          <p:cNvPr id="7" name="Text Placeholder 6">
            <a:extLst>
              <a:ext uri="{FF2B5EF4-FFF2-40B4-BE49-F238E27FC236}">
                <a16:creationId xmlns:a16="http://schemas.microsoft.com/office/drawing/2014/main" id="{8403E97C-6F55-1F34-9233-D40A888ABE22}"/>
              </a:ext>
            </a:extLst>
          </p:cNvPr>
          <p:cNvSpPr>
            <a:spLocks noGrp="1"/>
          </p:cNvSpPr>
          <p:nvPr>
            <p:ph type="body" sz="quarter" idx="16"/>
          </p:nvPr>
        </p:nvSpPr>
        <p:spPr/>
        <p:txBody>
          <a:bodyPr/>
          <a:lstStyle/>
          <a:p>
            <a:endParaRPr lang="sv-SE"/>
          </a:p>
        </p:txBody>
      </p:sp>
    </p:spTree>
    <p:extLst>
      <p:ext uri="{BB962C8B-B14F-4D97-AF65-F5344CB8AC3E}">
        <p14:creationId xmlns:p14="http://schemas.microsoft.com/office/powerpoint/2010/main" val="2413017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svg="http://schemas.microsoft.com/office/drawing/2016/SVG/main">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B23D9-3B5C-5AC5-087A-42E9A6D55E0A}"/>
              </a:ext>
            </a:extLst>
          </p:cNvPr>
          <p:cNvSpPr>
            <a:spLocks noGrp="1"/>
          </p:cNvSpPr>
          <p:nvPr>
            <p:ph type="title"/>
          </p:nvPr>
        </p:nvSpPr>
        <p:spPr/>
        <p:txBody>
          <a:bodyPr/>
          <a:lstStyle/>
          <a:p>
            <a:r>
              <a:rPr lang="en-US" dirty="0"/>
              <a:t>Agenda</a:t>
            </a:r>
            <a:endParaRPr lang="sv-SE" dirty="0"/>
          </a:p>
        </p:txBody>
      </p:sp>
      <p:sp>
        <p:nvSpPr>
          <p:cNvPr id="3" name="Content Placeholder 2">
            <a:extLst>
              <a:ext uri="{FF2B5EF4-FFF2-40B4-BE49-F238E27FC236}">
                <a16:creationId xmlns:a16="http://schemas.microsoft.com/office/drawing/2014/main" id="{55C57857-E680-9BAE-4D3B-825C308C9C37}"/>
              </a:ext>
            </a:extLst>
          </p:cNvPr>
          <p:cNvSpPr>
            <a:spLocks noGrp="1"/>
          </p:cNvSpPr>
          <p:nvPr>
            <p:ph sz="quarter" idx="16"/>
          </p:nvPr>
        </p:nvSpPr>
        <p:spPr/>
        <p:txBody>
          <a:bodyPr/>
          <a:lstStyle/>
          <a:p>
            <a:endParaRPr lang="en-US" sz="1600" dirty="0"/>
          </a:p>
          <a:p>
            <a:pPr marL="285750" indent="-285750">
              <a:buFont typeface="Arial" panose="020B0604020202020204" pitchFamily="34" charset="0"/>
              <a:buChar char="•"/>
            </a:pPr>
            <a:r>
              <a:rPr lang="en-US" sz="1600" dirty="0"/>
              <a:t>Problem definition – </a:t>
            </a:r>
            <a:r>
              <a:rPr lang="en-US" sz="1600" dirty="0">
                <a:solidFill>
                  <a:schemeClr val="accent3"/>
                </a:solidFill>
              </a:rPr>
              <a:t>What are we trying to solve </a:t>
            </a:r>
          </a:p>
          <a:p>
            <a:pPr marL="285750" indent="-285750">
              <a:buFont typeface="Arial" panose="020B0604020202020204" pitchFamily="34" charset="0"/>
              <a:buChar char="•"/>
            </a:pPr>
            <a:r>
              <a:rPr lang="en-US" sz="1600" dirty="0"/>
              <a:t>Pre-requisites – </a:t>
            </a:r>
            <a:r>
              <a:rPr lang="en-US" sz="1600" dirty="0">
                <a:solidFill>
                  <a:schemeClr val="accent3"/>
                </a:solidFill>
              </a:rPr>
              <a:t>Common concepts </a:t>
            </a:r>
          </a:p>
          <a:p>
            <a:pPr marL="285750" indent="-285750">
              <a:buFont typeface="Arial" panose="020B0604020202020204" pitchFamily="34" charset="0"/>
              <a:buChar char="•"/>
            </a:pPr>
            <a:r>
              <a:rPr lang="en-US" sz="1600" dirty="0"/>
              <a:t>Background – </a:t>
            </a:r>
            <a:r>
              <a:rPr lang="en-US" sz="1600" dirty="0">
                <a:solidFill>
                  <a:schemeClr val="accent3"/>
                </a:solidFill>
              </a:rPr>
              <a:t>Overview of literature</a:t>
            </a:r>
          </a:p>
          <a:p>
            <a:pPr marL="285750" indent="-285750">
              <a:buFont typeface="Arial" panose="020B0604020202020204" pitchFamily="34" charset="0"/>
              <a:buChar char="•"/>
            </a:pPr>
            <a:r>
              <a:rPr lang="en-US" sz="1600" dirty="0"/>
              <a:t>Our work – </a:t>
            </a:r>
            <a:r>
              <a:rPr lang="en-US" sz="1600" dirty="0">
                <a:solidFill>
                  <a:schemeClr val="accent3"/>
                </a:solidFill>
              </a:rPr>
              <a:t>How are we solving it </a:t>
            </a:r>
          </a:p>
          <a:p>
            <a:pPr marL="285750" indent="-285750">
              <a:buFont typeface="Arial" panose="020B0604020202020204" pitchFamily="34" charset="0"/>
              <a:buChar char="•"/>
            </a:pPr>
            <a:r>
              <a:rPr lang="en-US" sz="1600" dirty="0"/>
              <a:t>Results and Analysis – </a:t>
            </a:r>
            <a:r>
              <a:rPr lang="en-US" sz="1600" dirty="0">
                <a:solidFill>
                  <a:schemeClr val="accent3"/>
                </a:solidFill>
              </a:rPr>
              <a:t>What does it say</a:t>
            </a:r>
          </a:p>
          <a:p>
            <a:pPr marL="285750" indent="-285750">
              <a:buFont typeface="Arial" panose="020B0604020202020204" pitchFamily="34" charset="0"/>
              <a:buChar char="•"/>
            </a:pPr>
            <a:r>
              <a:rPr lang="en-US" sz="1600" dirty="0"/>
              <a:t>Future Work – </a:t>
            </a:r>
            <a:r>
              <a:rPr lang="en-US" sz="1600" dirty="0">
                <a:solidFill>
                  <a:schemeClr val="accent3"/>
                </a:solidFill>
              </a:rPr>
              <a:t>How this work can be extended</a:t>
            </a:r>
          </a:p>
          <a:p>
            <a:pPr marL="285750" indent="-285750">
              <a:buFont typeface="Arial" panose="020B0604020202020204" pitchFamily="34" charset="0"/>
              <a:buChar char="•"/>
            </a:pPr>
            <a:endParaRPr lang="en-US" sz="1600" dirty="0">
              <a:solidFill>
                <a:schemeClr val="accent3"/>
              </a:solidFill>
            </a:endParaRPr>
          </a:p>
          <a:p>
            <a:pPr marL="5701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sv-SE" dirty="0"/>
          </a:p>
        </p:txBody>
      </p:sp>
      <p:sp>
        <p:nvSpPr>
          <p:cNvPr id="4" name="Text Placeholder 3">
            <a:extLst>
              <a:ext uri="{FF2B5EF4-FFF2-40B4-BE49-F238E27FC236}">
                <a16:creationId xmlns:a16="http://schemas.microsoft.com/office/drawing/2014/main" id="{6C689DF6-F490-CF2B-0672-BF9FC9A596FB}"/>
              </a:ext>
            </a:extLst>
          </p:cNvPr>
          <p:cNvSpPr>
            <a:spLocks noGrp="1"/>
          </p:cNvSpPr>
          <p:nvPr>
            <p:ph type="body" sz="quarter" idx="14"/>
          </p:nvPr>
        </p:nvSpPr>
        <p:spPr/>
        <p:txBody>
          <a:bodyPr/>
          <a:lstStyle/>
          <a:p>
            <a:endParaRPr lang="sv-SE"/>
          </a:p>
        </p:txBody>
      </p:sp>
      <p:sp>
        <p:nvSpPr>
          <p:cNvPr id="5" name="Footer Placeholder 4">
            <a:extLst>
              <a:ext uri="{FF2B5EF4-FFF2-40B4-BE49-F238E27FC236}">
                <a16:creationId xmlns:a16="http://schemas.microsoft.com/office/drawing/2014/main" id="{528B3FC1-2109-DE2F-A8BD-78FB81CCFC47}"/>
              </a:ext>
            </a:extLst>
          </p:cNvPr>
          <p:cNvSpPr>
            <a:spLocks noGrp="1"/>
          </p:cNvSpPr>
          <p:nvPr>
            <p:ph type="ftr" sz="quarter" idx="10"/>
          </p:nvPr>
        </p:nvSpPr>
        <p:spPr/>
        <p:txBody>
          <a:bodyPr/>
          <a:lstStyle/>
          <a:p>
            <a:endParaRPr lang="en-US"/>
          </a:p>
        </p:txBody>
      </p:sp>
      <p:sp>
        <p:nvSpPr>
          <p:cNvPr id="6" name="Date Placeholder 5">
            <a:extLst>
              <a:ext uri="{FF2B5EF4-FFF2-40B4-BE49-F238E27FC236}">
                <a16:creationId xmlns:a16="http://schemas.microsoft.com/office/drawing/2014/main" id="{862CF441-5D13-C090-8988-BD62A397FBF1}"/>
              </a:ext>
            </a:extLst>
          </p:cNvPr>
          <p:cNvSpPr>
            <a:spLocks noGrp="1"/>
          </p:cNvSpPr>
          <p:nvPr>
            <p:ph type="dt" sz="half" idx="11"/>
          </p:nvPr>
        </p:nvSpPr>
        <p:spPr/>
        <p:txBody>
          <a:bodyPr/>
          <a:lstStyle/>
          <a:p>
            <a:fld id="{B2EE78E3-0FB5-4EDC-9795-648A78EAEBD6}" type="datetime4">
              <a:rPr lang="en-US" smtClean="0"/>
              <a:t>October 20, 2026</a:t>
            </a:fld>
            <a:endParaRPr lang="en-US"/>
          </a:p>
        </p:txBody>
      </p:sp>
      <p:sp>
        <p:nvSpPr>
          <p:cNvPr id="7" name="Slide Number Placeholder 6">
            <a:extLst>
              <a:ext uri="{FF2B5EF4-FFF2-40B4-BE49-F238E27FC236}">
                <a16:creationId xmlns:a16="http://schemas.microsoft.com/office/drawing/2014/main" id="{5DE76305-1ACB-D711-B716-DA4B5EA44A78}"/>
              </a:ext>
            </a:extLst>
          </p:cNvPr>
          <p:cNvSpPr>
            <a:spLocks noGrp="1"/>
          </p:cNvSpPr>
          <p:nvPr>
            <p:ph type="sldNum" sz="quarter" idx="12"/>
          </p:nvPr>
        </p:nvSpPr>
        <p:spPr/>
        <p:txBody>
          <a:bodyPr/>
          <a:lstStyle/>
          <a:p>
            <a:r>
              <a:rPr lang="en-US"/>
              <a:t>Slide </a:t>
            </a:r>
            <a:fld id="{619F89D8-7AE3-494A-97F3-03D680869632}" type="slidenum">
              <a:rPr lang="en-US" smtClean="0"/>
              <a:pPr/>
              <a:t>2</a:t>
            </a:fld>
            <a:endParaRPr lang="en-US"/>
          </a:p>
        </p:txBody>
      </p:sp>
    </p:spTree>
    <p:extLst>
      <p:ext uri="{BB962C8B-B14F-4D97-AF65-F5344CB8AC3E}">
        <p14:creationId xmlns:p14="http://schemas.microsoft.com/office/powerpoint/2010/main" val="71394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AF08E-5A7F-FDBF-6D99-D8DEC85288DB}"/>
              </a:ext>
            </a:extLst>
          </p:cNvPr>
          <p:cNvSpPr>
            <a:spLocks noGrp="1"/>
          </p:cNvSpPr>
          <p:nvPr>
            <p:ph type="title"/>
          </p:nvPr>
        </p:nvSpPr>
        <p:spPr/>
        <p:txBody>
          <a:bodyPr/>
          <a:lstStyle/>
          <a:p>
            <a:r>
              <a:rPr lang="en-US" dirty="0"/>
              <a:t>Motivation</a:t>
            </a:r>
            <a:endParaRPr lang="sv-SE" dirty="0"/>
          </a:p>
        </p:txBody>
      </p:sp>
      <p:sp>
        <p:nvSpPr>
          <p:cNvPr id="3" name="Date Placeholder 2">
            <a:extLst>
              <a:ext uri="{FF2B5EF4-FFF2-40B4-BE49-F238E27FC236}">
                <a16:creationId xmlns:a16="http://schemas.microsoft.com/office/drawing/2014/main" id="{3E333CAE-E98E-6D00-AC4D-C88E62182692}"/>
              </a:ext>
            </a:extLst>
          </p:cNvPr>
          <p:cNvSpPr>
            <a:spLocks noGrp="1"/>
          </p:cNvSpPr>
          <p:nvPr>
            <p:ph type="dt" sz="half" idx="10"/>
          </p:nvPr>
        </p:nvSpPr>
        <p:spPr/>
        <p:txBody>
          <a:bodyPr/>
          <a:lstStyle/>
          <a:p>
            <a:fld id="{7F60F6C1-C8EB-4219-8E37-B9B0DE88DCE0}" type="datetime4">
              <a:rPr lang="en-US" noProof="0" smtClean="0"/>
              <a:t>October 20, 2026</a:t>
            </a:fld>
            <a:endParaRPr lang="en-US" noProof="0"/>
          </a:p>
        </p:txBody>
      </p:sp>
      <p:sp>
        <p:nvSpPr>
          <p:cNvPr id="4" name="Slide Number Placeholder 3">
            <a:extLst>
              <a:ext uri="{FF2B5EF4-FFF2-40B4-BE49-F238E27FC236}">
                <a16:creationId xmlns:a16="http://schemas.microsoft.com/office/drawing/2014/main" id="{3DBB9BED-574A-01C3-FACF-D0D74197C8F0}"/>
              </a:ext>
            </a:extLst>
          </p:cNvPr>
          <p:cNvSpPr>
            <a:spLocks noGrp="1"/>
          </p:cNvSpPr>
          <p:nvPr>
            <p:ph type="sldNum" sz="quarter" idx="12"/>
          </p:nvPr>
        </p:nvSpPr>
        <p:spPr/>
        <p:txBody>
          <a:bodyPr/>
          <a:lstStyle/>
          <a:p>
            <a:r>
              <a:rPr lang="en-US" noProof="0"/>
              <a:t>Slide </a:t>
            </a:r>
            <a:fld id="{619F89D8-7AE3-494A-97F3-03D680869632}" type="slidenum">
              <a:rPr lang="en-US" noProof="0" smtClean="0"/>
              <a:pPr/>
              <a:t>3</a:t>
            </a:fld>
            <a:endParaRPr lang="en-US" noProof="0"/>
          </a:p>
        </p:txBody>
      </p:sp>
      <p:sp>
        <p:nvSpPr>
          <p:cNvPr id="5" name="Footer Placeholder 4">
            <a:extLst>
              <a:ext uri="{FF2B5EF4-FFF2-40B4-BE49-F238E27FC236}">
                <a16:creationId xmlns:a16="http://schemas.microsoft.com/office/drawing/2014/main" id="{416E9A49-40F3-6BE0-C481-A54BF1B724B3}"/>
              </a:ext>
            </a:extLst>
          </p:cNvPr>
          <p:cNvSpPr>
            <a:spLocks noGrp="1"/>
          </p:cNvSpPr>
          <p:nvPr>
            <p:ph type="ftr" sz="quarter" idx="24"/>
          </p:nvPr>
        </p:nvSpPr>
        <p:spPr/>
        <p:txBody>
          <a:bodyPr/>
          <a:lstStyle/>
          <a:p>
            <a:endParaRPr lang="en-US" noProof="0"/>
          </a:p>
        </p:txBody>
      </p:sp>
      <p:sp>
        <p:nvSpPr>
          <p:cNvPr id="6" name="Text Placeholder 5">
            <a:extLst>
              <a:ext uri="{FF2B5EF4-FFF2-40B4-BE49-F238E27FC236}">
                <a16:creationId xmlns:a16="http://schemas.microsoft.com/office/drawing/2014/main" id="{4D28AFD7-434B-128D-B3ED-338C762CA279}"/>
              </a:ext>
            </a:extLst>
          </p:cNvPr>
          <p:cNvSpPr>
            <a:spLocks noGrp="1"/>
          </p:cNvSpPr>
          <p:nvPr>
            <p:ph type="body" sz="quarter" idx="25"/>
          </p:nvPr>
        </p:nvSpPr>
        <p:spPr/>
        <p:txBody>
          <a:bodyPr/>
          <a:lstStyle/>
          <a:p>
            <a:endParaRPr lang="sv-SE"/>
          </a:p>
        </p:txBody>
      </p:sp>
      <p:sp>
        <p:nvSpPr>
          <p:cNvPr id="7" name="Text Placeholder 6">
            <a:extLst>
              <a:ext uri="{FF2B5EF4-FFF2-40B4-BE49-F238E27FC236}">
                <a16:creationId xmlns:a16="http://schemas.microsoft.com/office/drawing/2014/main" id="{7087ADBB-C37D-4E29-9CE3-8859A441459E}"/>
              </a:ext>
            </a:extLst>
          </p:cNvPr>
          <p:cNvSpPr>
            <a:spLocks noGrp="1"/>
          </p:cNvSpPr>
          <p:nvPr>
            <p:ph type="body" sz="quarter" idx="26"/>
          </p:nvPr>
        </p:nvSpPr>
        <p:spPr/>
        <p:txBody>
          <a:bodyPr/>
          <a:lstStyle/>
          <a:p>
            <a:endParaRPr lang="sv-SE"/>
          </a:p>
        </p:txBody>
      </p:sp>
    </p:spTree>
    <p:extLst>
      <p:ext uri="{BB962C8B-B14F-4D97-AF65-F5344CB8AC3E}">
        <p14:creationId xmlns:p14="http://schemas.microsoft.com/office/powerpoint/2010/main" val="851933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D461A-2703-BCF0-F420-ADCC0CCDE95E}"/>
              </a:ext>
            </a:extLst>
          </p:cNvPr>
          <p:cNvSpPr>
            <a:spLocks noGrp="1"/>
          </p:cNvSpPr>
          <p:nvPr>
            <p:ph type="title"/>
          </p:nvPr>
        </p:nvSpPr>
        <p:spPr/>
        <p:txBody>
          <a:bodyPr/>
          <a:lstStyle/>
          <a:p>
            <a:r>
              <a:rPr lang="en-US" dirty="0"/>
              <a:t>Problem Definition</a:t>
            </a:r>
            <a:endParaRPr lang="sv-SE" dirty="0"/>
          </a:p>
        </p:txBody>
      </p:sp>
      <p:sp>
        <p:nvSpPr>
          <p:cNvPr id="3" name="Text Placeholder 2">
            <a:extLst>
              <a:ext uri="{FF2B5EF4-FFF2-40B4-BE49-F238E27FC236}">
                <a16:creationId xmlns:a16="http://schemas.microsoft.com/office/drawing/2014/main" id="{CDC4C095-FC8E-C4B1-6498-F1C624479485}"/>
              </a:ext>
            </a:extLst>
          </p:cNvPr>
          <p:cNvSpPr>
            <a:spLocks noGrp="1"/>
          </p:cNvSpPr>
          <p:nvPr>
            <p:ph type="body" sz="quarter" idx="14"/>
          </p:nvPr>
        </p:nvSpPr>
        <p:spPr/>
        <p:txBody>
          <a:bodyPr/>
          <a:lstStyle/>
          <a:p>
            <a:endParaRPr lang="sv-SE" dirty="0"/>
          </a:p>
        </p:txBody>
      </p:sp>
      <p:sp>
        <p:nvSpPr>
          <p:cNvPr id="4" name="Text Placeholder 3">
            <a:extLst>
              <a:ext uri="{FF2B5EF4-FFF2-40B4-BE49-F238E27FC236}">
                <a16:creationId xmlns:a16="http://schemas.microsoft.com/office/drawing/2014/main" id="{00BFBDA4-68FA-F250-FB99-841B78EA8961}"/>
              </a:ext>
            </a:extLst>
          </p:cNvPr>
          <p:cNvSpPr>
            <a:spLocks noGrp="1"/>
          </p:cNvSpPr>
          <p:nvPr>
            <p:ph type="body" sz="quarter" idx="15"/>
          </p:nvPr>
        </p:nvSpPr>
        <p:spPr/>
        <p:txBody>
          <a:bodyPr/>
          <a:lstStyle/>
          <a:p>
            <a:r>
              <a:rPr lang="en-GB" dirty="0"/>
              <a:t>Industrial robot motion is usually programmed once and replayed. Under mass customisation every product variant needs reprogramming by an expert. Learning from demonstration lets a worker on the shop floor teach the task instead</a:t>
            </a:r>
          </a:p>
          <a:p>
            <a:r>
              <a:rPr lang="en-GB" dirty="0"/>
              <a:t>A generative model is used because demonstrations of one task contain several valid motions, and a model that predicts a single motion averages them. [Thesis §1.1]</a:t>
            </a:r>
            <a:endParaRPr lang="sv-SE" dirty="0"/>
          </a:p>
          <a:p>
            <a:endParaRPr lang="en-GB" dirty="0"/>
          </a:p>
          <a:p>
            <a:endParaRPr lang="en-GB" dirty="0"/>
          </a:p>
        </p:txBody>
      </p:sp>
      <p:sp>
        <p:nvSpPr>
          <p:cNvPr id="5" name="Footer Placeholder 4">
            <a:extLst>
              <a:ext uri="{FF2B5EF4-FFF2-40B4-BE49-F238E27FC236}">
                <a16:creationId xmlns:a16="http://schemas.microsoft.com/office/drawing/2014/main" id="{AAA034AD-BF55-65E4-9EB1-2E609DD257DE}"/>
              </a:ext>
            </a:extLst>
          </p:cNvPr>
          <p:cNvSpPr>
            <a:spLocks noGrp="1"/>
          </p:cNvSpPr>
          <p:nvPr>
            <p:ph type="ftr" sz="quarter" idx="10"/>
          </p:nvPr>
        </p:nvSpPr>
        <p:spPr/>
        <p:txBody>
          <a:bodyPr/>
          <a:lstStyle/>
          <a:p>
            <a:endParaRPr lang="en-US"/>
          </a:p>
        </p:txBody>
      </p:sp>
      <p:sp>
        <p:nvSpPr>
          <p:cNvPr id="6" name="Date Placeholder 5">
            <a:extLst>
              <a:ext uri="{FF2B5EF4-FFF2-40B4-BE49-F238E27FC236}">
                <a16:creationId xmlns:a16="http://schemas.microsoft.com/office/drawing/2014/main" id="{B4E412B7-22F3-80C4-34F4-A3B61A6AD2A3}"/>
              </a:ext>
            </a:extLst>
          </p:cNvPr>
          <p:cNvSpPr>
            <a:spLocks noGrp="1"/>
          </p:cNvSpPr>
          <p:nvPr>
            <p:ph type="dt" sz="half" idx="11"/>
          </p:nvPr>
        </p:nvSpPr>
        <p:spPr/>
        <p:txBody>
          <a:bodyPr/>
          <a:lstStyle/>
          <a:p>
            <a:fld id="{1DFE85B4-5EFD-4406-9D3D-357E557D4E6C}" type="datetime4">
              <a:rPr lang="en-US" smtClean="0"/>
              <a:t>October 20, 2026</a:t>
            </a:fld>
            <a:endParaRPr lang="en-US"/>
          </a:p>
        </p:txBody>
      </p:sp>
      <p:sp>
        <p:nvSpPr>
          <p:cNvPr id="7" name="Slide Number Placeholder 6">
            <a:extLst>
              <a:ext uri="{FF2B5EF4-FFF2-40B4-BE49-F238E27FC236}">
                <a16:creationId xmlns:a16="http://schemas.microsoft.com/office/drawing/2014/main" id="{5CECC256-6149-7ED7-C916-51CAC0274650}"/>
              </a:ext>
            </a:extLst>
          </p:cNvPr>
          <p:cNvSpPr>
            <a:spLocks noGrp="1"/>
          </p:cNvSpPr>
          <p:nvPr>
            <p:ph type="sldNum" sz="quarter" idx="12"/>
          </p:nvPr>
        </p:nvSpPr>
        <p:spPr/>
        <p:txBody>
          <a:bodyPr/>
          <a:lstStyle/>
          <a:p>
            <a:r>
              <a:rPr lang="en-US"/>
              <a:t>Slide </a:t>
            </a:r>
            <a:fld id="{619F89D8-7AE3-494A-97F3-03D680869632}" type="slidenum">
              <a:rPr lang="en-US" smtClean="0"/>
              <a:pPr/>
              <a:t>4</a:t>
            </a:fld>
            <a:endParaRPr lang="en-US"/>
          </a:p>
        </p:txBody>
      </p:sp>
    </p:spTree>
    <p:extLst>
      <p:ext uri="{BB962C8B-B14F-4D97-AF65-F5344CB8AC3E}">
        <p14:creationId xmlns:p14="http://schemas.microsoft.com/office/powerpoint/2010/main" val="2056793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02BBA-9853-354C-CA01-27F7D887EDBA}"/>
              </a:ext>
            </a:extLst>
          </p:cNvPr>
          <p:cNvSpPr>
            <a:spLocks noGrp="1"/>
          </p:cNvSpPr>
          <p:nvPr>
            <p:ph type="title"/>
          </p:nvPr>
        </p:nvSpPr>
        <p:spPr/>
        <p:txBody>
          <a:bodyPr/>
          <a:lstStyle/>
          <a:p>
            <a:endParaRPr lang="sv-SE"/>
          </a:p>
        </p:txBody>
      </p:sp>
      <p:sp>
        <p:nvSpPr>
          <p:cNvPr id="3" name="Text Placeholder 2">
            <a:extLst>
              <a:ext uri="{FF2B5EF4-FFF2-40B4-BE49-F238E27FC236}">
                <a16:creationId xmlns:a16="http://schemas.microsoft.com/office/drawing/2014/main" id="{38C515B2-AC2B-0EBA-DBAB-D9631862D310}"/>
              </a:ext>
            </a:extLst>
          </p:cNvPr>
          <p:cNvSpPr>
            <a:spLocks noGrp="1"/>
          </p:cNvSpPr>
          <p:nvPr>
            <p:ph type="body" sz="quarter" idx="14"/>
          </p:nvPr>
        </p:nvSpPr>
        <p:spPr/>
        <p:txBody>
          <a:bodyPr/>
          <a:lstStyle/>
          <a:p>
            <a:endParaRPr lang="sv-SE" dirty="0"/>
          </a:p>
        </p:txBody>
      </p:sp>
      <p:sp>
        <p:nvSpPr>
          <p:cNvPr id="4" name="Text Placeholder 3">
            <a:extLst>
              <a:ext uri="{FF2B5EF4-FFF2-40B4-BE49-F238E27FC236}">
                <a16:creationId xmlns:a16="http://schemas.microsoft.com/office/drawing/2014/main" id="{9B08CADC-E591-2602-F7CC-5FD71CA10469}"/>
              </a:ext>
            </a:extLst>
          </p:cNvPr>
          <p:cNvSpPr>
            <a:spLocks noGrp="1"/>
          </p:cNvSpPr>
          <p:nvPr>
            <p:ph type="body" sz="quarter" idx="15"/>
          </p:nvPr>
        </p:nvSpPr>
        <p:spPr/>
        <p:txBody>
          <a:bodyPr/>
          <a:lstStyle/>
          <a:p>
            <a:endParaRPr lang="sv-SE" dirty="0"/>
          </a:p>
        </p:txBody>
      </p:sp>
      <p:sp>
        <p:nvSpPr>
          <p:cNvPr id="5" name="Footer Placeholder 4">
            <a:extLst>
              <a:ext uri="{FF2B5EF4-FFF2-40B4-BE49-F238E27FC236}">
                <a16:creationId xmlns:a16="http://schemas.microsoft.com/office/drawing/2014/main" id="{2C5EDA48-542D-6AC8-4D37-CEEF301F5A22}"/>
              </a:ext>
            </a:extLst>
          </p:cNvPr>
          <p:cNvSpPr>
            <a:spLocks noGrp="1"/>
          </p:cNvSpPr>
          <p:nvPr>
            <p:ph type="ftr" sz="quarter" idx="10"/>
          </p:nvPr>
        </p:nvSpPr>
        <p:spPr/>
        <p:txBody>
          <a:bodyPr/>
          <a:lstStyle/>
          <a:p>
            <a:endParaRPr lang="en-US"/>
          </a:p>
        </p:txBody>
      </p:sp>
      <p:sp>
        <p:nvSpPr>
          <p:cNvPr id="6" name="Date Placeholder 5">
            <a:extLst>
              <a:ext uri="{FF2B5EF4-FFF2-40B4-BE49-F238E27FC236}">
                <a16:creationId xmlns:a16="http://schemas.microsoft.com/office/drawing/2014/main" id="{3C93F1E9-933F-6C3C-68E2-FC1B8A94A34B}"/>
              </a:ext>
            </a:extLst>
          </p:cNvPr>
          <p:cNvSpPr>
            <a:spLocks noGrp="1"/>
          </p:cNvSpPr>
          <p:nvPr>
            <p:ph type="dt" sz="half" idx="11"/>
          </p:nvPr>
        </p:nvSpPr>
        <p:spPr/>
        <p:txBody>
          <a:bodyPr/>
          <a:lstStyle/>
          <a:p>
            <a:fld id="{1DFE85B4-5EFD-4406-9D3D-357E557D4E6C}" type="datetime4">
              <a:rPr lang="en-US" smtClean="0"/>
              <a:t>October 20, 2026</a:t>
            </a:fld>
            <a:endParaRPr lang="en-US"/>
          </a:p>
        </p:txBody>
      </p:sp>
      <p:sp>
        <p:nvSpPr>
          <p:cNvPr id="7" name="Slide Number Placeholder 6">
            <a:extLst>
              <a:ext uri="{FF2B5EF4-FFF2-40B4-BE49-F238E27FC236}">
                <a16:creationId xmlns:a16="http://schemas.microsoft.com/office/drawing/2014/main" id="{95A36605-6CD5-DC50-860B-5496EEEB0C39}"/>
              </a:ext>
            </a:extLst>
          </p:cNvPr>
          <p:cNvSpPr>
            <a:spLocks noGrp="1"/>
          </p:cNvSpPr>
          <p:nvPr>
            <p:ph type="sldNum" sz="quarter" idx="12"/>
          </p:nvPr>
        </p:nvSpPr>
        <p:spPr/>
        <p:txBody>
          <a:bodyPr/>
          <a:lstStyle/>
          <a:p>
            <a:r>
              <a:rPr lang="en-US"/>
              <a:t>Slide </a:t>
            </a:r>
            <a:fld id="{619F89D8-7AE3-494A-97F3-03D680869632}" type="slidenum">
              <a:rPr lang="en-US" smtClean="0"/>
              <a:pPr/>
              <a:t>5</a:t>
            </a:fld>
            <a:endParaRPr lang="en-US"/>
          </a:p>
        </p:txBody>
      </p:sp>
    </p:spTree>
    <p:extLst>
      <p:ext uri="{BB962C8B-B14F-4D97-AF65-F5344CB8AC3E}">
        <p14:creationId xmlns:p14="http://schemas.microsoft.com/office/powerpoint/2010/main" val="3250055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B29B1-50B0-3094-932E-18C4BC961AEA}"/>
              </a:ext>
            </a:extLst>
          </p:cNvPr>
          <p:cNvSpPr>
            <a:spLocks noGrp="1"/>
          </p:cNvSpPr>
          <p:nvPr>
            <p:ph type="title"/>
          </p:nvPr>
        </p:nvSpPr>
        <p:spPr/>
        <p:txBody>
          <a:bodyPr/>
          <a:lstStyle/>
          <a:p>
            <a:r>
              <a:rPr lang="en-US"/>
              <a:t>Overview</a:t>
            </a:r>
            <a:endParaRPr lang="sv-SE"/>
          </a:p>
        </p:txBody>
      </p:sp>
      <p:sp>
        <p:nvSpPr>
          <p:cNvPr id="3" name="Content Placeholder 2">
            <a:extLst>
              <a:ext uri="{FF2B5EF4-FFF2-40B4-BE49-F238E27FC236}">
                <a16:creationId xmlns:a16="http://schemas.microsoft.com/office/drawing/2014/main" id="{AF38A5B3-05C3-1582-0931-E9ECE934D57C}"/>
              </a:ext>
            </a:extLst>
          </p:cNvPr>
          <p:cNvSpPr>
            <a:spLocks noGrp="1"/>
          </p:cNvSpPr>
          <p:nvPr>
            <p:ph sz="quarter" idx="16"/>
          </p:nvPr>
        </p:nvSpPr>
        <p:spPr/>
        <p:txBody>
          <a:bodyPr/>
          <a:lstStyle/>
          <a:p>
            <a:pPr marL="285750" indent="-285750">
              <a:buFont typeface="Arial" panose="020B0604020202020204" pitchFamily="34" charset="0"/>
              <a:buChar char="•"/>
            </a:pPr>
            <a:r>
              <a:rPr lang="en-US" b="1" dirty="0"/>
              <a:t>Thesis topic : </a:t>
            </a:r>
            <a:r>
              <a:rPr lang="en-US" dirty="0"/>
              <a:t>Data driven methods for control under STL specifications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Research Question : </a:t>
            </a:r>
          </a:p>
          <a:p>
            <a:pPr marL="570150" lvl="1" indent="-285750">
              <a:buFont typeface="Arial" panose="020B0604020202020204" pitchFamily="34" charset="0"/>
              <a:buChar char="•"/>
            </a:pPr>
            <a:r>
              <a:rPr lang="en-US" dirty="0"/>
              <a:t>Can data driven methods leverage formal specifications of STL to generate robust and safe trajectories?</a:t>
            </a:r>
          </a:p>
          <a:p>
            <a:pPr marL="570150" lvl="1" indent="-285750">
              <a:buFont typeface="Arial" panose="020B0604020202020204" pitchFamily="34" charset="0"/>
              <a:buChar char="•"/>
            </a:pPr>
            <a:endParaRPr lang="sv-SE" dirty="0"/>
          </a:p>
          <a:p>
            <a:pPr marL="285750" indent="-285750">
              <a:buFont typeface="Arial" panose="020B0604020202020204" pitchFamily="34" charset="0"/>
              <a:buChar char="•"/>
            </a:pPr>
            <a:r>
              <a:rPr lang="sv-SE" b="1" dirty="0"/>
              <a:t>Agenda : </a:t>
            </a:r>
          </a:p>
          <a:p>
            <a:pPr marL="570150" lvl="1" indent="-285750">
              <a:buFont typeface="Arial" panose="020B0604020202020204" pitchFamily="34" charset="0"/>
              <a:buChar char="•"/>
            </a:pPr>
            <a:r>
              <a:rPr lang="sv-SE" dirty="0"/>
              <a:t>Background </a:t>
            </a:r>
            <a:r>
              <a:rPr lang="sv-SE" dirty="0">
                <a:solidFill>
                  <a:srgbClr val="A9A9A9"/>
                </a:solidFill>
              </a:rPr>
              <a:t>of learning based method for robotic manipulation</a:t>
            </a:r>
            <a:r>
              <a:rPr lang="sv-SE" dirty="0"/>
              <a:t>. </a:t>
            </a:r>
          </a:p>
          <a:p>
            <a:pPr marL="570150" lvl="1" indent="-285750">
              <a:buFont typeface="Arial" panose="020B0604020202020204" pitchFamily="34" charset="0"/>
              <a:buChar char="•"/>
            </a:pPr>
            <a:r>
              <a:rPr lang="sv-SE" dirty="0"/>
              <a:t>How </a:t>
            </a:r>
            <a:r>
              <a:rPr lang="sv-SE" dirty="0">
                <a:solidFill>
                  <a:srgbClr val="A9A9A9"/>
                </a:solidFill>
              </a:rPr>
              <a:t>can STL be combined with them</a:t>
            </a:r>
          </a:p>
          <a:p>
            <a:pPr marL="570150" lvl="1" indent="-285750">
              <a:buFont typeface="Arial" panose="020B0604020202020204" pitchFamily="34" charset="0"/>
              <a:buChar char="•"/>
            </a:pPr>
            <a:r>
              <a:rPr lang="sv-SE" dirty="0"/>
              <a:t>Why </a:t>
            </a:r>
            <a:r>
              <a:rPr lang="sv-SE" dirty="0">
                <a:solidFill>
                  <a:srgbClr val="A9A9A9"/>
                </a:solidFill>
              </a:rPr>
              <a:t>combining with STL make them better</a:t>
            </a:r>
          </a:p>
          <a:p>
            <a:pPr marL="570150" lvl="1" indent="-285750">
              <a:buFont typeface="Arial" panose="020B0604020202020204" pitchFamily="34" charset="0"/>
              <a:buChar char="•"/>
            </a:pPr>
            <a:r>
              <a:rPr lang="sv-SE" dirty="0"/>
              <a:t>What</a:t>
            </a:r>
            <a:r>
              <a:rPr lang="sv-SE" dirty="0">
                <a:solidFill>
                  <a:schemeClr val="accent2"/>
                </a:solidFill>
              </a:rPr>
              <a:t> </a:t>
            </a:r>
            <a:r>
              <a:rPr lang="sv-SE" dirty="0">
                <a:solidFill>
                  <a:schemeClr val="accent3"/>
                </a:solidFill>
              </a:rPr>
              <a:t>have I done </a:t>
            </a:r>
            <a:endParaRPr lang="sv-SE" dirty="0">
              <a:solidFill>
                <a:srgbClr val="A9A9A9"/>
              </a:solidFill>
            </a:endParaRPr>
          </a:p>
          <a:p>
            <a:endParaRPr lang="sv-SE" dirty="0"/>
          </a:p>
          <a:p>
            <a:pPr marL="570150" lvl="1" indent="-285750">
              <a:buFont typeface="Arial" panose="020B0604020202020204" pitchFamily="34" charset="0"/>
              <a:buChar char="•"/>
            </a:pPr>
            <a:endParaRPr lang="sv-SE" dirty="0"/>
          </a:p>
          <a:p>
            <a:pPr marL="570150" lvl="1" indent="-285750">
              <a:buFont typeface="Arial" panose="020B0604020202020204" pitchFamily="34" charset="0"/>
              <a:buChar char="•"/>
            </a:pPr>
            <a:endParaRPr lang="sv-SE" dirty="0"/>
          </a:p>
          <a:p>
            <a:pPr marL="570150" lvl="1" indent="-285750">
              <a:buFont typeface="Arial" panose="020B0604020202020204" pitchFamily="34" charset="0"/>
              <a:buChar char="•"/>
            </a:pPr>
            <a:endParaRPr lang="sv-SE" dirty="0"/>
          </a:p>
          <a:p>
            <a:pPr marL="285750" indent="-285750">
              <a:buFont typeface="Arial" panose="020B0604020202020204" pitchFamily="34" charset="0"/>
              <a:buChar char="•"/>
            </a:pPr>
            <a:endParaRPr lang="sv-SE" dirty="0"/>
          </a:p>
          <a:p>
            <a:pPr marL="285750" indent="-285750">
              <a:buFont typeface="Arial" panose="020B0604020202020204" pitchFamily="34" charset="0"/>
              <a:buChar char="•"/>
            </a:pPr>
            <a:endParaRPr lang="sv-SE" dirty="0"/>
          </a:p>
        </p:txBody>
      </p:sp>
      <p:sp>
        <p:nvSpPr>
          <p:cNvPr id="4" name="Text Placeholder 3">
            <a:extLst>
              <a:ext uri="{FF2B5EF4-FFF2-40B4-BE49-F238E27FC236}">
                <a16:creationId xmlns:a16="http://schemas.microsoft.com/office/drawing/2014/main" id="{5C24CE2F-CF98-9A70-D14D-8EAC08BCDD61}"/>
              </a:ext>
            </a:extLst>
          </p:cNvPr>
          <p:cNvSpPr>
            <a:spLocks noGrp="1"/>
          </p:cNvSpPr>
          <p:nvPr>
            <p:ph type="body" sz="quarter" idx="14"/>
          </p:nvPr>
        </p:nvSpPr>
        <p:spPr/>
        <p:txBody>
          <a:bodyPr/>
          <a:lstStyle/>
          <a:p>
            <a:endParaRPr lang="sv-SE"/>
          </a:p>
        </p:txBody>
      </p:sp>
      <p:sp>
        <p:nvSpPr>
          <p:cNvPr id="5" name="Footer Placeholder 4">
            <a:extLst>
              <a:ext uri="{FF2B5EF4-FFF2-40B4-BE49-F238E27FC236}">
                <a16:creationId xmlns:a16="http://schemas.microsoft.com/office/drawing/2014/main" id="{3FC97421-2CEF-53C2-D551-801510A55096}"/>
              </a:ext>
            </a:extLst>
          </p:cNvPr>
          <p:cNvSpPr>
            <a:spLocks noGrp="1"/>
          </p:cNvSpPr>
          <p:nvPr>
            <p:ph type="ftr" sz="quarter" idx="10"/>
          </p:nvPr>
        </p:nvSpPr>
        <p:spPr/>
        <p:txBody>
          <a:bodyPr/>
          <a:lstStyle/>
          <a:p>
            <a:endParaRPr lang="en-US"/>
          </a:p>
        </p:txBody>
      </p:sp>
      <p:sp>
        <p:nvSpPr>
          <p:cNvPr id="6" name="Date Placeholder 5">
            <a:extLst>
              <a:ext uri="{FF2B5EF4-FFF2-40B4-BE49-F238E27FC236}">
                <a16:creationId xmlns:a16="http://schemas.microsoft.com/office/drawing/2014/main" id="{DF5AF5E3-F108-4EC2-565A-FB5AD3411A8F}"/>
              </a:ext>
            </a:extLst>
          </p:cNvPr>
          <p:cNvSpPr>
            <a:spLocks noGrp="1"/>
          </p:cNvSpPr>
          <p:nvPr>
            <p:ph type="dt" sz="half" idx="11"/>
          </p:nvPr>
        </p:nvSpPr>
        <p:spPr/>
        <p:txBody>
          <a:bodyPr/>
          <a:lstStyle/>
          <a:p>
            <a:fld id="{B2EE78E3-0FB5-4EDC-9795-648A78EAEBD6}" type="datetime4">
              <a:rPr lang="en-US" smtClean="0"/>
              <a:t>October 20, 2026</a:t>
            </a:fld>
            <a:endParaRPr lang="en-US"/>
          </a:p>
        </p:txBody>
      </p:sp>
      <p:sp>
        <p:nvSpPr>
          <p:cNvPr id="7" name="Slide Number Placeholder 6">
            <a:extLst>
              <a:ext uri="{FF2B5EF4-FFF2-40B4-BE49-F238E27FC236}">
                <a16:creationId xmlns:a16="http://schemas.microsoft.com/office/drawing/2014/main" id="{79E81310-D085-EB84-FB87-2AFE4E51898B}"/>
              </a:ext>
            </a:extLst>
          </p:cNvPr>
          <p:cNvSpPr>
            <a:spLocks noGrp="1"/>
          </p:cNvSpPr>
          <p:nvPr>
            <p:ph type="sldNum" sz="quarter" idx="12"/>
          </p:nvPr>
        </p:nvSpPr>
        <p:spPr/>
        <p:txBody>
          <a:bodyPr/>
          <a:lstStyle/>
          <a:p>
            <a:r>
              <a:rPr lang="en-US"/>
              <a:t>Slide </a:t>
            </a:r>
            <a:fld id="{619F89D8-7AE3-494A-97F3-03D680869632}" type="slidenum">
              <a:rPr lang="en-US" smtClean="0"/>
              <a:pPr/>
              <a:t>6</a:t>
            </a:fld>
            <a:endParaRPr lang="en-US"/>
          </a:p>
        </p:txBody>
      </p:sp>
    </p:spTree>
    <p:extLst>
      <p:ext uri="{BB962C8B-B14F-4D97-AF65-F5344CB8AC3E}">
        <p14:creationId xmlns:p14="http://schemas.microsoft.com/office/powerpoint/2010/main" val="1407252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74166-12CE-3411-9A07-1DB054531B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DCA978-B1BA-470C-F045-7E73869E88C1}"/>
              </a:ext>
            </a:extLst>
          </p:cNvPr>
          <p:cNvSpPr>
            <a:spLocks noGrp="1"/>
          </p:cNvSpPr>
          <p:nvPr>
            <p:ph type="title"/>
          </p:nvPr>
        </p:nvSpPr>
        <p:spPr/>
        <p:txBody>
          <a:bodyPr/>
          <a:lstStyle/>
          <a:p>
            <a:r>
              <a:rPr lang="en-US" dirty="0"/>
              <a:t>Pre-Requisites</a:t>
            </a:r>
            <a:endParaRPr lang="sv-SE" dirty="0"/>
          </a:p>
        </p:txBody>
      </p:sp>
      <p:sp>
        <p:nvSpPr>
          <p:cNvPr id="3" name="Date Placeholder 2">
            <a:extLst>
              <a:ext uri="{FF2B5EF4-FFF2-40B4-BE49-F238E27FC236}">
                <a16:creationId xmlns:a16="http://schemas.microsoft.com/office/drawing/2014/main" id="{373BAD96-B41E-8EC5-0CCB-B2A590296FFD}"/>
              </a:ext>
            </a:extLst>
          </p:cNvPr>
          <p:cNvSpPr>
            <a:spLocks noGrp="1"/>
          </p:cNvSpPr>
          <p:nvPr>
            <p:ph type="dt" sz="half" idx="10"/>
          </p:nvPr>
        </p:nvSpPr>
        <p:spPr/>
        <p:txBody>
          <a:bodyPr/>
          <a:lstStyle/>
          <a:p>
            <a:fld id="{7F60F6C1-C8EB-4219-8E37-B9B0DE88DCE0}" type="datetime4">
              <a:rPr lang="en-US" noProof="0" smtClean="0"/>
              <a:t>October 20, 2026</a:t>
            </a:fld>
            <a:endParaRPr lang="en-US" noProof="0"/>
          </a:p>
        </p:txBody>
      </p:sp>
      <p:sp>
        <p:nvSpPr>
          <p:cNvPr id="4" name="Slide Number Placeholder 3">
            <a:extLst>
              <a:ext uri="{FF2B5EF4-FFF2-40B4-BE49-F238E27FC236}">
                <a16:creationId xmlns:a16="http://schemas.microsoft.com/office/drawing/2014/main" id="{5DFE55BF-47C1-1716-E33C-EE92D15ADBE5}"/>
              </a:ext>
            </a:extLst>
          </p:cNvPr>
          <p:cNvSpPr>
            <a:spLocks noGrp="1"/>
          </p:cNvSpPr>
          <p:nvPr>
            <p:ph type="sldNum" sz="quarter" idx="12"/>
          </p:nvPr>
        </p:nvSpPr>
        <p:spPr/>
        <p:txBody>
          <a:bodyPr/>
          <a:lstStyle/>
          <a:p>
            <a:r>
              <a:rPr lang="en-US" noProof="0"/>
              <a:t>Slide </a:t>
            </a:r>
            <a:fld id="{619F89D8-7AE3-494A-97F3-03D680869632}" type="slidenum">
              <a:rPr lang="en-US" noProof="0" smtClean="0"/>
              <a:pPr/>
              <a:t>7</a:t>
            </a:fld>
            <a:endParaRPr lang="en-US" noProof="0"/>
          </a:p>
        </p:txBody>
      </p:sp>
      <p:sp>
        <p:nvSpPr>
          <p:cNvPr id="5" name="Footer Placeholder 4">
            <a:extLst>
              <a:ext uri="{FF2B5EF4-FFF2-40B4-BE49-F238E27FC236}">
                <a16:creationId xmlns:a16="http://schemas.microsoft.com/office/drawing/2014/main" id="{F60D882C-0F3D-3F98-55BF-620FE8ED2469}"/>
              </a:ext>
            </a:extLst>
          </p:cNvPr>
          <p:cNvSpPr>
            <a:spLocks noGrp="1"/>
          </p:cNvSpPr>
          <p:nvPr>
            <p:ph type="ftr" sz="quarter" idx="24"/>
          </p:nvPr>
        </p:nvSpPr>
        <p:spPr/>
        <p:txBody>
          <a:bodyPr/>
          <a:lstStyle/>
          <a:p>
            <a:endParaRPr lang="en-US" noProof="0"/>
          </a:p>
        </p:txBody>
      </p:sp>
      <p:sp>
        <p:nvSpPr>
          <p:cNvPr id="6" name="Text Placeholder 5">
            <a:extLst>
              <a:ext uri="{FF2B5EF4-FFF2-40B4-BE49-F238E27FC236}">
                <a16:creationId xmlns:a16="http://schemas.microsoft.com/office/drawing/2014/main" id="{074AB2DF-E80A-E3D5-9FB3-37E6C9EB62C8}"/>
              </a:ext>
            </a:extLst>
          </p:cNvPr>
          <p:cNvSpPr>
            <a:spLocks noGrp="1"/>
          </p:cNvSpPr>
          <p:nvPr>
            <p:ph type="body" sz="quarter" idx="25"/>
          </p:nvPr>
        </p:nvSpPr>
        <p:spPr/>
        <p:txBody>
          <a:bodyPr/>
          <a:lstStyle/>
          <a:p>
            <a:endParaRPr lang="sv-SE"/>
          </a:p>
        </p:txBody>
      </p:sp>
      <p:sp>
        <p:nvSpPr>
          <p:cNvPr id="7" name="Text Placeholder 6">
            <a:extLst>
              <a:ext uri="{FF2B5EF4-FFF2-40B4-BE49-F238E27FC236}">
                <a16:creationId xmlns:a16="http://schemas.microsoft.com/office/drawing/2014/main" id="{6290BEE1-76E7-96C2-5AD9-0B1081016D81}"/>
              </a:ext>
            </a:extLst>
          </p:cNvPr>
          <p:cNvSpPr>
            <a:spLocks noGrp="1"/>
          </p:cNvSpPr>
          <p:nvPr>
            <p:ph type="body" sz="quarter" idx="26"/>
          </p:nvPr>
        </p:nvSpPr>
        <p:spPr/>
        <p:txBody>
          <a:bodyPr/>
          <a:lstStyle/>
          <a:p>
            <a:endParaRPr lang="sv-SE"/>
          </a:p>
        </p:txBody>
      </p:sp>
    </p:spTree>
    <p:extLst>
      <p:ext uri="{BB962C8B-B14F-4D97-AF65-F5344CB8AC3E}">
        <p14:creationId xmlns:p14="http://schemas.microsoft.com/office/powerpoint/2010/main" val="2670740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EAE89-ECFA-BF88-10C0-0F17C22563C1}"/>
              </a:ext>
            </a:extLst>
          </p:cNvPr>
          <p:cNvSpPr>
            <a:spLocks noGrp="1"/>
          </p:cNvSpPr>
          <p:nvPr>
            <p:ph type="title"/>
          </p:nvPr>
        </p:nvSpPr>
        <p:spPr/>
        <p:txBody>
          <a:bodyPr/>
          <a:lstStyle/>
          <a:p>
            <a:r>
              <a:rPr lang="sv-SE" dirty="0"/>
              <a:t>Signal Temporal Logic</a:t>
            </a:r>
          </a:p>
        </p:txBody>
      </p:sp>
      <p:sp>
        <p:nvSpPr>
          <p:cNvPr id="3" name="Text Placeholder 2">
            <a:extLst>
              <a:ext uri="{FF2B5EF4-FFF2-40B4-BE49-F238E27FC236}">
                <a16:creationId xmlns:a16="http://schemas.microsoft.com/office/drawing/2014/main" id="{3BE0E4FE-0901-326C-CFAC-AF5E39D2B8F4}"/>
              </a:ext>
            </a:extLst>
          </p:cNvPr>
          <p:cNvSpPr>
            <a:spLocks noGrp="1"/>
          </p:cNvSpPr>
          <p:nvPr>
            <p:ph type="body" sz="quarter" idx="14"/>
          </p:nvPr>
        </p:nvSpPr>
        <p:spPr/>
        <p:txBody>
          <a:bodyPr/>
          <a:lstStyle/>
          <a:p>
            <a:r>
              <a:rPr lang="sv-SE" dirty="0"/>
              <a:t>A formal language</a:t>
            </a:r>
          </a:p>
        </p:txBody>
      </p:sp>
      <p:sp>
        <p:nvSpPr>
          <p:cNvPr id="4" name="Text Placeholder 3">
            <a:extLst>
              <a:ext uri="{FF2B5EF4-FFF2-40B4-BE49-F238E27FC236}">
                <a16:creationId xmlns:a16="http://schemas.microsoft.com/office/drawing/2014/main" id="{F676AD01-AA81-6795-34DB-8F6D1B42F8A6}"/>
              </a:ext>
            </a:extLst>
          </p:cNvPr>
          <p:cNvSpPr>
            <a:spLocks noGrp="1"/>
          </p:cNvSpPr>
          <p:nvPr>
            <p:ph type="body" sz="quarter" idx="15"/>
          </p:nvPr>
        </p:nvSpPr>
        <p:spPr>
          <a:xfrm>
            <a:off x="330200" y="1495920"/>
            <a:ext cx="6495226" cy="462099"/>
          </a:xfrm>
        </p:spPr>
        <p:txBody>
          <a:bodyPr/>
          <a:lstStyle/>
          <a:p>
            <a:pPr marL="0" indent="0">
              <a:buNone/>
            </a:pPr>
            <a:r>
              <a:rPr lang="en-US" sz="1800" dirty="0">
                <a:solidFill>
                  <a:srgbClr val="000000"/>
                </a:solidFill>
                <a:latin typeface="Arial" pitchFamily="34" charset="0"/>
                <a:ea typeface="Arial" pitchFamily="34" charset="-122"/>
                <a:cs typeface="Arial" pitchFamily="34" charset="-120"/>
              </a:rPr>
              <a:t>A precise way to say what the robot must do — and </a:t>
            </a:r>
            <a:r>
              <a:rPr lang="en-US" sz="1800" i="1" dirty="0">
                <a:solidFill>
                  <a:srgbClr val="000000"/>
                </a:solidFill>
                <a:latin typeface="Arial" pitchFamily="34" charset="0"/>
                <a:ea typeface="Arial" pitchFamily="34" charset="-122"/>
                <a:cs typeface="Arial" pitchFamily="34" charset="-120"/>
              </a:rPr>
              <a:t>when</a:t>
            </a:r>
            <a:r>
              <a:rPr lang="en-US" sz="1800" dirty="0">
                <a:solidFill>
                  <a:srgbClr val="000000"/>
                </a:solidFill>
                <a:latin typeface="Arial" pitchFamily="34" charset="0"/>
                <a:ea typeface="Arial" pitchFamily="34" charset="-122"/>
                <a:cs typeface="Arial" pitchFamily="34" charset="-120"/>
              </a:rPr>
              <a:t>.</a:t>
            </a:r>
            <a:endParaRPr lang="en-US" sz="1800" dirty="0"/>
          </a:p>
          <a:p>
            <a:pPr marL="0" indent="0">
              <a:buNone/>
            </a:pPr>
            <a:endParaRPr lang="sv-SE" dirty="0"/>
          </a:p>
        </p:txBody>
      </p:sp>
      <p:sp>
        <p:nvSpPr>
          <p:cNvPr id="5" name="Footer Placeholder 4">
            <a:extLst>
              <a:ext uri="{FF2B5EF4-FFF2-40B4-BE49-F238E27FC236}">
                <a16:creationId xmlns:a16="http://schemas.microsoft.com/office/drawing/2014/main" id="{A6A8BE82-5684-47F1-64C0-FAD6A5C47625}"/>
              </a:ext>
            </a:extLst>
          </p:cNvPr>
          <p:cNvSpPr>
            <a:spLocks noGrp="1"/>
          </p:cNvSpPr>
          <p:nvPr>
            <p:ph type="ftr" sz="quarter" idx="10"/>
          </p:nvPr>
        </p:nvSpPr>
        <p:spPr/>
        <p:txBody>
          <a:bodyPr/>
          <a:lstStyle/>
          <a:p>
            <a:endParaRPr lang="en-US" dirty="0"/>
          </a:p>
        </p:txBody>
      </p:sp>
      <p:sp>
        <p:nvSpPr>
          <p:cNvPr id="6" name="Date Placeholder 5">
            <a:extLst>
              <a:ext uri="{FF2B5EF4-FFF2-40B4-BE49-F238E27FC236}">
                <a16:creationId xmlns:a16="http://schemas.microsoft.com/office/drawing/2014/main" id="{99CD9CD7-A13E-B845-4347-541DF78F9FE1}"/>
              </a:ext>
            </a:extLst>
          </p:cNvPr>
          <p:cNvSpPr>
            <a:spLocks noGrp="1"/>
          </p:cNvSpPr>
          <p:nvPr>
            <p:ph type="dt" sz="half" idx="11"/>
          </p:nvPr>
        </p:nvSpPr>
        <p:spPr/>
        <p:txBody>
          <a:bodyPr/>
          <a:lstStyle/>
          <a:p>
            <a:fld id="{1DFE85B4-5EFD-4406-9D3D-357E557D4E6C}" type="datetime4">
              <a:rPr lang="en-US" smtClean="0"/>
              <a:t>October 20, 2026</a:t>
            </a:fld>
            <a:endParaRPr lang="en-US" dirty="0"/>
          </a:p>
        </p:txBody>
      </p:sp>
      <p:sp>
        <p:nvSpPr>
          <p:cNvPr id="7" name="Slide Number Placeholder 6">
            <a:extLst>
              <a:ext uri="{FF2B5EF4-FFF2-40B4-BE49-F238E27FC236}">
                <a16:creationId xmlns:a16="http://schemas.microsoft.com/office/drawing/2014/main" id="{F9DE8AA1-9BCC-B763-5254-631EE3524D91}"/>
              </a:ext>
            </a:extLst>
          </p:cNvPr>
          <p:cNvSpPr>
            <a:spLocks noGrp="1"/>
          </p:cNvSpPr>
          <p:nvPr>
            <p:ph type="sldNum" sz="quarter" idx="12"/>
          </p:nvPr>
        </p:nvSpPr>
        <p:spPr/>
        <p:txBody>
          <a:bodyPr/>
          <a:lstStyle/>
          <a:p>
            <a:r>
              <a:rPr lang="en-US"/>
              <a:t>Slide </a:t>
            </a:r>
            <a:fld id="{619F89D8-7AE3-494A-97F3-03D680869632}" type="slidenum">
              <a:rPr lang="en-US" smtClean="0"/>
              <a:pPr/>
              <a:t>8</a:t>
            </a:fld>
            <a:endParaRPr lang="en-US" dirty="0"/>
          </a:p>
        </p:txBody>
      </p:sp>
      <p:sp>
        <p:nvSpPr>
          <p:cNvPr id="9" name="Shape 8">
            <a:extLst>
              <a:ext uri="{FF2B5EF4-FFF2-40B4-BE49-F238E27FC236}">
                <a16:creationId xmlns:a16="http://schemas.microsoft.com/office/drawing/2014/main" id="{B245B5CA-01DA-98C1-9CBB-C19DA379D010}"/>
              </a:ext>
            </a:extLst>
          </p:cNvPr>
          <p:cNvSpPr/>
          <p:nvPr/>
        </p:nvSpPr>
        <p:spPr>
          <a:xfrm>
            <a:off x="6695597" y="2634925"/>
            <a:ext cx="4206240" cy="1051560"/>
          </a:xfrm>
          <a:prstGeom prst="rect">
            <a:avLst/>
          </a:prstGeom>
          <a:solidFill>
            <a:srgbClr val="FFFFFF"/>
          </a:solidFill>
          <a:ln w="12700">
            <a:solidFill>
              <a:srgbClr val="000000"/>
            </a:solidFill>
            <a:prstDash val="solid"/>
          </a:ln>
        </p:spPr>
        <p:txBody>
          <a:bodyPr/>
          <a:lstStyle/>
          <a:p>
            <a:endParaRPr lang="sv-SE"/>
          </a:p>
        </p:txBody>
      </p:sp>
      <p:sp>
        <p:nvSpPr>
          <p:cNvPr id="10" name="Text 9">
            <a:extLst>
              <a:ext uri="{FF2B5EF4-FFF2-40B4-BE49-F238E27FC236}">
                <a16:creationId xmlns:a16="http://schemas.microsoft.com/office/drawing/2014/main" id="{D738C5B9-CB4B-BC96-3156-0F7539397D58}"/>
              </a:ext>
            </a:extLst>
          </p:cNvPr>
          <p:cNvSpPr/>
          <p:nvPr/>
        </p:nvSpPr>
        <p:spPr>
          <a:xfrm>
            <a:off x="7107495" y="2715597"/>
            <a:ext cx="3383280" cy="868680"/>
          </a:xfrm>
          <a:prstGeom prst="rect">
            <a:avLst/>
          </a:prstGeom>
          <a:noFill/>
          <a:ln/>
        </p:spPr>
        <p:txBody>
          <a:bodyPr wrap="square" lIns="0" tIns="0" rIns="0" bIns="0" rtlCol="0" anchor="ctr"/>
          <a:lstStyle/>
          <a:p>
            <a:pPr marL="0" indent="0" algn="l">
              <a:buNone/>
            </a:pPr>
            <a:r>
              <a:rPr lang="en-US" sz="1600" i="1" dirty="0">
                <a:solidFill>
                  <a:srgbClr val="000000"/>
                </a:solidFill>
                <a:latin typeface="Arial" pitchFamily="34" charset="0"/>
                <a:ea typeface="Arial" pitchFamily="34" charset="-122"/>
                <a:cs typeface="Arial" pitchFamily="34" charset="-120"/>
              </a:rPr>
              <a:t>“Glue the adhesive within 2 seconds</a:t>
            </a:r>
            <a:endParaRPr lang="en-US" sz="1600" dirty="0"/>
          </a:p>
        </p:txBody>
      </p:sp>
      <p:sp>
        <p:nvSpPr>
          <p:cNvPr id="11" name="Shape 10">
            <a:extLst>
              <a:ext uri="{FF2B5EF4-FFF2-40B4-BE49-F238E27FC236}">
                <a16:creationId xmlns:a16="http://schemas.microsoft.com/office/drawing/2014/main" id="{5043C3C4-731F-4FD4-C2A6-86A12B14F38C}"/>
              </a:ext>
            </a:extLst>
          </p:cNvPr>
          <p:cNvSpPr/>
          <p:nvPr/>
        </p:nvSpPr>
        <p:spPr>
          <a:xfrm>
            <a:off x="8439850" y="3918530"/>
            <a:ext cx="313841" cy="365761"/>
          </a:xfrm>
          <a:prstGeom prst="downArrow">
            <a:avLst/>
          </a:prstGeom>
          <a:solidFill>
            <a:srgbClr val="FF000F"/>
          </a:solidFill>
          <a:ln w="12700">
            <a:solidFill>
              <a:srgbClr val="FF000F"/>
            </a:solidFill>
            <a:prstDash val="solid"/>
          </a:ln>
        </p:spPr>
        <p:txBody>
          <a:bodyPr/>
          <a:lstStyle/>
          <a:p>
            <a:endParaRPr lang="sv-SE"/>
          </a:p>
        </p:txBody>
      </p:sp>
      <p:sp>
        <p:nvSpPr>
          <p:cNvPr id="12" name="Text 11">
            <a:extLst>
              <a:ext uri="{FF2B5EF4-FFF2-40B4-BE49-F238E27FC236}">
                <a16:creationId xmlns:a16="http://schemas.microsoft.com/office/drawing/2014/main" id="{BE4D2D8D-990D-4E71-69FD-0713DD1E4B74}"/>
              </a:ext>
            </a:extLst>
          </p:cNvPr>
          <p:cNvSpPr/>
          <p:nvPr/>
        </p:nvSpPr>
        <p:spPr>
          <a:xfrm>
            <a:off x="6825426" y="4446187"/>
            <a:ext cx="3657600" cy="228600"/>
          </a:xfrm>
          <a:prstGeom prst="rect">
            <a:avLst/>
          </a:prstGeom>
          <a:noFill/>
          <a:ln/>
        </p:spPr>
        <p:txBody>
          <a:bodyPr wrap="square" lIns="0" tIns="0" rIns="0" bIns="0" rtlCol="0" anchor="ctr"/>
          <a:lstStyle/>
          <a:p>
            <a:pPr marL="0" indent="0" algn="ctr">
              <a:buNone/>
            </a:pPr>
            <a:r>
              <a:rPr lang="en-US" sz="1050" b="1" kern="0" spc="600" dirty="0">
                <a:solidFill>
                  <a:srgbClr val="6B6B6B"/>
                </a:solidFill>
                <a:latin typeface="Arial" pitchFamily="34" charset="0"/>
                <a:ea typeface="Arial" pitchFamily="34" charset="-122"/>
                <a:cs typeface="Arial" pitchFamily="34" charset="-120"/>
              </a:rPr>
              <a:t>STL</a:t>
            </a:r>
            <a:endParaRPr lang="en-US" sz="1050" dirty="0"/>
          </a:p>
        </p:txBody>
      </p:sp>
      <p:sp>
        <p:nvSpPr>
          <p:cNvPr id="13" name="Shape 12">
            <a:extLst>
              <a:ext uri="{FF2B5EF4-FFF2-40B4-BE49-F238E27FC236}">
                <a16:creationId xmlns:a16="http://schemas.microsoft.com/office/drawing/2014/main" id="{9F7F03BB-5252-AC58-2677-4E0262E3FCA6}"/>
              </a:ext>
            </a:extLst>
          </p:cNvPr>
          <p:cNvSpPr/>
          <p:nvPr/>
        </p:nvSpPr>
        <p:spPr>
          <a:xfrm>
            <a:off x="6700677" y="4882099"/>
            <a:ext cx="4206240" cy="724320"/>
          </a:xfrm>
          <a:prstGeom prst="rect">
            <a:avLst/>
          </a:prstGeom>
          <a:solidFill>
            <a:srgbClr val="FFFFFF"/>
          </a:solidFill>
          <a:ln w="12700">
            <a:solidFill>
              <a:srgbClr val="000000"/>
            </a:solidFill>
            <a:prstDash val="solid"/>
          </a:ln>
        </p:spPr>
        <p:txBody>
          <a:bodyPr/>
          <a:lstStyle/>
          <a:p>
            <a:endParaRPr lang="sv-SE"/>
          </a:p>
        </p:txBody>
      </p:sp>
      <p:sp>
        <p:nvSpPr>
          <p:cNvPr id="14" name="Text 13">
            <a:extLst>
              <a:ext uri="{FF2B5EF4-FFF2-40B4-BE49-F238E27FC236}">
                <a16:creationId xmlns:a16="http://schemas.microsoft.com/office/drawing/2014/main" id="{C79BE067-DBCE-05B4-9902-4E824A51F41B}"/>
              </a:ext>
            </a:extLst>
          </p:cNvPr>
          <p:cNvSpPr/>
          <p:nvPr/>
        </p:nvSpPr>
        <p:spPr>
          <a:xfrm>
            <a:off x="7286388" y="4958010"/>
            <a:ext cx="3034818" cy="535177"/>
          </a:xfrm>
          <a:prstGeom prst="rect">
            <a:avLst/>
          </a:prstGeom>
          <a:noFill/>
          <a:ln/>
        </p:spPr>
        <p:txBody>
          <a:bodyPr wrap="square" lIns="0" tIns="0" rIns="0" bIns="0" rtlCol="0" anchor="ctr"/>
          <a:lstStyle/>
          <a:p>
            <a:pPr marL="0" indent="0" algn="ctr">
              <a:buNone/>
            </a:pPr>
            <a:r>
              <a:rPr lang="en-US" sz="1800" b="1" dirty="0">
                <a:solidFill>
                  <a:srgbClr val="FF000F"/>
                </a:solidFill>
                <a:latin typeface="Consolas" pitchFamily="34" charset="0"/>
                <a:ea typeface="Consolas" pitchFamily="34" charset="-122"/>
                <a:cs typeface="Consolas" pitchFamily="34" charset="-120"/>
              </a:rPr>
              <a:t>F</a:t>
            </a:r>
            <a:r>
              <a:rPr lang="en-US" sz="1800" b="1" dirty="0">
                <a:solidFill>
                  <a:srgbClr val="000000"/>
                </a:solidFill>
                <a:latin typeface="Consolas" pitchFamily="34" charset="0"/>
                <a:ea typeface="Consolas" pitchFamily="34" charset="-122"/>
                <a:cs typeface="Consolas" pitchFamily="34" charset="-120"/>
              </a:rPr>
              <a:t>[0,2] (</a:t>
            </a:r>
            <a:r>
              <a:rPr lang="en-US" sz="1800" b="1" dirty="0">
                <a:solidFill>
                  <a:srgbClr val="FF000F"/>
                </a:solidFill>
                <a:latin typeface="Consolas" pitchFamily="34" charset="0"/>
                <a:ea typeface="Consolas" pitchFamily="34" charset="-122"/>
                <a:cs typeface="Consolas" pitchFamily="34" charset="-120"/>
              </a:rPr>
              <a:t>glue</a:t>
            </a:r>
            <a:r>
              <a:rPr lang="en-US" sz="1800" b="1" dirty="0">
                <a:latin typeface="Consolas" pitchFamily="34" charset="0"/>
                <a:ea typeface="Consolas" pitchFamily="34" charset="-122"/>
                <a:cs typeface="Consolas" pitchFamily="34" charset="-120"/>
              </a:rPr>
              <a:t>)</a:t>
            </a:r>
            <a:endParaRPr lang="en-US" sz="1800" dirty="0"/>
          </a:p>
        </p:txBody>
      </p:sp>
      <p:sp>
        <p:nvSpPr>
          <p:cNvPr id="15" name="Text 7">
            <a:extLst>
              <a:ext uri="{FF2B5EF4-FFF2-40B4-BE49-F238E27FC236}">
                <a16:creationId xmlns:a16="http://schemas.microsoft.com/office/drawing/2014/main" id="{93027B9F-02B8-A743-6A74-FB78EA6BEAF7}"/>
              </a:ext>
            </a:extLst>
          </p:cNvPr>
          <p:cNvSpPr/>
          <p:nvPr/>
        </p:nvSpPr>
        <p:spPr>
          <a:xfrm>
            <a:off x="6833175" y="2248060"/>
            <a:ext cx="3657600" cy="228600"/>
          </a:xfrm>
          <a:prstGeom prst="rect">
            <a:avLst/>
          </a:prstGeom>
          <a:noFill/>
          <a:ln/>
        </p:spPr>
        <p:txBody>
          <a:bodyPr wrap="square" lIns="0" tIns="0" rIns="0" bIns="0" rtlCol="0" anchor="ctr"/>
          <a:lstStyle/>
          <a:p>
            <a:pPr marL="0" indent="0" algn="ctr">
              <a:buNone/>
            </a:pPr>
            <a:r>
              <a:rPr lang="en-US" sz="1050" b="1" kern="0" spc="600" dirty="0">
                <a:solidFill>
                  <a:srgbClr val="6B6B6B"/>
                </a:solidFill>
                <a:latin typeface="Arial" pitchFamily="34" charset="0"/>
                <a:ea typeface="Arial" pitchFamily="34" charset="-122"/>
                <a:cs typeface="Arial" pitchFamily="34" charset="-120"/>
              </a:rPr>
              <a:t>NATURAL LANGUAGE</a:t>
            </a:r>
            <a:endParaRPr lang="en-US" sz="1050" dirty="0"/>
          </a:p>
        </p:txBody>
      </p:sp>
      <p:grpSp>
        <p:nvGrpSpPr>
          <p:cNvPr id="29" name="Group 28">
            <a:extLst>
              <a:ext uri="{FF2B5EF4-FFF2-40B4-BE49-F238E27FC236}">
                <a16:creationId xmlns:a16="http://schemas.microsoft.com/office/drawing/2014/main" id="{3A02368A-5076-DAD0-F16C-7855AD1E01DA}"/>
              </a:ext>
            </a:extLst>
          </p:cNvPr>
          <p:cNvGrpSpPr/>
          <p:nvPr/>
        </p:nvGrpSpPr>
        <p:grpSpPr>
          <a:xfrm>
            <a:off x="471090" y="2144160"/>
            <a:ext cx="5029200" cy="3611880"/>
            <a:chOff x="471090" y="2144160"/>
            <a:chExt cx="5029200" cy="3611880"/>
          </a:xfrm>
        </p:grpSpPr>
        <p:sp>
          <p:nvSpPr>
            <p:cNvPr id="17" name="Shape 15">
              <a:extLst>
                <a:ext uri="{FF2B5EF4-FFF2-40B4-BE49-F238E27FC236}">
                  <a16:creationId xmlns:a16="http://schemas.microsoft.com/office/drawing/2014/main" id="{02024F23-D0DE-6084-8ABA-8144CE407A5F}"/>
                </a:ext>
              </a:extLst>
            </p:cNvPr>
            <p:cNvSpPr/>
            <p:nvPr/>
          </p:nvSpPr>
          <p:spPr>
            <a:xfrm>
              <a:off x="471090" y="2144160"/>
              <a:ext cx="320040" cy="36576"/>
            </a:xfrm>
            <a:prstGeom prst="rect">
              <a:avLst/>
            </a:prstGeom>
            <a:solidFill>
              <a:srgbClr val="FF000F"/>
            </a:solidFill>
            <a:ln w="12700">
              <a:solidFill>
                <a:srgbClr val="FF000F"/>
              </a:solidFill>
              <a:prstDash val="solid"/>
            </a:ln>
          </p:spPr>
          <p:txBody>
            <a:bodyPr/>
            <a:lstStyle/>
            <a:p>
              <a:endParaRPr lang="sv-SE"/>
            </a:p>
          </p:txBody>
        </p:sp>
        <p:sp>
          <p:nvSpPr>
            <p:cNvPr id="18" name="Text 16">
              <a:extLst>
                <a:ext uri="{FF2B5EF4-FFF2-40B4-BE49-F238E27FC236}">
                  <a16:creationId xmlns:a16="http://schemas.microsoft.com/office/drawing/2014/main" id="{A4E3D446-6C98-ECE6-5265-55AFAA2F5ECE}"/>
                </a:ext>
              </a:extLst>
            </p:cNvPr>
            <p:cNvSpPr/>
            <p:nvPr/>
          </p:nvSpPr>
          <p:spPr>
            <a:xfrm>
              <a:off x="471090" y="2253888"/>
              <a:ext cx="731520" cy="365760"/>
            </a:xfrm>
            <a:prstGeom prst="rect">
              <a:avLst/>
            </a:prstGeom>
            <a:noFill/>
            <a:ln/>
          </p:spPr>
          <p:txBody>
            <a:bodyPr wrap="square" lIns="0" tIns="0" rIns="0" bIns="0" rtlCol="0" anchor="ctr"/>
            <a:lstStyle/>
            <a:p>
              <a:pPr marL="0" indent="0" algn="l">
                <a:buNone/>
              </a:pPr>
              <a:r>
                <a:rPr lang="en-US" sz="2200" b="1" dirty="0">
                  <a:solidFill>
                    <a:srgbClr val="FF000F"/>
                  </a:solidFill>
                  <a:latin typeface="Arial" pitchFamily="34" charset="0"/>
                  <a:ea typeface="Arial" pitchFamily="34" charset="-122"/>
                  <a:cs typeface="Arial" pitchFamily="34" charset="-120"/>
                </a:rPr>
                <a:t>01</a:t>
              </a:r>
              <a:endParaRPr lang="en-US" sz="2200" dirty="0"/>
            </a:p>
          </p:txBody>
        </p:sp>
        <p:sp>
          <p:nvSpPr>
            <p:cNvPr id="19" name="Text 17">
              <a:extLst>
                <a:ext uri="{FF2B5EF4-FFF2-40B4-BE49-F238E27FC236}">
                  <a16:creationId xmlns:a16="http://schemas.microsoft.com/office/drawing/2014/main" id="{91BF6417-1AEE-F1A6-DFF0-E08EA42BED7E}"/>
                </a:ext>
              </a:extLst>
            </p:cNvPr>
            <p:cNvSpPr/>
            <p:nvPr/>
          </p:nvSpPr>
          <p:spPr>
            <a:xfrm>
              <a:off x="1294050" y="2281320"/>
              <a:ext cx="4206240" cy="365760"/>
            </a:xfrm>
            <a:prstGeom prst="rect">
              <a:avLst/>
            </a:prstGeom>
            <a:noFill/>
            <a:ln/>
          </p:spPr>
          <p:txBody>
            <a:bodyPr wrap="square" lIns="0" tIns="0" rIns="0" bIns="0" rtlCol="0" anchor="ctr"/>
            <a:lstStyle/>
            <a:p>
              <a:pPr marL="0" indent="0" algn="l">
                <a:buNone/>
              </a:pPr>
              <a:r>
                <a:rPr lang="en-US" sz="2000" b="1" dirty="0">
                  <a:solidFill>
                    <a:srgbClr val="000000"/>
                  </a:solidFill>
                  <a:latin typeface="Arial" pitchFamily="34" charset="0"/>
                  <a:ea typeface="Arial" pitchFamily="34" charset="-122"/>
                  <a:cs typeface="Arial" pitchFamily="34" charset="-120"/>
                </a:rPr>
                <a:t>Vocabulary (Predicates)</a:t>
              </a:r>
              <a:endParaRPr lang="en-US" sz="2000" dirty="0"/>
            </a:p>
          </p:txBody>
        </p:sp>
        <p:sp>
          <p:nvSpPr>
            <p:cNvPr id="20" name="Text 18">
              <a:extLst>
                <a:ext uri="{FF2B5EF4-FFF2-40B4-BE49-F238E27FC236}">
                  <a16:creationId xmlns:a16="http://schemas.microsoft.com/office/drawing/2014/main" id="{5A7218C5-EB73-E8B5-8CEB-817F7F2114BA}"/>
                </a:ext>
              </a:extLst>
            </p:cNvPr>
            <p:cNvSpPr/>
            <p:nvPr/>
          </p:nvSpPr>
          <p:spPr>
            <a:xfrm>
              <a:off x="1294050" y="2692800"/>
              <a:ext cx="4206240" cy="502920"/>
            </a:xfrm>
            <a:prstGeom prst="rect">
              <a:avLst/>
            </a:prstGeom>
            <a:noFill/>
            <a:ln/>
          </p:spPr>
          <p:txBody>
            <a:bodyPr wrap="square" lIns="0" tIns="0" rIns="0" bIns="0" rtlCol="0" anchor="t"/>
            <a:lstStyle/>
            <a:p>
              <a:r>
                <a:rPr lang="en-US" sz="1400" dirty="0"/>
                <a:t>Replacing vague human words with strict physical boundaries.</a:t>
              </a:r>
              <a:endParaRPr lang="en-US" sz="1250" dirty="0"/>
            </a:p>
          </p:txBody>
        </p:sp>
        <p:sp>
          <p:nvSpPr>
            <p:cNvPr id="21" name="Shape 19">
              <a:extLst>
                <a:ext uri="{FF2B5EF4-FFF2-40B4-BE49-F238E27FC236}">
                  <a16:creationId xmlns:a16="http://schemas.microsoft.com/office/drawing/2014/main" id="{439AD405-5838-9A33-0F2A-1473B8E3CF41}"/>
                </a:ext>
              </a:extLst>
            </p:cNvPr>
            <p:cNvSpPr/>
            <p:nvPr/>
          </p:nvSpPr>
          <p:spPr>
            <a:xfrm>
              <a:off x="471090" y="3424320"/>
              <a:ext cx="320040" cy="36576"/>
            </a:xfrm>
            <a:prstGeom prst="rect">
              <a:avLst/>
            </a:prstGeom>
            <a:solidFill>
              <a:srgbClr val="FF000F"/>
            </a:solidFill>
            <a:ln w="12700">
              <a:solidFill>
                <a:srgbClr val="FF000F"/>
              </a:solidFill>
              <a:prstDash val="solid"/>
            </a:ln>
          </p:spPr>
          <p:txBody>
            <a:bodyPr/>
            <a:lstStyle/>
            <a:p>
              <a:endParaRPr lang="sv-SE"/>
            </a:p>
          </p:txBody>
        </p:sp>
        <p:sp>
          <p:nvSpPr>
            <p:cNvPr id="22" name="Text 20">
              <a:extLst>
                <a:ext uri="{FF2B5EF4-FFF2-40B4-BE49-F238E27FC236}">
                  <a16:creationId xmlns:a16="http://schemas.microsoft.com/office/drawing/2014/main" id="{CAB939B4-0BDA-5AF3-9E52-53000EC37208}"/>
                </a:ext>
              </a:extLst>
            </p:cNvPr>
            <p:cNvSpPr/>
            <p:nvPr/>
          </p:nvSpPr>
          <p:spPr>
            <a:xfrm>
              <a:off x="471090" y="3534048"/>
              <a:ext cx="731520" cy="365760"/>
            </a:xfrm>
            <a:prstGeom prst="rect">
              <a:avLst/>
            </a:prstGeom>
            <a:noFill/>
            <a:ln/>
          </p:spPr>
          <p:txBody>
            <a:bodyPr wrap="square" lIns="0" tIns="0" rIns="0" bIns="0" rtlCol="0" anchor="ctr"/>
            <a:lstStyle/>
            <a:p>
              <a:pPr marL="0" indent="0" algn="l">
                <a:buNone/>
              </a:pPr>
              <a:r>
                <a:rPr lang="en-US" sz="2200" b="1" dirty="0">
                  <a:solidFill>
                    <a:srgbClr val="FF000F"/>
                  </a:solidFill>
                  <a:latin typeface="Arial" pitchFamily="34" charset="0"/>
                  <a:ea typeface="Arial" pitchFamily="34" charset="-122"/>
                  <a:cs typeface="Arial" pitchFamily="34" charset="-120"/>
                </a:rPr>
                <a:t>02</a:t>
              </a:r>
              <a:endParaRPr lang="en-US" sz="2200" dirty="0"/>
            </a:p>
          </p:txBody>
        </p:sp>
        <p:sp>
          <p:nvSpPr>
            <p:cNvPr id="23" name="Text 21">
              <a:extLst>
                <a:ext uri="{FF2B5EF4-FFF2-40B4-BE49-F238E27FC236}">
                  <a16:creationId xmlns:a16="http://schemas.microsoft.com/office/drawing/2014/main" id="{C01F991E-C947-0D51-D616-9E9B4BED5E4D}"/>
                </a:ext>
              </a:extLst>
            </p:cNvPr>
            <p:cNvSpPr/>
            <p:nvPr/>
          </p:nvSpPr>
          <p:spPr>
            <a:xfrm>
              <a:off x="1294050" y="3561480"/>
              <a:ext cx="4206240" cy="365760"/>
            </a:xfrm>
            <a:prstGeom prst="rect">
              <a:avLst/>
            </a:prstGeom>
            <a:noFill/>
            <a:ln/>
          </p:spPr>
          <p:txBody>
            <a:bodyPr wrap="square" lIns="0" tIns="0" rIns="0" bIns="0" rtlCol="0" anchor="ctr"/>
            <a:lstStyle/>
            <a:p>
              <a:pPr marL="0" indent="0" algn="l">
                <a:buNone/>
              </a:pPr>
              <a:r>
                <a:rPr lang="en-US" sz="2000" b="1" dirty="0">
                  <a:solidFill>
                    <a:srgbClr val="000000"/>
                  </a:solidFill>
                  <a:latin typeface="Arial" pitchFamily="34" charset="0"/>
                  <a:ea typeface="Arial" pitchFamily="34" charset="-122"/>
                  <a:cs typeface="Arial" pitchFamily="34" charset="-120"/>
                </a:rPr>
                <a:t>Grammar (Logic and Time)</a:t>
              </a:r>
              <a:endParaRPr lang="en-US" sz="2000" dirty="0"/>
            </a:p>
          </p:txBody>
        </p:sp>
        <p:sp>
          <p:nvSpPr>
            <p:cNvPr id="24" name="Text 22">
              <a:extLst>
                <a:ext uri="{FF2B5EF4-FFF2-40B4-BE49-F238E27FC236}">
                  <a16:creationId xmlns:a16="http://schemas.microsoft.com/office/drawing/2014/main" id="{2E201CF3-6B05-CB50-1B4A-272EF6A4682F}"/>
                </a:ext>
              </a:extLst>
            </p:cNvPr>
            <p:cNvSpPr/>
            <p:nvPr/>
          </p:nvSpPr>
          <p:spPr>
            <a:xfrm>
              <a:off x="1294050" y="3972960"/>
              <a:ext cx="4206240" cy="502920"/>
            </a:xfrm>
            <a:prstGeom prst="rect">
              <a:avLst/>
            </a:prstGeom>
            <a:noFill/>
            <a:ln/>
          </p:spPr>
          <p:txBody>
            <a:bodyPr wrap="square" lIns="0" tIns="0" rIns="0" bIns="0" rtlCol="0" anchor="t"/>
            <a:lstStyle/>
            <a:p>
              <a:r>
                <a:rPr lang="en-US" sz="1400" dirty="0"/>
                <a:t>Connecting ideas to form complex, time-bound sequences.</a:t>
              </a:r>
              <a:endParaRPr lang="en-US" sz="1250" dirty="0"/>
            </a:p>
          </p:txBody>
        </p:sp>
        <p:sp>
          <p:nvSpPr>
            <p:cNvPr id="25" name="Shape 23">
              <a:extLst>
                <a:ext uri="{FF2B5EF4-FFF2-40B4-BE49-F238E27FC236}">
                  <a16:creationId xmlns:a16="http://schemas.microsoft.com/office/drawing/2014/main" id="{4A439413-7DFA-4CF4-A1FF-1E19D45ABFC6}"/>
                </a:ext>
              </a:extLst>
            </p:cNvPr>
            <p:cNvSpPr/>
            <p:nvPr/>
          </p:nvSpPr>
          <p:spPr>
            <a:xfrm>
              <a:off x="471090" y="4704480"/>
              <a:ext cx="320040" cy="36576"/>
            </a:xfrm>
            <a:prstGeom prst="rect">
              <a:avLst/>
            </a:prstGeom>
            <a:solidFill>
              <a:srgbClr val="FF000F"/>
            </a:solidFill>
            <a:ln w="12700">
              <a:solidFill>
                <a:srgbClr val="FF000F"/>
              </a:solidFill>
              <a:prstDash val="solid"/>
            </a:ln>
          </p:spPr>
          <p:txBody>
            <a:bodyPr/>
            <a:lstStyle/>
            <a:p>
              <a:endParaRPr lang="sv-SE"/>
            </a:p>
          </p:txBody>
        </p:sp>
        <p:sp>
          <p:nvSpPr>
            <p:cNvPr id="26" name="Text 24">
              <a:extLst>
                <a:ext uri="{FF2B5EF4-FFF2-40B4-BE49-F238E27FC236}">
                  <a16:creationId xmlns:a16="http://schemas.microsoft.com/office/drawing/2014/main" id="{6B7DF3B9-25E5-66F3-CACC-81F5A141B5E7}"/>
                </a:ext>
              </a:extLst>
            </p:cNvPr>
            <p:cNvSpPr/>
            <p:nvPr/>
          </p:nvSpPr>
          <p:spPr>
            <a:xfrm>
              <a:off x="471090" y="4814208"/>
              <a:ext cx="731520" cy="365760"/>
            </a:xfrm>
            <a:prstGeom prst="rect">
              <a:avLst/>
            </a:prstGeom>
            <a:noFill/>
            <a:ln/>
          </p:spPr>
          <p:txBody>
            <a:bodyPr wrap="square" lIns="0" tIns="0" rIns="0" bIns="0" rtlCol="0" anchor="ctr"/>
            <a:lstStyle/>
            <a:p>
              <a:pPr marL="0" indent="0" algn="l">
                <a:buNone/>
              </a:pPr>
              <a:r>
                <a:rPr lang="en-US" sz="2200" b="1" dirty="0">
                  <a:solidFill>
                    <a:srgbClr val="FF000F"/>
                  </a:solidFill>
                  <a:latin typeface="Arial" pitchFamily="34" charset="0"/>
                  <a:ea typeface="Arial" pitchFamily="34" charset="-122"/>
                  <a:cs typeface="Arial" pitchFamily="34" charset="-120"/>
                </a:rPr>
                <a:t>03</a:t>
              </a:r>
              <a:endParaRPr lang="en-US" sz="2200" dirty="0"/>
            </a:p>
          </p:txBody>
        </p:sp>
        <p:sp>
          <p:nvSpPr>
            <p:cNvPr id="27" name="Text 25">
              <a:extLst>
                <a:ext uri="{FF2B5EF4-FFF2-40B4-BE49-F238E27FC236}">
                  <a16:creationId xmlns:a16="http://schemas.microsoft.com/office/drawing/2014/main" id="{EA9CA33A-04E3-1494-CF98-218906C4DBE3}"/>
                </a:ext>
              </a:extLst>
            </p:cNvPr>
            <p:cNvSpPr/>
            <p:nvPr/>
          </p:nvSpPr>
          <p:spPr>
            <a:xfrm>
              <a:off x="1294050" y="4841640"/>
              <a:ext cx="4206240" cy="365760"/>
            </a:xfrm>
            <a:prstGeom prst="rect">
              <a:avLst/>
            </a:prstGeom>
            <a:noFill/>
            <a:ln/>
          </p:spPr>
          <p:txBody>
            <a:bodyPr wrap="square" lIns="0" tIns="0" rIns="0" bIns="0" rtlCol="0" anchor="ctr"/>
            <a:lstStyle/>
            <a:p>
              <a:pPr marL="0" indent="0" algn="l">
                <a:buNone/>
              </a:pPr>
              <a:r>
                <a:rPr lang="en-US" sz="2000" b="1" dirty="0">
                  <a:solidFill>
                    <a:srgbClr val="000000"/>
                  </a:solidFill>
                  <a:latin typeface="Arial" pitchFamily="34" charset="0"/>
                  <a:ea typeface="Arial" pitchFamily="34" charset="-122"/>
                  <a:cs typeface="Arial" pitchFamily="34" charset="-120"/>
                </a:rPr>
                <a:t>Semantics (Robustness)</a:t>
              </a:r>
              <a:endParaRPr lang="en-US" sz="2000" dirty="0"/>
            </a:p>
          </p:txBody>
        </p:sp>
        <p:sp>
          <p:nvSpPr>
            <p:cNvPr id="28" name="Text 26">
              <a:extLst>
                <a:ext uri="{FF2B5EF4-FFF2-40B4-BE49-F238E27FC236}">
                  <a16:creationId xmlns:a16="http://schemas.microsoft.com/office/drawing/2014/main" id="{DBCEE848-7D5B-914F-39A9-3CA626B7A000}"/>
                </a:ext>
              </a:extLst>
            </p:cNvPr>
            <p:cNvSpPr/>
            <p:nvPr/>
          </p:nvSpPr>
          <p:spPr>
            <a:xfrm>
              <a:off x="1294050" y="5253120"/>
              <a:ext cx="4206240" cy="502920"/>
            </a:xfrm>
            <a:prstGeom prst="rect">
              <a:avLst/>
            </a:prstGeom>
            <a:noFill/>
            <a:ln/>
          </p:spPr>
          <p:txBody>
            <a:bodyPr wrap="square" lIns="0" tIns="0" rIns="0" bIns="0" rtlCol="0" anchor="t"/>
            <a:lstStyle/>
            <a:p>
              <a:r>
                <a:rPr lang="en-US" sz="1400" dirty="0"/>
                <a:t>Evaluating not just </a:t>
              </a:r>
              <a:r>
                <a:rPr lang="en-US" sz="1400" i="1" dirty="0"/>
                <a:t>if</a:t>
              </a:r>
              <a:r>
                <a:rPr lang="en-US" sz="1400" dirty="0"/>
                <a:t> a rule is True/False, but </a:t>
              </a:r>
              <a:r>
                <a:rPr lang="en-US" sz="1400" i="1" dirty="0"/>
                <a:t>how</a:t>
              </a:r>
              <a:r>
                <a:rPr lang="en-US" sz="1400" dirty="0"/>
                <a:t> True/False.</a:t>
              </a:r>
              <a:endParaRPr lang="en-US" sz="1250" dirty="0"/>
            </a:p>
          </p:txBody>
        </p:sp>
      </p:grpSp>
    </p:spTree>
    <p:extLst>
      <p:ext uri="{BB962C8B-B14F-4D97-AF65-F5344CB8AC3E}">
        <p14:creationId xmlns:p14="http://schemas.microsoft.com/office/powerpoint/2010/main" val="1694168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2E613-E058-C79F-4429-A58B95AEECD1}"/>
              </a:ext>
            </a:extLst>
          </p:cNvPr>
          <p:cNvSpPr>
            <a:spLocks noGrp="1"/>
          </p:cNvSpPr>
          <p:nvPr>
            <p:ph type="title"/>
          </p:nvPr>
        </p:nvSpPr>
        <p:spPr/>
        <p:txBody>
          <a:bodyPr/>
          <a:lstStyle/>
          <a:p>
            <a:r>
              <a:rPr lang="sv-SE" dirty="0"/>
              <a:t>Signal Temporal Logic</a:t>
            </a:r>
          </a:p>
        </p:txBody>
      </p:sp>
      <p:sp>
        <p:nvSpPr>
          <p:cNvPr id="3" name="Text Placeholder 2">
            <a:extLst>
              <a:ext uri="{FF2B5EF4-FFF2-40B4-BE49-F238E27FC236}">
                <a16:creationId xmlns:a16="http://schemas.microsoft.com/office/drawing/2014/main" id="{F62348E3-4DA9-A679-B608-B2832AD4246E}"/>
              </a:ext>
            </a:extLst>
          </p:cNvPr>
          <p:cNvSpPr>
            <a:spLocks noGrp="1"/>
          </p:cNvSpPr>
          <p:nvPr>
            <p:ph type="body" sz="quarter" idx="14"/>
          </p:nvPr>
        </p:nvSpPr>
        <p:spPr/>
        <p:txBody>
          <a:bodyPr/>
          <a:lstStyle/>
          <a:p>
            <a:r>
              <a:rPr lang="en-US" dirty="0"/>
              <a:t>Formal Grammar</a:t>
            </a:r>
            <a:endParaRPr lang="sv-SE" dirty="0"/>
          </a:p>
        </p:txBody>
      </p:sp>
      <p:sp>
        <p:nvSpPr>
          <p:cNvPr id="4" name="Text Placeholder 3">
            <a:extLst>
              <a:ext uri="{FF2B5EF4-FFF2-40B4-BE49-F238E27FC236}">
                <a16:creationId xmlns:a16="http://schemas.microsoft.com/office/drawing/2014/main" id="{765893D8-76E5-10AA-3A4C-C2DF647C4C3A}"/>
              </a:ext>
            </a:extLst>
          </p:cNvPr>
          <p:cNvSpPr>
            <a:spLocks noGrp="1"/>
          </p:cNvSpPr>
          <p:nvPr>
            <p:ph type="body" sz="quarter" idx="15"/>
          </p:nvPr>
        </p:nvSpPr>
        <p:spPr/>
        <p:txBody>
          <a:bodyPr/>
          <a:lstStyle/>
          <a:p>
            <a:endParaRPr lang="sv-SE"/>
          </a:p>
        </p:txBody>
      </p:sp>
      <p:sp>
        <p:nvSpPr>
          <p:cNvPr id="5" name="Footer Placeholder 4">
            <a:extLst>
              <a:ext uri="{FF2B5EF4-FFF2-40B4-BE49-F238E27FC236}">
                <a16:creationId xmlns:a16="http://schemas.microsoft.com/office/drawing/2014/main" id="{B6C78303-5CEF-D345-1480-C8F7B8C1E828}"/>
              </a:ext>
            </a:extLst>
          </p:cNvPr>
          <p:cNvSpPr>
            <a:spLocks noGrp="1"/>
          </p:cNvSpPr>
          <p:nvPr>
            <p:ph type="ftr" sz="quarter" idx="10"/>
          </p:nvPr>
        </p:nvSpPr>
        <p:spPr/>
        <p:txBody>
          <a:bodyPr/>
          <a:lstStyle/>
          <a:p>
            <a:endParaRPr lang="en-US"/>
          </a:p>
        </p:txBody>
      </p:sp>
      <p:sp>
        <p:nvSpPr>
          <p:cNvPr id="6" name="Date Placeholder 5">
            <a:extLst>
              <a:ext uri="{FF2B5EF4-FFF2-40B4-BE49-F238E27FC236}">
                <a16:creationId xmlns:a16="http://schemas.microsoft.com/office/drawing/2014/main" id="{2189F993-F074-1FC7-65D6-AEC5B28B0428}"/>
              </a:ext>
            </a:extLst>
          </p:cNvPr>
          <p:cNvSpPr>
            <a:spLocks noGrp="1"/>
          </p:cNvSpPr>
          <p:nvPr>
            <p:ph type="dt" sz="half" idx="11"/>
          </p:nvPr>
        </p:nvSpPr>
        <p:spPr/>
        <p:txBody>
          <a:bodyPr/>
          <a:lstStyle/>
          <a:p>
            <a:fld id="{1DFE85B4-5EFD-4406-9D3D-357E557D4E6C}" type="datetime4">
              <a:rPr lang="en-US" smtClean="0"/>
              <a:t>October 20, 2026</a:t>
            </a:fld>
            <a:endParaRPr lang="en-US"/>
          </a:p>
        </p:txBody>
      </p:sp>
      <p:sp>
        <p:nvSpPr>
          <p:cNvPr id="7" name="Slide Number Placeholder 6">
            <a:extLst>
              <a:ext uri="{FF2B5EF4-FFF2-40B4-BE49-F238E27FC236}">
                <a16:creationId xmlns:a16="http://schemas.microsoft.com/office/drawing/2014/main" id="{952374C4-371C-3AB4-52A8-924A4FBB2AFE}"/>
              </a:ext>
            </a:extLst>
          </p:cNvPr>
          <p:cNvSpPr>
            <a:spLocks noGrp="1"/>
          </p:cNvSpPr>
          <p:nvPr>
            <p:ph type="sldNum" sz="quarter" idx="12"/>
          </p:nvPr>
        </p:nvSpPr>
        <p:spPr/>
        <p:txBody>
          <a:bodyPr/>
          <a:lstStyle/>
          <a:p>
            <a:r>
              <a:rPr lang="en-US"/>
              <a:t>Slide </a:t>
            </a:r>
            <a:fld id="{619F89D8-7AE3-494A-97F3-03D680869632}" type="slidenum">
              <a:rPr lang="en-US" smtClean="0"/>
              <a:pPr/>
              <a:t>9</a:t>
            </a:fld>
            <a:endParaRPr lang="en-US"/>
          </a:p>
        </p:txBody>
      </p:sp>
    </p:spTree>
    <p:extLst>
      <p:ext uri="{BB962C8B-B14F-4D97-AF65-F5344CB8AC3E}">
        <p14:creationId xmlns:p14="http://schemas.microsoft.com/office/powerpoint/2010/main" val="157369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A251F-D2D1-A1D5-6E48-B32CB6611F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7845A6-EE3E-C0B6-9106-DA8A9A1176D4}"/>
              </a:ext>
            </a:extLst>
          </p:cNvPr>
          <p:cNvSpPr>
            <a:spLocks noGrp="1"/>
          </p:cNvSpPr>
          <p:nvPr>
            <p:ph type="title"/>
          </p:nvPr>
        </p:nvSpPr>
        <p:spPr/>
        <p:txBody>
          <a:bodyPr/>
          <a:lstStyle/>
          <a:p>
            <a:r>
              <a:rPr lang="sv-SE" dirty="0"/>
              <a:t>Signal Temporal Logic</a:t>
            </a:r>
          </a:p>
        </p:txBody>
      </p:sp>
      <p:sp>
        <p:nvSpPr>
          <p:cNvPr id="3" name="Text Placeholder 2">
            <a:extLst>
              <a:ext uri="{FF2B5EF4-FFF2-40B4-BE49-F238E27FC236}">
                <a16:creationId xmlns:a16="http://schemas.microsoft.com/office/drawing/2014/main" id="{39BC3883-C466-3110-050D-D8041200CBDA}"/>
              </a:ext>
            </a:extLst>
          </p:cNvPr>
          <p:cNvSpPr>
            <a:spLocks noGrp="1"/>
          </p:cNvSpPr>
          <p:nvPr>
            <p:ph type="body" sz="quarter" idx="14"/>
          </p:nvPr>
        </p:nvSpPr>
        <p:spPr/>
        <p:txBody>
          <a:bodyPr/>
          <a:lstStyle/>
          <a:p>
            <a:r>
              <a:rPr lang="en-US" dirty="0"/>
              <a:t>Semantics (Robustness)</a:t>
            </a:r>
            <a:endParaRPr lang="sv-SE" dirty="0"/>
          </a:p>
        </p:txBody>
      </p:sp>
      <p:sp>
        <p:nvSpPr>
          <p:cNvPr id="4" name="Text Placeholder 3">
            <a:extLst>
              <a:ext uri="{FF2B5EF4-FFF2-40B4-BE49-F238E27FC236}">
                <a16:creationId xmlns:a16="http://schemas.microsoft.com/office/drawing/2014/main" id="{71127882-4C60-4264-A02F-97795BA57CFA}"/>
              </a:ext>
            </a:extLst>
          </p:cNvPr>
          <p:cNvSpPr>
            <a:spLocks noGrp="1"/>
          </p:cNvSpPr>
          <p:nvPr>
            <p:ph type="body" sz="quarter" idx="15"/>
          </p:nvPr>
        </p:nvSpPr>
        <p:spPr/>
        <p:txBody>
          <a:bodyPr/>
          <a:lstStyle/>
          <a:p>
            <a:endParaRPr lang="sv-SE"/>
          </a:p>
        </p:txBody>
      </p:sp>
      <p:sp>
        <p:nvSpPr>
          <p:cNvPr id="5" name="Footer Placeholder 4">
            <a:extLst>
              <a:ext uri="{FF2B5EF4-FFF2-40B4-BE49-F238E27FC236}">
                <a16:creationId xmlns:a16="http://schemas.microsoft.com/office/drawing/2014/main" id="{5A9E3F00-B3C1-3F80-0043-8C908106D666}"/>
              </a:ext>
            </a:extLst>
          </p:cNvPr>
          <p:cNvSpPr>
            <a:spLocks noGrp="1"/>
          </p:cNvSpPr>
          <p:nvPr>
            <p:ph type="ftr" sz="quarter" idx="10"/>
          </p:nvPr>
        </p:nvSpPr>
        <p:spPr/>
        <p:txBody>
          <a:bodyPr/>
          <a:lstStyle/>
          <a:p>
            <a:endParaRPr lang="en-US"/>
          </a:p>
        </p:txBody>
      </p:sp>
      <p:sp>
        <p:nvSpPr>
          <p:cNvPr id="6" name="Date Placeholder 5">
            <a:extLst>
              <a:ext uri="{FF2B5EF4-FFF2-40B4-BE49-F238E27FC236}">
                <a16:creationId xmlns:a16="http://schemas.microsoft.com/office/drawing/2014/main" id="{C35B6D99-C954-87FE-8AE8-93CA24815CD3}"/>
              </a:ext>
            </a:extLst>
          </p:cNvPr>
          <p:cNvSpPr>
            <a:spLocks noGrp="1"/>
          </p:cNvSpPr>
          <p:nvPr>
            <p:ph type="dt" sz="half" idx="11"/>
          </p:nvPr>
        </p:nvSpPr>
        <p:spPr/>
        <p:txBody>
          <a:bodyPr/>
          <a:lstStyle/>
          <a:p>
            <a:fld id="{1DFE85B4-5EFD-4406-9D3D-357E557D4E6C}" type="datetime4">
              <a:rPr lang="en-US" smtClean="0"/>
              <a:t>October 20, 2026</a:t>
            </a:fld>
            <a:endParaRPr lang="en-US"/>
          </a:p>
        </p:txBody>
      </p:sp>
      <p:sp>
        <p:nvSpPr>
          <p:cNvPr id="7" name="Slide Number Placeholder 6">
            <a:extLst>
              <a:ext uri="{FF2B5EF4-FFF2-40B4-BE49-F238E27FC236}">
                <a16:creationId xmlns:a16="http://schemas.microsoft.com/office/drawing/2014/main" id="{893ECFBD-EE99-26B1-00FF-B1773CD31CA5}"/>
              </a:ext>
            </a:extLst>
          </p:cNvPr>
          <p:cNvSpPr>
            <a:spLocks noGrp="1"/>
          </p:cNvSpPr>
          <p:nvPr>
            <p:ph type="sldNum" sz="quarter" idx="12"/>
          </p:nvPr>
        </p:nvSpPr>
        <p:spPr/>
        <p:txBody>
          <a:bodyPr/>
          <a:lstStyle/>
          <a:p>
            <a:r>
              <a:rPr lang="en-US"/>
              <a:t>Slide </a:t>
            </a:r>
            <a:fld id="{619F89D8-7AE3-494A-97F3-03D680869632}" type="slidenum">
              <a:rPr lang="en-US" smtClean="0"/>
              <a:pPr/>
              <a:t>10</a:t>
            </a:fld>
            <a:endParaRPr lang="en-US"/>
          </a:p>
        </p:txBody>
      </p:sp>
    </p:spTree>
    <p:extLst>
      <p:ext uri="{BB962C8B-B14F-4D97-AF65-F5344CB8AC3E}">
        <p14:creationId xmlns:p14="http://schemas.microsoft.com/office/powerpoint/2010/main" val="3169288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CACCA-E4A4-F1AA-48B5-7409E463A3DC}"/>
              </a:ext>
            </a:extLst>
          </p:cNvPr>
          <p:cNvSpPr>
            <a:spLocks noGrp="1"/>
          </p:cNvSpPr>
          <p:nvPr>
            <p:ph type="title"/>
          </p:nvPr>
        </p:nvSpPr>
        <p:spPr/>
        <p:txBody>
          <a:bodyPr/>
          <a:lstStyle/>
          <a:p>
            <a:r>
              <a:rPr lang="en-US"/>
              <a:t>Signal Temporal Logic</a:t>
            </a:r>
            <a:endParaRPr lang="sv-SE"/>
          </a:p>
        </p:txBody>
      </p:sp>
      <p:sp>
        <p:nvSpPr>
          <p:cNvPr id="5" name="Footer Placeholder 4">
            <a:extLst>
              <a:ext uri="{FF2B5EF4-FFF2-40B4-BE49-F238E27FC236}">
                <a16:creationId xmlns:a16="http://schemas.microsoft.com/office/drawing/2014/main" id="{FB2B4CF8-CBFF-8C4B-76E5-A6D004D8B72E}"/>
              </a:ext>
            </a:extLst>
          </p:cNvPr>
          <p:cNvSpPr>
            <a:spLocks noGrp="1"/>
          </p:cNvSpPr>
          <p:nvPr>
            <p:ph type="ftr" sz="quarter" idx="10"/>
          </p:nvPr>
        </p:nvSpPr>
        <p:spPr/>
        <p:txBody>
          <a:bodyPr/>
          <a:lstStyle/>
          <a:p>
            <a:endParaRPr lang="en-US"/>
          </a:p>
        </p:txBody>
      </p:sp>
      <p:sp>
        <p:nvSpPr>
          <p:cNvPr id="6" name="Date Placeholder 5">
            <a:extLst>
              <a:ext uri="{FF2B5EF4-FFF2-40B4-BE49-F238E27FC236}">
                <a16:creationId xmlns:a16="http://schemas.microsoft.com/office/drawing/2014/main" id="{E00A81B0-2646-2506-1895-D7828D4F3C9F}"/>
              </a:ext>
            </a:extLst>
          </p:cNvPr>
          <p:cNvSpPr>
            <a:spLocks noGrp="1"/>
          </p:cNvSpPr>
          <p:nvPr>
            <p:ph type="dt" sz="half" idx="11"/>
          </p:nvPr>
        </p:nvSpPr>
        <p:spPr/>
        <p:txBody>
          <a:bodyPr/>
          <a:lstStyle/>
          <a:p>
            <a:fld id="{B2EE78E3-0FB5-4EDC-9795-648A78EAEBD6}" type="datetime4">
              <a:rPr lang="en-US" smtClean="0"/>
              <a:t>October 20, 2026</a:t>
            </a:fld>
            <a:endParaRPr lang="en-US"/>
          </a:p>
        </p:txBody>
      </p:sp>
      <p:sp>
        <p:nvSpPr>
          <p:cNvPr id="7" name="Slide Number Placeholder 6">
            <a:extLst>
              <a:ext uri="{FF2B5EF4-FFF2-40B4-BE49-F238E27FC236}">
                <a16:creationId xmlns:a16="http://schemas.microsoft.com/office/drawing/2014/main" id="{F275FFB2-020D-7FB4-01F4-33E90B36B898}"/>
              </a:ext>
            </a:extLst>
          </p:cNvPr>
          <p:cNvSpPr>
            <a:spLocks noGrp="1"/>
          </p:cNvSpPr>
          <p:nvPr>
            <p:ph type="sldNum" sz="quarter" idx="12"/>
          </p:nvPr>
        </p:nvSpPr>
        <p:spPr/>
        <p:txBody>
          <a:bodyPr/>
          <a:lstStyle/>
          <a:p>
            <a:r>
              <a:rPr lang="en-US"/>
              <a:t>Slide </a:t>
            </a:r>
            <a:fld id="{619F89D8-7AE3-494A-97F3-03D680869632}" type="slidenum">
              <a:rPr lang="en-US" smtClean="0"/>
              <a:pPr/>
              <a:t>11</a:t>
            </a:fld>
            <a:endParaRPr lang="en-US"/>
          </a:p>
        </p:txBody>
      </p:sp>
      <p:pic>
        <p:nvPicPr>
          <p:cNvPr id="24" name="Picture 23">
            <a:extLst>
              <a:ext uri="{FF2B5EF4-FFF2-40B4-BE49-F238E27FC236}">
                <a16:creationId xmlns:a16="http://schemas.microsoft.com/office/drawing/2014/main" id="{A2C904E8-45F2-1132-81AF-ED18EA060654}"/>
              </a:ext>
            </a:extLst>
          </p:cNvPr>
          <p:cNvPicPr>
            <a:picLocks noChangeAspect="1"/>
          </p:cNvPicPr>
          <p:nvPr/>
        </p:nvPicPr>
        <p:blipFill>
          <a:blip r:embed="rId3"/>
          <a:stretch>
            <a:fillRect/>
          </a:stretch>
        </p:blipFill>
        <p:spPr>
          <a:xfrm>
            <a:off x="2193009" y="1184894"/>
            <a:ext cx="7805981" cy="4981906"/>
          </a:xfrm>
          <a:prstGeom prst="rect">
            <a:avLst/>
          </a:prstGeom>
        </p:spPr>
      </p:pic>
    </p:spTree>
    <p:extLst>
      <p:ext uri="{BB962C8B-B14F-4D97-AF65-F5344CB8AC3E}">
        <p14:creationId xmlns:p14="http://schemas.microsoft.com/office/powerpoint/2010/main" val="1532599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E4B18-FE02-CE66-E521-ADC382625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13418-2D05-7825-0340-45D2CF49CA2E}"/>
              </a:ext>
            </a:extLst>
          </p:cNvPr>
          <p:cNvSpPr>
            <a:spLocks noGrp="1"/>
          </p:cNvSpPr>
          <p:nvPr>
            <p:ph type="title"/>
          </p:nvPr>
        </p:nvSpPr>
        <p:spPr/>
        <p:txBody>
          <a:bodyPr/>
          <a:lstStyle/>
          <a:p>
            <a:r>
              <a:rPr lang="en-US"/>
              <a:t>Signal Temporal Logic Evaluation: Robustness</a:t>
            </a:r>
            <a:endParaRPr lang="sv-SE"/>
          </a:p>
        </p:txBody>
      </p:sp>
      <p:sp>
        <p:nvSpPr>
          <p:cNvPr id="5" name="Footer Placeholder 4">
            <a:extLst>
              <a:ext uri="{FF2B5EF4-FFF2-40B4-BE49-F238E27FC236}">
                <a16:creationId xmlns:a16="http://schemas.microsoft.com/office/drawing/2014/main" id="{84001D2F-AD02-C749-80F6-453C8F9E5908}"/>
              </a:ext>
            </a:extLst>
          </p:cNvPr>
          <p:cNvSpPr>
            <a:spLocks noGrp="1"/>
          </p:cNvSpPr>
          <p:nvPr>
            <p:ph type="ftr" sz="quarter" idx="10"/>
          </p:nvPr>
        </p:nvSpPr>
        <p:spPr/>
        <p:txBody>
          <a:bodyPr/>
          <a:lstStyle/>
          <a:p>
            <a:endParaRPr lang="en-US"/>
          </a:p>
        </p:txBody>
      </p:sp>
      <p:sp>
        <p:nvSpPr>
          <p:cNvPr id="6" name="Date Placeholder 5">
            <a:extLst>
              <a:ext uri="{FF2B5EF4-FFF2-40B4-BE49-F238E27FC236}">
                <a16:creationId xmlns:a16="http://schemas.microsoft.com/office/drawing/2014/main" id="{CEEEBD1D-9395-1539-D72B-403C573E9117}"/>
              </a:ext>
            </a:extLst>
          </p:cNvPr>
          <p:cNvSpPr>
            <a:spLocks noGrp="1"/>
          </p:cNvSpPr>
          <p:nvPr>
            <p:ph type="dt" sz="half" idx="11"/>
          </p:nvPr>
        </p:nvSpPr>
        <p:spPr/>
        <p:txBody>
          <a:bodyPr/>
          <a:lstStyle/>
          <a:p>
            <a:fld id="{B2EE78E3-0FB5-4EDC-9795-648A78EAEBD6}" type="datetime4">
              <a:rPr lang="en-US" smtClean="0"/>
              <a:t>October 20, 2026</a:t>
            </a:fld>
            <a:endParaRPr lang="en-US"/>
          </a:p>
        </p:txBody>
      </p:sp>
      <p:sp>
        <p:nvSpPr>
          <p:cNvPr id="7" name="Slide Number Placeholder 6">
            <a:extLst>
              <a:ext uri="{FF2B5EF4-FFF2-40B4-BE49-F238E27FC236}">
                <a16:creationId xmlns:a16="http://schemas.microsoft.com/office/drawing/2014/main" id="{0DD50A60-2800-6F95-3D42-F143E10E87C6}"/>
              </a:ext>
            </a:extLst>
          </p:cNvPr>
          <p:cNvSpPr>
            <a:spLocks noGrp="1"/>
          </p:cNvSpPr>
          <p:nvPr>
            <p:ph type="sldNum" sz="quarter" idx="12"/>
          </p:nvPr>
        </p:nvSpPr>
        <p:spPr/>
        <p:txBody>
          <a:bodyPr/>
          <a:lstStyle/>
          <a:p>
            <a:r>
              <a:rPr lang="en-US"/>
              <a:t>Slide </a:t>
            </a:r>
            <a:fld id="{619F89D8-7AE3-494A-97F3-03D680869632}" type="slidenum">
              <a:rPr lang="en-US" smtClean="0"/>
              <a:pPr/>
              <a:t>12</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024514E-05AF-09AC-9E2D-CA1F1FC1CB0B}"/>
                  </a:ext>
                </a:extLst>
              </p:cNvPr>
              <p:cNvSpPr>
                <a:spLocks noGrp="1"/>
              </p:cNvSpPr>
              <p:nvPr>
                <p:ph sz="quarter" idx="16"/>
              </p:nvPr>
            </p:nvSpPr>
            <p:spPr>
              <a:xfrm>
                <a:off x="331199" y="1451113"/>
                <a:ext cx="11220721" cy="1119367"/>
              </a:xfrm>
            </p:spPr>
            <p:txBody>
              <a:bodyPr/>
              <a:lstStyle/>
              <a:p>
                <a:pPr marL="285750" indent="-285750">
                  <a:buFont typeface="Arial" panose="020B0604020202020204" pitchFamily="34" charset="0"/>
                  <a:buChar char="•"/>
                </a:pPr>
                <a:r>
                  <a:rPr lang="en-US" sz="1800"/>
                  <a:t>Standard logic is </a:t>
                </a:r>
                <a:r>
                  <a:rPr lang="en-US" sz="1800" b="1"/>
                  <a:t>Binary (Boolean):</a:t>
                </a:r>
                <a:r>
                  <a:rPr lang="en-US" sz="1800"/>
                  <a:t> "Did you reach the goal?" </a:t>
                </a:r>
                <a:r>
                  <a:rPr lang="en-US" sz="1800" i="1"/>
                  <a:t>(Yes / No)</a:t>
                </a:r>
                <a:endParaRPr lang="en-US" sz="1800"/>
              </a:p>
              <a:p>
                <a:pPr marL="285750" indent="-285750">
                  <a:buFont typeface="Arial" panose="020B0604020202020204" pitchFamily="34" charset="0"/>
                  <a:buChar char="•"/>
                </a:pPr>
                <a:r>
                  <a:rPr lang="en-US" sz="1800"/>
                  <a:t>STL Robustness (</a:t>
                </a:r>
                <a14:m>
                  <m:oMath xmlns:m="http://schemas.openxmlformats.org/officeDocument/2006/math">
                    <m:r>
                      <a:rPr lang="en-US" sz="1800" i="1">
                        <a:latin typeface="Cambria Math" panose="02040503050406030204" pitchFamily="18" charset="0"/>
                      </a:rPr>
                      <m:t>𝜌</m:t>
                    </m:r>
                  </m:oMath>
                </a14:m>
                <a:r>
                  <a:rPr lang="en-US" sz="1800"/>
                  <a:t>) is </a:t>
                </a:r>
                <a:r>
                  <a:rPr lang="en-US" sz="1800" b="1"/>
                  <a:t>Quantitative:</a:t>
                </a:r>
                <a:r>
                  <a:rPr lang="en-US" sz="1800"/>
                  <a:t> "How deep inside the goal are you?" or "How far away are you?"</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p:txBody>
          </p:sp>
        </mc:Choice>
        <mc:Fallback xmlns="">
          <p:sp>
            <p:nvSpPr>
              <p:cNvPr id="4" name="Content Placeholder 3">
                <a:extLst>
                  <a:ext uri="{FF2B5EF4-FFF2-40B4-BE49-F238E27FC236}">
                    <a16:creationId xmlns:a16="http://schemas.microsoft.com/office/drawing/2014/main" id="{F024514E-05AF-09AC-9E2D-CA1F1FC1CB0B}"/>
                  </a:ext>
                </a:extLst>
              </p:cNvPr>
              <p:cNvSpPr>
                <a:spLocks noGrp="1" noRot="1" noChangeAspect="1" noMove="1" noResize="1" noEditPoints="1" noAdjustHandles="1" noChangeArrowheads="1" noChangeShapeType="1" noTextEdit="1"/>
              </p:cNvSpPr>
              <p:nvPr>
                <p:ph sz="quarter" idx="16"/>
              </p:nvPr>
            </p:nvSpPr>
            <p:spPr>
              <a:xfrm>
                <a:off x="331199" y="1451113"/>
                <a:ext cx="11220721" cy="1119367"/>
              </a:xfrm>
              <a:blipFill>
                <a:blip r:embed="rId2"/>
                <a:stretch>
                  <a:fillRect l="-1141" t="-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D3094E4-F2BE-2AF1-E933-34CAC235A6BF}"/>
                  </a:ext>
                </a:extLst>
              </p:cNvPr>
              <p:cNvSpPr txBox="1"/>
              <p:nvPr/>
            </p:nvSpPr>
            <p:spPr bwMode="gray">
              <a:xfrm>
                <a:off x="331199" y="2750480"/>
                <a:ext cx="11220722" cy="2308324"/>
              </a:xfrm>
              <a:prstGeom prst="rect">
                <a:avLst/>
              </a:prstGeom>
              <a:noFill/>
            </p:spPr>
            <p:txBody>
              <a:bodyPr wrap="square">
                <a:spAutoFit/>
              </a:bodyPr>
              <a:lstStyle/>
              <a:p>
                <a:r>
                  <a:rPr lang="en-US" sz="1800" b="1"/>
                  <a:t>Spatial Robustness:</a:t>
                </a:r>
              </a:p>
              <a:p>
                <a:pPr marL="285750" indent="-285750">
                  <a:buFont typeface="Arial" panose="020B0604020202020204" pitchFamily="34" charset="0"/>
                  <a:buChar char="•"/>
                </a:pPr>
                <a:r>
                  <a:rPr lang="en-US" sz="1800" b="1"/>
                  <a:t>Positive Score (</a:t>
                </a:r>
                <a14:m>
                  <m:oMath xmlns:m="http://schemas.openxmlformats.org/officeDocument/2006/math">
                    <m:r>
                      <a:rPr lang="en-US" sz="1800" i="1">
                        <a:latin typeface="Cambria Math" panose="02040503050406030204" pitchFamily="18" charset="0"/>
                      </a:rPr>
                      <m:t>𝜌</m:t>
                    </m:r>
                    <m:r>
                      <a:rPr lang="en-US" sz="1800">
                        <a:latin typeface="Cambria Math" panose="02040503050406030204" pitchFamily="18" charset="0"/>
                      </a:rPr>
                      <m:t>&gt;0</m:t>
                    </m:r>
                  </m:oMath>
                </a14:m>
                <a:r>
                  <a:rPr lang="en-US" sz="1800" b="1"/>
                  <a:t>):</a:t>
                </a:r>
                <a:r>
                  <a:rPr lang="en-US" sz="1800"/>
                  <a:t> </a:t>
                </a:r>
                <a:r>
                  <a:rPr lang="en-US" sz="1800" b="1"/>
                  <a:t>Success!</a:t>
                </a:r>
                <a:endParaRPr lang="en-US" sz="1800"/>
              </a:p>
              <a:p>
                <a:pPr lvl="2"/>
                <a:r>
                  <a:rPr lang="en-US" sz="1800" i="1"/>
                  <a:t>Meaning:</a:t>
                </a:r>
                <a:r>
                  <a:rPr lang="en-US" sz="1800"/>
                  <a:t> You satisfied the rule. The number represents your "margin of safety" (e.g., </a:t>
                </a:r>
                <a14:m>
                  <m:oMath xmlns:m="http://schemas.openxmlformats.org/officeDocument/2006/math">
                    <m:r>
                      <a:rPr lang="en-US" sz="1800">
                        <a:latin typeface="Cambria Math" panose="02040503050406030204" pitchFamily="18" charset="0"/>
                      </a:rPr>
                      <m:t>+0.15</m:t>
                    </m:r>
                    <m:r>
                      <a:rPr lang="en-US" sz="1800" i="1">
                        <a:latin typeface="Cambria Math" panose="02040503050406030204" pitchFamily="18" charset="0"/>
                      </a:rPr>
                      <m:t>𝑚</m:t>
                    </m:r>
                  </m:oMath>
                </a14:m>
                <a:r>
                  <a:rPr lang="en-US" sz="1800"/>
                  <a:t> means you are 15cm safely inside the goal zone).</a:t>
                </a:r>
              </a:p>
              <a:p>
                <a:pPr lvl="1"/>
                <a:r>
                  <a:rPr lang="en-US" sz="1800" b="1"/>
                  <a:t>Negative Score (</a:t>
                </a:r>
                <a14:m>
                  <m:oMath xmlns:m="http://schemas.openxmlformats.org/officeDocument/2006/math">
                    <m:r>
                      <a:rPr lang="en-US" sz="1800" i="1">
                        <a:latin typeface="Cambria Math" panose="02040503050406030204" pitchFamily="18" charset="0"/>
                      </a:rPr>
                      <m:t>𝜌</m:t>
                    </m:r>
                    <m:r>
                      <a:rPr lang="en-US" sz="1800">
                        <a:latin typeface="Cambria Math" panose="02040503050406030204" pitchFamily="18" charset="0"/>
                      </a:rPr>
                      <m:t>&lt;0</m:t>
                    </m:r>
                  </m:oMath>
                </a14:m>
                <a:r>
                  <a:rPr lang="en-US" sz="1800" b="1"/>
                  <a:t>):</a:t>
                </a:r>
                <a:r>
                  <a:rPr lang="en-US" sz="1800"/>
                  <a:t> </a:t>
                </a:r>
                <a:r>
                  <a:rPr lang="en-US" sz="1800" b="1"/>
                  <a:t>Violation!</a:t>
                </a:r>
                <a:endParaRPr lang="en-US" sz="1800"/>
              </a:p>
              <a:p>
                <a:pPr lvl="2"/>
                <a:r>
                  <a:rPr lang="en-US" sz="1800" i="1"/>
                  <a:t>Meaning:</a:t>
                </a:r>
                <a:r>
                  <a:rPr lang="en-US" sz="1800"/>
                  <a:t> You broke the rule. The number represents your "distance to success" (e.g., </a:t>
                </a:r>
                <a14:m>
                  <m:oMath xmlns:m="http://schemas.openxmlformats.org/officeDocument/2006/math">
                    <m:r>
                      <a:rPr lang="en-US" sz="1800">
                        <a:latin typeface="Cambria Math" panose="02040503050406030204" pitchFamily="18" charset="0"/>
                      </a:rPr>
                      <m:t>−0.40</m:t>
                    </m:r>
                    <m:r>
                      <a:rPr lang="en-US" sz="1800" i="1">
                        <a:latin typeface="Cambria Math" panose="02040503050406030204" pitchFamily="18" charset="0"/>
                      </a:rPr>
                      <m:t>𝑚</m:t>
                    </m:r>
                  </m:oMath>
                </a14:m>
                <a:r>
                  <a:rPr lang="en-US" sz="1800"/>
                  <a:t> means you need to move 40cm to reach the goal).</a:t>
                </a:r>
              </a:p>
              <a:p>
                <a:pPr lvl="1"/>
                <a:r>
                  <a:rPr lang="en-US" sz="1800"/>
                  <a:t> </a:t>
                </a:r>
                <a:r>
                  <a:rPr lang="en-US" sz="1800" b="1"/>
                  <a:t>Zero (</a:t>
                </a:r>
                <a14:m>
                  <m:oMath xmlns:m="http://schemas.openxmlformats.org/officeDocument/2006/math">
                    <m:r>
                      <a:rPr lang="en-US" sz="1800" i="1">
                        <a:latin typeface="Cambria Math" panose="02040503050406030204" pitchFamily="18" charset="0"/>
                      </a:rPr>
                      <m:t>𝜌</m:t>
                    </m:r>
                    <m:r>
                      <a:rPr lang="en-US" sz="1800">
                        <a:latin typeface="Cambria Math" panose="02040503050406030204" pitchFamily="18" charset="0"/>
                      </a:rPr>
                      <m:t>=0</m:t>
                    </m:r>
                  </m:oMath>
                </a14:m>
                <a:r>
                  <a:rPr lang="en-US" sz="1800" b="1"/>
                  <a:t>):</a:t>
                </a:r>
                <a:r>
                  <a:rPr lang="en-US" sz="1800"/>
                  <a:t> Exactly on the boundary.</a:t>
                </a:r>
              </a:p>
            </p:txBody>
          </p:sp>
        </mc:Choice>
        <mc:Fallback xmlns="">
          <p:sp>
            <p:nvSpPr>
              <p:cNvPr id="9" name="TextBox 8">
                <a:extLst>
                  <a:ext uri="{FF2B5EF4-FFF2-40B4-BE49-F238E27FC236}">
                    <a16:creationId xmlns:a16="http://schemas.microsoft.com/office/drawing/2014/main" id="{1D3094E4-F2BE-2AF1-E933-34CAC235A6BF}"/>
                  </a:ext>
                </a:extLst>
              </p:cNvPr>
              <p:cNvSpPr txBox="1">
                <a:spLocks noRot="1" noChangeAspect="1" noMove="1" noResize="1" noEditPoints="1" noAdjustHandles="1" noChangeArrowheads="1" noChangeShapeType="1" noTextEdit="1"/>
              </p:cNvSpPr>
              <p:nvPr/>
            </p:nvSpPr>
            <p:spPr bwMode="gray">
              <a:xfrm>
                <a:off x="331199" y="2750480"/>
                <a:ext cx="11220722" cy="2308324"/>
              </a:xfrm>
              <a:prstGeom prst="rect">
                <a:avLst/>
              </a:prstGeom>
              <a:blipFill>
                <a:blip r:embed="rId3"/>
                <a:stretch>
                  <a:fillRect l="-435" t="-1055" b="-3430"/>
                </a:stretch>
              </a:blipFill>
            </p:spPr>
            <p:txBody>
              <a:bodyPr/>
              <a:lstStyle/>
              <a:p>
                <a:r>
                  <a:rPr lang="en-US">
                    <a:noFill/>
                  </a:rPr>
                  <a:t> </a:t>
                </a:r>
              </a:p>
            </p:txBody>
          </p:sp>
        </mc:Fallback>
      </mc:AlternateContent>
    </p:spTree>
    <p:extLst>
      <p:ext uri="{BB962C8B-B14F-4D97-AF65-F5344CB8AC3E}">
        <p14:creationId xmlns:p14="http://schemas.microsoft.com/office/powerpoint/2010/main" val="3569537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6A777-01C2-F20D-2937-94B386494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BC3040-2D1F-954F-2C39-B42EADAE316B}"/>
              </a:ext>
            </a:extLst>
          </p:cNvPr>
          <p:cNvSpPr>
            <a:spLocks noGrp="1"/>
          </p:cNvSpPr>
          <p:nvPr>
            <p:ph type="title"/>
          </p:nvPr>
        </p:nvSpPr>
        <p:spPr/>
        <p:txBody>
          <a:bodyPr/>
          <a:lstStyle/>
          <a:p>
            <a:r>
              <a:rPr lang="en-US"/>
              <a:t>Signal Temporal Logic Evaluation: Robustness</a:t>
            </a:r>
            <a:endParaRPr lang="sv-SE"/>
          </a:p>
        </p:txBody>
      </p:sp>
      <p:sp>
        <p:nvSpPr>
          <p:cNvPr id="5" name="Footer Placeholder 4">
            <a:extLst>
              <a:ext uri="{FF2B5EF4-FFF2-40B4-BE49-F238E27FC236}">
                <a16:creationId xmlns:a16="http://schemas.microsoft.com/office/drawing/2014/main" id="{4DA1EBEB-69C5-5396-0DD3-C503AC160359}"/>
              </a:ext>
            </a:extLst>
          </p:cNvPr>
          <p:cNvSpPr>
            <a:spLocks noGrp="1"/>
          </p:cNvSpPr>
          <p:nvPr>
            <p:ph type="ftr" sz="quarter" idx="10"/>
          </p:nvPr>
        </p:nvSpPr>
        <p:spPr/>
        <p:txBody>
          <a:bodyPr/>
          <a:lstStyle/>
          <a:p>
            <a:endParaRPr lang="en-US"/>
          </a:p>
        </p:txBody>
      </p:sp>
      <p:sp>
        <p:nvSpPr>
          <p:cNvPr id="6" name="Date Placeholder 5">
            <a:extLst>
              <a:ext uri="{FF2B5EF4-FFF2-40B4-BE49-F238E27FC236}">
                <a16:creationId xmlns:a16="http://schemas.microsoft.com/office/drawing/2014/main" id="{5EC7033A-7D77-4DAE-AAAD-0B06713B46DD}"/>
              </a:ext>
            </a:extLst>
          </p:cNvPr>
          <p:cNvSpPr>
            <a:spLocks noGrp="1"/>
          </p:cNvSpPr>
          <p:nvPr>
            <p:ph type="dt" sz="half" idx="11"/>
          </p:nvPr>
        </p:nvSpPr>
        <p:spPr/>
        <p:txBody>
          <a:bodyPr/>
          <a:lstStyle/>
          <a:p>
            <a:fld id="{B2EE78E3-0FB5-4EDC-9795-648A78EAEBD6}" type="datetime4">
              <a:rPr lang="en-US" smtClean="0"/>
              <a:t>October 20, 2026</a:t>
            </a:fld>
            <a:endParaRPr lang="en-US"/>
          </a:p>
        </p:txBody>
      </p:sp>
      <p:sp>
        <p:nvSpPr>
          <p:cNvPr id="7" name="Slide Number Placeholder 6">
            <a:extLst>
              <a:ext uri="{FF2B5EF4-FFF2-40B4-BE49-F238E27FC236}">
                <a16:creationId xmlns:a16="http://schemas.microsoft.com/office/drawing/2014/main" id="{A281A74D-EC99-E6C8-8E3A-C42AF386E3CA}"/>
              </a:ext>
            </a:extLst>
          </p:cNvPr>
          <p:cNvSpPr>
            <a:spLocks noGrp="1"/>
          </p:cNvSpPr>
          <p:nvPr>
            <p:ph type="sldNum" sz="quarter" idx="12"/>
          </p:nvPr>
        </p:nvSpPr>
        <p:spPr/>
        <p:txBody>
          <a:bodyPr/>
          <a:lstStyle/>
          <a:p>
            <a:r>
              <a:rPr lang="en-US"/>
              <a:t>Slide </a:t>
            </a:r>
            <a:fld id="{619F89D8-7AE3-494A-97F3-03D680869632}" type="slidenum">
              <a:rPr lang="en-US" smtClean="0"/>
              <a:pPr/>
              <a:t>13</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A7CD6BC-9BF5-8060-2D92-D0A8E39D4A7C}"/>
                  </a:ext>
                </a:extLst>
              </p:cNvPr>
              <p:cNvSpPr>
                <a:spLocks noGrp="1"/>
              </p:cNvSpPr>
              <p:nvPr>
                <p:ph sz="quarter" idx="16"/>
              </p:nvPr>
            </p:nvSpPr>
            <p:spPr>
              <a:xfrm>
                <a:off x="331199" y="1451113"/>
                <a:ext cx="11220721" cy="1119367"/>
              </a:xfrm>
            </p:spPr>
            <p:txBody>
              <a:bodyPr/>
              <a:lstStyle/>
              <a:p>
                <a:pPr marL="285750" indent="-285750">
                  <a:buFont typeface="Arial" panose="020B0604020202020204" pitchFamily="34" charset="0"/>
                  <a:buChar char="•"/>
                </a:pPr>
                <a:r>
                  <a:rPr lang="en-US" sz="1800"/>
                  <a:t>Standard logic is </a:t>
                </a:r>
                <a:r>
                  <a:rPr lang="en-US" sz="1800" b="1"/>
                  <a:t>Binary (Boolean):</a:t>
                </a:r>
                <a:r>
                  <a:rPr lang="en-US" sz="1800"/>
                  <a:t> "Did you reach the goal?" </a:t>
                </a:r>
                <a:r>
                  <a:rPr lang="en-US" sz="1800" i="1"/>
                  <a:t>(Yes / No)</a:t>
                </a:r>
                <a:endParaRPr lang="en-US" sz="1800"/>
              </a:p>
              <a:p>
                <a:pPr marL="285750" indent="-285750">
                  <a:buFont typeface="Arial" panose="020B0604020202020204" pitchFamily="34" charset="0"/>
                  <a:buChar char="•"/>
                </a:pPr>
                <a:r>
                  <a:rPr lang="en-US" sz="1800"/>
                  <a:t>STL Robustness (</a:t>
                </a:r>
                <a14:m>
                  <m:oMath xmlns:m="http://schemas.openxmlformats.org/officeDocument/2006/math">
                    <m:r>
                      <a:rPr lang="en-US" sz="1800" i="1">
                        <a:latin typeface="Cambria Math" panose="02040503050406030204" pitchFamily="18" charset="0"/>
                      </a:rPr>
                      <m:t>𝜌</m:t>
                    </m:r>
                  </m:oMath>
                </a14:m>
                <a:r>
                  <a:rPr lang="en-US" sz="1800"/>
                  <a:t>) is </a:t>
                </a:r>
                <a:r>
                  <a:rPr lang="en-US" sz="1800" b="1"/>
                  <a:t>Quantitative:</a:t>
                </a:r>
                <a:r>
                  <a:rPr lang="en-US" sz="1800"/>
                  <a:t> "How deep inside the goal are you?" or "How far away are you?"</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p:txBody>
          </p:sp>
        </mc:Choice>
        <mc:Fallback xmlns="">
          <p:sp>
            <p:nvSpPr>
              <p:cNvPr id="4" name="Content Placeholder 3">
                <a:extLst>
                  <a:ext uri="{FF2B5EF4-FFF2-40B4-BE49-F238E27FC236}">
                    <a16:creationId xmlns:a16="http://schemas.microsoft.com/office/drawing/2014/main" id="{2A7CD6BC-9BF5-8060-2D92-D0A8E39D4A7C}"/>
                  </a:ext>
                </a:extLst>
              </p:cNvPr>
              <p:cNvSpPr>
                <a:spLocks noGrp="1" noRot="1" noChangeAspect="1" noMove="1" noResize="1" noEditPoints="1" noAdjustHandles="1" noChangeArrowheads="1" noChangeShapeType="1" noTextEdit="1"/>
              </p:cNvSpPr>
              <p:nvPr>
                <p:ph sz="quarter" idx="16"/>
              </p:nvPr>
            </p:nvSpPr>
            <p:spPr>
              <a:xfrm>
                <a:off x="331199" y="1451113"/>
                <a:ext cx="11220721" cy="1119367"/>
              </a:xfrm>
              <a:blipFill>
                <a:blip r:embed="rId2"/>
                <a:stretch>
                  <a:fillRect l="-1141" t="-6522"/>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B50DFF4-ABDC-4678-C623-11332ADDCBF5}"/>
              </a:ext>
            </a:extLst>
          </p:cNvPr>
          <p:cNvSpPr txBox="1"/>
          <p:nvPr/>
        </p:nvSpPr>
        <p:spPr bwMode="gray">
          <a:xfrm>
            <a:off x="331198" y="2760094"/>
            <a:ext cx="7126877" cy="1477328"/>
          </a:xfrm>
          <a:prstGeom prst="rect">
            <a:avLst/>
          </a:prstGeom>
          <a:noFill/>
        </p:spPr>
        <p:txBody>
          <a:bodyPr wrap="square">
            <a:spAutoFit/>
          </a:bodyPr>
          <a:lstStyle/>
          <a:p>
            <a:r>
              <a:rPr lang="en-US" sz="1800" b="1"/>
              <a:t>Spatial Robustness example :</a:t>
            </a:r>
          </a:p>
          <a:p>
            <a:endParaRPr lang="ar-AE" b="0"/>
          </a:p>
          <a:p>
            <a:endParaRPr lang="en-US" b="0"/>
          </a:p>
          <a:p>
            <a:endParaRPr lang="ar-AE" b="0"/>
          </a:p>
          <a:p>
            <a:endParaRPr lang="en-US" sz="1800"/>
          </a:p>
        </p:txBody>
      </p:sp>
      <p:pic>
        <p:nvPicPr>
          <p:cNvPr id="8" name="Picture 7">
            <a:extLst>
              <a:ext uri="{FF2B5EF4-FFF2-40B4-BE49-F238E27FC236}">
                <a16:creationId xmlns:a16="http://schemas.microsoft.com/office/drawing/2014/main" id="{98D8D409-EC95-9380-A50C-5B69C0AA873E}"/>
              </a:ext>
            </a:extLst>
          </p:cNvPr>
          <p:cNvPicPr>
            <a:picLocks noChangeAspect="1"/>
          </p:cNvPicPr>
          <p:nvPr/>
        </p:nvPicPr>
        <p:blipFill>
          <a:blip r:embed="rId3"/>
          <a:stretch>
            <a:fillRect/>
          </a:stretch>
        </p:blipFill>
        <p:spPr>
          <a:xfrm>
            <a:off x="4146096" y="2670905"/>
            <a:ext cx="5820579" cy="3177445"/>
          </a:xfrm>
          <a:prstGeom prst="rect">
            <a:avLst/>
          </a:prstGeom>
        </p:spPr>
      </p:pic>
    </p:spTree>
    <p:extLst>
      <p:ext uri="{BB962C8B-B14F-4D97-AF65-F5344CB8AC3E}">
        <p14:creationId xmlns:p14="http://schemas.microsoft.com/office/powerpoint/2010/main" val="4087616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472D0-5A83-5881-3E9D-6196B00C7A05}"/>
              </a:ext>
            </a:extLst>
          </p:cNvPr>
          <p:cNvSpPr>
            <a:spLocks noGrp="1"/>
          </p:cNvSpPr>
          <p:nvPr>
            <p:ph type="title"/>
          </p:nvPr>
        </p:nvSpPr>
        <p:spPr/>
        <p:txBody>
          <a:bodyPr/>
          <a:lstStyle/>
          <a:p>
            <a:r>
              <a:rPr lang="en-US" dirty="0"/>
              <a:t>Flow Matching </a:t>
            </a:r>
            <a:endParaRPr lang="sv-SE" dirty="0"/>
          </a:p>
        </p:txBody>
      </p:sp>
      <p:sp>
        <p:nvSpPr>
          <p:cNvPr id="4" name="Text Placeholder 3">
            <a:extLst>
              <a:ext uri="{FF2B5EF4-FFF2-40B4-BE49-F238E27FC236}">
                <a16:creationId xmlns:a16="http://schemas.microsoft.com/office/drawing/2014/main" id="{5AD82644-D2CB-868C-E387-AD27EFA8BDD8}"/>
              </a:ext>
            </a:extLst>
          </p:cNvPr>
          <p:cNvSpPr>
            <a:spLocks noGrp="1"/>
          </p:cNvSpPr>
          <p:nvPr>
            <p:ph type="body" sz="quarter" idx="14"/>
          </p:nvPr>
        </p:nvSpPr>
        <p:spPr/>
        <p:txBody>
          <a:bodyPr/>
          <a:lstStyle/>
          <a:p>
            <a:r>
              <a:rPr lang="en-US" dirty="0"/>
              <a:t>“Generating” a trajectory</a:t>
            </a:r>
            <a:endParaRPr lang="sv-SE" dirty="0"/>
          </a:p>
        </p:txBody>
      </p:sp>
      <p:sp>
        <p:nvSpPr>
          <p:cNvPr id="5" name="Footer Placeholder 4">
            <a:extLst>
              <a:ext uri="{FF2B5EF4-FFF2-40B4-BE49-F238E27FC236}">
                <a16:creationId xmlns:a16="http://schemas.microsoft.com/office/drawing/2014/main" id="{694375AE-5C4E-4034-D7C6-C6AF74337E94}"/>
              </a:ext>
            </a:extLst>
          </p:cNvPr>
          <p:cNvSpPr>
            <a:spLocks noGrp="1"/>
          </p:cNvSpPr>
          <p:nvPr>
            <p:ph type="ftr" sz="quarter" idx="10"/>
          </p:nvPr>
        </p:nvSpPr>
        <p:spPr/>
        <p:txBody>
          <a:bodyPr/>
          <a:lstStyle/>
          <a:p>
            <a:endParaRPr lang="en-US"/>
          </a:p>
        </p:txBody>
      </p:sp>
      <p:sp>
        <p:nvSpPr>
          <p:cNvPr id="6" name="Date Placeholder 5">
            <a:extLst>
              <a:ext uri="{FF2B5EF4-FFF2-40B4-BE49-F238E27FC236}">
                <a16:creationId xmlns:a16="http://schemas.microsoft.com/office/drawing/2014/main" id="{ED8A2B81-DEA9-5D71-DE7D-06A491B96428}"/>
              </a:ext>
            </a:extLst>
          </p:cNvPr>
          <p:cNvSpPr>
            <a:spLocks noGrp="1"/>
          </p:cNvSpPr>
          <p:nvPr>
            <p:ph type="dt" sz="half" idx="11"/>
          </p:nvPr>
        </p:nvSpPr>
        <p:spPr/>
        <p:txBody>
          <a:bodyPr/>
          <a:lstStyle/>
          <a:p>
            <a:fld id="{B2EE78E3-0FB5-4EDC-9795-648A78EAEBD6}" type="datetime4">
              <a:rPr lang="en-US" smtClean="0"/>
              <a:t>October 20, 2026</a:t>
            </a:fld>
            <a:endParaRPr lang="en-US"/>
          </a:p>
        </p:txBody>
      </p:sp>
      <p:sp>
        <p:nvSpPr>
          <p:cNvPr id="7" name="Slide Number Placeholder 6">
            <a:extLst>
              <a:ext uri="{FF2B5EF4-FFF2-40B4-BE49-F238E27FC236}">
                <a16:creationId xmlns:a16="http://schemas.microsoft.com/office/drawing/2014/main" id="{1ED2D1F4-7A03-1133-37DF-D66EC5E89635}"/>
              </a:ext>
            </a:extLst>
          </p:cNvPr>
          <p:cNvSpPr>
            <a:spLocks noGrp="1"/>
          </p:cNvSpPr>
          <p:nvPr>
            <p:ph type="sldNum" sz="quarter" idx="12"/>
          </p:nvPr>
        </p:nvSpPr>
        <p:spPr/>
        <p:txBody>
          <a:bodyPr/>
          <a:lstStyle/>
          <a:p>
            <a:r>
              <a:rPr lang="en-US"/>
              <a:t>Slide </a:t>
            </a:r>
            <a:fld id="{619F89D8-7AE3-494A-97F3-03D680869632}" type="slidenum">
              <a:rPr lang="en-US" smtClean="0"/>
              <a:pPr/>
              <a:t>14</a:t>
            </a:fld>
            <a:endParaRPr lang="en-US"/>
          </a:p>
        </p:txBody>
      </p:sp>
      <p:sp>
        <p:nvSpPr>
          <p:cNvPr id="8" name="Shape 4">
            <a:extLst>
              <a:ext uri="{FF2B5EF4-FFF2-40B4-BE49-F238E27FC236}">
                <a16:creationId xmlns:a16="http://schemas.microsoft.com/office/drawing/2014/main" id="{1CFF8E69-313E-4087-3AD1-FA91FE9BCBFD}"/>
              </a:ext>
            </a:extLst>
          </p:cNvPr>
          <p:cNvSpPr/>
          <p:nvPr/>
        </p:nvSpPr>
        <p:spPr>
          <a:xfrm>
            <a:off x="329184" y="1920240"/>
            <a:ext cx="5943600" cy="365760"/>
          </a:xfrm>
          <a:prstGeom prst="rect">
            <a:avLst/>
          </a:prstGeom>
          <a:solidFill>
            <a:srgbClr val="333333"/>
          </a:solidFill>
          <a:ln/>
        </p:spPr>
        <p:txBody>
          <a:bodyPr/>
          <a:lstStyle/>
          <a:p>
            <a:endParaRPr lang="sv-SE"/>
          </a:p>
        </p:txBody>
      </p:sp>
      <p:sp>
        <p:nvSpPr>
          <p:cNvPr id="9" name="Text 5">
            <a:extLst>
              <a:ext uri="{FF2B5EF4-FFF2-40B4-BE49-F238E27FC236}">
                <a16:creationId xmlns:a16="http://schemas.microsoft.com/office/drawing/2014/main" id="{D9AC6EDE-AFAE-199E-5747-5F5F3E48E4F2}"/>
              </a:ext>
            </a:extLst>
          </p:cNvPr>
          <p:cNvSpPr/>
          <p:nvPr/>
        </p:nvSpPr>
        <p:spPr>
          <a:xfrm>
            <a:off x="457200" y="1920240"/>
            <a:ext cx="1828800" cy="365760"/>
          </a:xfrm>
          <a:prstGeom prst="rect">
            <a:avLst/>
          </a:prstGeom>
          <a:noFill/>
          <a:ln/>
        </p:spPr>
        <p:txBody>
          <a:bodyPr wrap="square" lIns="0" tIns="0" rIns="0" bIns="0" rtlCol="0" anchor="ctr"/>
          <a:lstStyle/>
          <a:p>
            <a:pPr marL="0" indent="0">
              <a:buNone/>
            </a:pPr>
            <a:r>
              <a:rPr lang="en-US" sz="1100" b="1" kern="0" spc="300">
                <a:solidFill>
                  <a:srgbClr val="FFFFFF"/>
                </a:solidFill>
                <a:latin typeface="Arial" pitchFamily="34" charset="0"/>
                <a:ea typeface="Arial" pitchFamily="34" charset="-122"/>
                <a:cs typeface="Arial" pitchFamily="34" charset="-120"/>
              </a:rPr>
              <a:t>TRAINING</a:t>
            </a:r>
            <a:endParaRPr lang="en-US" sz="1100"/>
          </a:p>
        </p:txBody>
      </p:sp>
      <p:sp>
        <p:nvSpPr>
          <p:cNvPr id="10" name="Shape 6">
            <a:extLst>
              <a:ext uri="{FF2B5EF4-FFF2-40B4-BE49-F238E27FC236}">
                <a16:creationId xmlns:a16="http://schemas.microsoft.com/office/drawing/2014/main" id="{CFC337D4-2DCB-DBF2-285F-8F88D32B13C2}"/>
              </a:ext>
            </a:extLst>
          </p:cNvPr>
          <p:cNvSpPr/>
          <p:nvPr/>
        </p:nvSpPr>
        <p:spPr>
          <a:xfrm>
            <a:off x="457200" y="2468880"/>
            <a:ext cx="1645920" cy="594360"/>
          </a:xfrm>
          <a:prstGeom prst="roundRect">
            <a:avLst>
              <a:gd name="adj" fmla="val 12308"/>
            </a:avLst>
          </a:prstGeom>
          <a:solidFill>
            <a:srgbClr val="F2F2F2"/>
          </a:solidFill>
          <a:ln/>
        </p:spPr>
        <p:txBody>
          <a:bodyPr/>
          <a:lstStyle/>
          <a:p>
            <a:endParaRPr lang="sv-SE"/>
          </a:p>
        </p:txBody>
      </p:sp>
      <p:sp>
        <p:nvSpPr>
          <p:cNvPr id="11" name="Text 7">
            <a:extLst>
              <a:ext uri="{FF2B5EF4-FFF2-40B4-BE49-F238E27FC236}">
                <a16:creationId xmlns:a16="http://schemas.microsoft.com/office/drawing/2014/main" id="{675548DC-810B-6B75-2039-015541D492DB}"/>
              </a:ext>
            </a:extLst>
          </p:cNvPr>
          <p:cNvSpPr/>
          <p:nvPr/>
        </p:nvSpPr>
        <p:spPr>
          <a:xfrm>
            <a:off x="502920" y="2468880"/>
            <a:ext cx="1554480" cy="594360"/>
          </a:xfrm>
          <a:prstGeom prst="rect">
            <a:avLst/>
          </a:prstGeom>
          <a:noFill/>
          <a:ln/>
        </p:spPr>
        <p:txBody>
          <a:bodyPr wrap="square" lIns="0" tIns="0" rIns="0" bIns="0" rtlCol="0" anchor="ctr"/>
          <a:lstStyle/>
          <a:p>
            <a:pPr marL="0" indent="0" algn="ctr">
              <a:buNone/>
            </a:pPr>
            <a:r>
              <a:rPr lang="en-US" sz="1000" b="1">
                <a:solidFill>
                  <a:srgbClr val="333333"/>
                </a:solidFill>
                <a:latin typeface="Arial" pitchFamily="34" charset="0"/>
                <a:ea typeface="Arial" pitchFamily="34" charset="-122"/>
                <a:cs typeface="Arial" pitchFamily="34" charset="-120"/>
              </a:rPr>
              <a:t>Many robot</a:t>
            </a:r>
            <a:endParaRPr lang="en-US" sz="1000"/>
          </a:p>
          <a:p>
            <a:pPr marL="0" indent="0" algn="ctr">
              <a:buNone/>
            </a:pPr>
            <a:r>
              <a:rPr lang="en-US" sz="1000" b="1">
                <a:solidFill>
                  <a:srgbClr val="333333"/>
                </a:solidFill>
                <a:latin typeface="Arial" pitchFamily="34" charset="0"/>
                <a:ea typeface="Arial" pitchFamily="34" charset="-122"/>
                <a:cs typeface="Arial" pitchFamily="34" charset="-120"/>
              </a:rPr>
              <a:t>Demonstrations</a:t>
            </a:r>
            <a:endParaRPr lang="en-US" sz="1000"/>
          </a:p>
        </p:txBody>
      </p:sp>
      <p:sp>
        <p:nvSpPr>
          <p:cNvPr id="12" name="Shape 8">
            <a:extLst>
              <a:ext uri="{FF2B5EF4-FFF2-40B4-BE49-F238E27FC236}">
                <a16:creationId xmlns:a16="http://schemas.microsoft.com/office/drawing/2014/main" id="{5D1AF1B6-DD58-2C1A-3BB2-A4C33F83B3DA}"/>
              </a:ext>
            </a:extLst>
          </p:cNvPr>
          <p:cNvSpPr/>
          <p:nvPr/>
        </p:nvSpPr>
        <p:spPr>
          <a:xfrm>
            <a:off x="2148840" y="2766060"/>
            <a:ext cx="228600" cy="0"/>
          </a:xfrm>
          <a:prstGeom prst="line">
            <a:avLst/>
          </a:prstGeom>
          <a:noFill/>
          <a:ln w="25400">
            <a:solidFill>
              <a:srgbClr val="FF000F"/>
            </a:solidFill>
            <a:prstDash val="solid"/>
            <a:tailEnd type="triangle"/>
          </a:ln>
        </p:spPr>
        <p:txBody>
          <a:bodyPr/>
          <a:lstStyle/>
          <a:p>
            <a:endParaRPr lang="sv-SE"/>
          </a:p>
        </p:txBody>
      </p:sp>
      <p:sp>
        <p:nvSpPr>
          <p:cNvPr id="13" name="Shape 9">
            <a:extLst>
              <a:ext uri="{FF2B5EF4-FFF2-40B4-BE49-F238E27FC236}">
                <a16:creationId xmlns:a16="http://schemas.microsoft.com/office/drawing/2014/main" id="{4A20E051-5991-4ED6-2FA7-653735C045F8}"/>
              </a:ext>
            </a:extLst>
          </p:cNvPr>
          <p:cNvSpPr/>
          <p:nvPr/>
        </p:nvSpPr>
        <p:spPr>
          <a:xfrm>
            <a:off x="2377440" y="2468880"/>
            <a:ext cx="1645920" cy="594360"/>
          </a:xfrm>
          <a:prstGeom prst="roundRect">
            <a:avLst>
              <a:gd name="adj" fmla="val 12308"/>
            </a:avLst>
          </a:prstGeom>
          <a:solidFill>
            <a:srgbClr val="F2F2F2"/>
          </a:solidFill>
          <a:ln/>
        </p:spPr>
        <p:txBody>
          <a:bodyPr/>
          <a:lstStyle/>
          <a:p>
            <a:endParaRPr lang="sv-SE"/>
          </a:p>
        </p:txBody>
      </p:sp>
      <p:sp>
        <p:nvSpPr>
          <p:cNvPr id="14" name="Text 10">
            <a:extLst>
              <a:ext uri="{FF2B5EF4-FFF2-40B4-BE49-F238E27FC236}">
                <a16:creationId xmlns:a16="http://schemas.microsoft.com/office/drawing/2014/main" id="{0DE48EEE-36CE-E214-EA26-DD84807D9BE4}"/>
              </a:ext>
            </a:extLst>
          </p:cNvPr>
          <p:cNvSpPr/>
          <p:nvPr/>
        </p:nvSpPr>
        <p:spPr>
          <a:xfrm>
            <a:off x="2423160" y="2468880"/>
            <a:ext cx="1554480" cy="594360"/>
          </a:xfrm>
          <a:prstGeom prst="rect">
            <a:avLst/>
          </a:prstGeom>
          <a:noFill/>
          <a:ln/>
        </p:spPr>
        <p:txBody>
          <a:bodyPr wrap="square" lIns="0" tIns="0" rIns="0" bIns="0" rtlCol="0" anchor="ctr"/>
          <a:lstStyle/>
          <a:p>
            <a:pPr marL="0" indent="0" algn="ctr">
              <a:buNone/>
            </a:pPr>
            <a:r>
              <a:rPr lang="en-US" sz="1000" b="1" dirty="0">
                <a:solidFill>
                  <a:srgbClr val="333333"/>
                </a:solidFill>
                <a:latin typeface="Arial" pitchFamily="34" charset="0"/>
                <a:ea typeface="Arial" pitchFamily="34" charset="-122"/>
                <a:cs typeface="Arial" pitchFamily="34" charset="-120"/>
              </a:rPr>
              <a:t>Diffusion</a:t>
            </a:r>
            <a:endParaRPr lang="en-US" sz="1000" dirty="0"/>
          </a:p>
          <a:p>
            <a:pPr marL="0" indent="0" algn="ctr">
              <a:buNone/>
            </a:pPr>
            <a:r>
              <a:rPr lang="en-US" sz="1000" b="1" dirty="0">
                <a:solidFill>
                  <a:srgbClr val="333333"/>
                </a:solidFill>
                <a:latin typeface="Arial" pitchFamily="34" charset="0"/>
                <a:ea typeface="Arial" pitchFamily="34" charset="-122"/>
                <a:cs typeface="Arial" pitchFamily="34" charset="-120"/>
              </a:rPr>
              <a:t>model learns</a:t>
            </a:r>
            <a:endParaRPr lang="en-US" sz="1000" dirty="0"/>
          </a:p>
        </p:txBody>
      </p:sp>
      <p:sp>
        <p:nvSpPr>
          <p:cNvPr id="15" name="Shape 11">
            <a:extLst>
              <a:ext uri="{FF2B5EF4-FFF2-40B4-BE49-F238E27FC236}">
                <a16:creationId xmlns:a16="http://schemas.microsoft.com/office/drawing/2014/main" id="{A0F18BD9-2E4D-A392-90DA-8B672159D5F8}"/>
              </a:ext>
            </a:extLst>
          </p:cNvPr>
          <p:cNvSpPr/>
          <p:nvPr/>
        </p:nvSpPr>
        <p:spPr>
          <a:xfrm>
            <a:off x="4069080" y="2766060"/>
            <a:ext cx="228600" cy="0"/>
          </a:xfrm>
          <a:prstGeom prst="line">
            <a:avLst/>
          </a:prstGeom>
          <a:noFill/>
          <a:ln w="25400">
            <a:solidFill>
              <a:srgbClr val="FF000F"/>
            </a:solidFill>
            <a:prstDash val="solid"/>
            <a:tailEnd type="triangle"/>
          </a:ln>
        </p:spPr>
        <p:txBody>
          <a:bodyPr/>
          <a:lstStyle/>
          <a:p>
            <a:endParaRPr lang="sv-SE"/>
          </a:p>
        </p:txBody>
      </p:sp>
      <p:sp>
        <p:nvSpPr>
          <p:cNvPr id="16" name="Shape 12">
            <a:extLst>
              <a:ext uri="{FF2B5EF4-FFF2-40B4-BE49-F238E27FC236}">
                <a16:creationId xmlns:a16="http://schemas.microsoft.com/office/drawing/2014/main" id="{0FFF3B75-989E-47C0-7033-C418925AB0FC}"/>
              </a:ext>
            </a:extLst>
          </p:cNvPr>
          <p:cNvSpPr/>
          <p:nvPr/>
        </p:nvSpPr>
        <p:spPr>
          <a:xfrm>
            <a:off x="4297680" y="2468880"/>
            <a:ext cx="1645920" cy="594360"/>
          </a:xfrm>
          <a:prstGeom prst="roundRect">
            <a:avLst>
              <a:gd name="adj" fmla="val 12308"/>
            </a:avLst>
          </a:prstGeom>
          <a:solidFill>
            <a:srgbClr val="F2F2F2"/>
          </a:solidFill>
          <a:ln/>
        </p:spPr>
        <p:txBody>
          <a:bodyPr/>
          <a:lstStyle/>
          <a:p>
            <a:endParaRPr lang="sv-SE"/>
          </a:p>
        </p:txBody>
      </p:sp>
      <p:sp>
        <p:nvSpPr>
          <p:cNvPr id="17" name="Text 13">
            <a:extLst>
              <a:ext uri="{FF2B5EF4-FFF2-40B4-BE49-F238E27FC236}">
                <a16:creationId xmlns:a16="http://schemas.microsoft.com/office/drawing/2014/main" id="{EE7C264A-331A-F016-8806-3037633011B6}"/>
              </a:ext>
            </a:extLst>
          </p:cNvPr>
          <p:cNvSpPr/>
          <p:nvPr/>
        </p:nvSpPr>
        <p:spPr>
          <a:xfrm>
            <a:off x="4343400" y="2468880"/>
            <a:ext cx="1554480" cy="594360"/>
          </a:xfrm>
          <a:prstGeom prst="rect">
            <a:avLst/>
          </a:prstGeom>
          <a:noFill/>
          <a:ln/>
        </p:spPr>
        <p:txBody>
          <a:bodyPr wrap="square" lIns="0" tIns="0" rIns="0" bIns="0" rtlCol="0" anchor="ctr"/>
          <a:lstStyle/>
          <a:p>
            <a:pPr marL="0" indent="0" algn="ctr">
              <a:buNone/>
            </a:pPr>
            <a:r>
              <a:rPr lang="en-US" sz="1000" b="1">
                <a:solidFill>
                  <a:srgbClr val="333333"/>
                </a:solidFill>
                <a:latin typeface="Arial" pitchFamily="34" charset="0"/>
                <a:ea typeface="Arial" pitchFamily="34" charset="-122"/>
                <a:cs typeface="Arial" pitchFamily="34" charset="-120"/>
              </a:rPr>
              <a:t>Motion</a:t>
            </a:r>
            <a:endParaRPr lang="en-US" sz="1000"/>
          </a:p>
          <a:p>
            <a:pPr marL="0" indent="0" algn="ctr">
              <a:buNone/>
            </a:pPr>
            <a:r>
              <a:rPr lang="en-US" sz="1000" b="1">
                <a:solidFill>
                  <a:srgbClr val="333333"/>
                </a:solidFill>
                <a:latin typeface="Arial" pitchFamily="34" charset="0"/>
                <a:ea typeface="Arial" pitchFamily="34" charset="-122"/>
                <a:cs typeface="Arial" pitchFamily="34" charset="-120"/>
              </a:rPr>
              <a:t>prior</a:t>
            </a:r>
            <a:endParaRPr lang="en-US" sz="1000"/>
          </a:p>
        </p:txBody>
      </p:sp>
      <p:sp>
        <p:nvSpPr>
          <p:cNvPr id="18" name="Text 14">
            <a:extLst>
              <a:ext uri="{FF2B5EF4-FFF2-40B4-BE49-F238E27FC236}">
                <a16:creationId xmlns:a16="http://schemas.microsoft.com/office/drawing/2014/main" id="{0657F349-5C96-2BF2-E681-FF5E1D72100F}"/>
              </a:ext>
            </a:extLst>
          </p:cNvPr>
          <p:cNvSpPr/>
          <p:nvPr/>
        </p:nvSpPr>
        <p:spPr>
          <a:xfrm>
            <a:off x="457200" y="3154680"/>
            <a:ext cx="5760720" cy="274320"/>
          </a:xfrm>
          <a:prstGeom prst="rect">
            <a:avLst/>
          </a:prstGeom>
          <a:noFill/>
          <a:ln/>
        </p:spPr>
        <p:txBody>
          <a:bodyPr wrap="square" lIns="0" tIns="0" rIns="0" bIns="0" rtlCol="0" anchor="ctr"/>
          <a:lstStyle/>
          <a:p>
            <a:pPr marL="0" indent="0">
              <a:buNone/>
            </a:pPr>
            <a:r>
              <a:rPr lang="en-US" sz="900" i="1">
                <a:solidFill>
                  <a:srgbClr val="999999"/>
                </a:solidFill>
                <a:latin typeface="Arial" pitchFamily="34" charset="0"/>
                <a:ea typeface="Arial" pitchFamily="34" charset="-122"/>
                <a:cs typeface="Arial" pitchFamily="34" charset="-120"/>
              </a:rPr>
              <a:t>"What good robot motion looks like"</a:t>
            </a:r>
            <a:endParaRPr lang="en-US" sz="900"/>
          </a:p>
        </p:txBody>
      </p:sp>
      <p:sp>
        <p:nvSpPr>
          <p:cNvPr id="19" name="Shape 15">
            <a:extLst>
              <a:ext uri="{FF2B5EF4-FFF2-40B4-BE49-F238E27FC236}">
                <a16:creationId xmlns:a16="http://schemas.microsoft.com/office/drawing/2014/main" id="{60B2760C-A411-B1DA-2CFD-6CBE88AD59E0}"/>
              </a:ext>
            </a:extLst>
          </p:cNvPr>
          <p:cNvSpPr/>
          <p:nvPr/>
        </p:nvSpPr>
        <p:spPr>
          <a:xfrm>
            <a:off x="329184" y="3657600"/>
            <a:ext cx="5943600" cy="365760"/>
          </a:xfrm>
          <a:prstGeom prst="rect">
            <a:avLst/>
          </a:prstGeom>
          <a:solidFill>
            <a:srgbClr val="FF000F"/>
          </a:solidFill>
          <a:ln/>
        </p:spPr>
        <p:txBody>
          <a:bodyPr/>
          <a:lstStyle/>
          <a:p>
            <a:endParaRPr lang="sv-SE"/>
          </a:p>
        </p:txBody>
      </p:sp>
      <p:sp>
        <p:nvSpPr>
          <p:cNvPr id="20" name="Text 16">
            <a:extLst>
              <a:ext uri="{FF2B5EF4-FFF2-40B4-BE49-F238E27FC236}">
                <a16:creationId xmlns:a16="http://schemas.microsoft.com/office/drawing/2014/main" id="{C52F6A49-6C7F-6F35-D907-4B496B946D0F}"/>
              </a:ext>
            </a:extLst>
          </p:cNvPr>
          <p:cNvSpPr/>
          <p:nvPr/>
        </p:nvSpPr>
        <p:spPr>
          <a:xfrm>
            <a:off x="457200" y="3657600"/>
            <a:ext cx="1828800" cy="365760"/>
          </a:xfrm>
          <a:prstGeom prst="rect">
            <a:avLst/>
          </a:prstGeom>
          <a:noFill/>
          <a:ln/>
        </p:spPr>
        <p:txBody>
          <a:bodyPr wrap="square" lIns="0" tIns="0" rIns="0" bIns="0" rtlCol="0" anchor="ctr"/>
          <a:lstStyle/>
          <a:p>
            <a:pPr marL="0" indent="0">
              <a:buNone/>
            </a:pPr>
            <a:r>
              <a:rPr lang="en-US" sz="1100" b="1" kern="0" spc="300">
                <a:solidFill>
                  <a:srgbClr val="FFFFFF"/>
                </a:solidFill>
                <a:latin typeface="Arial" pitchFamily="34" charset="0"/>
                <a:ea typeface="Arial" pitchFamily="34" charset="-122"/>
                <a:cs typeface="Arial" pitchFamily="34" charset="-120"/>
              </a:rPr>
              <a:t>INFERENCE</a:t>
            </a:r>
            <a:endParaRPr lang="en-US" sz="1100"/>
          </a:p>
        </p:txBody>
      </p:sp>
      <p:sp>
        <p:nvSpPr>
          <p:cNvPr id="21" name="Shape 17">
            <a:extLst>
              <a:ext uri="{FF2B5EF4-FFF2-40B4-BE49-F238E27FC236}">
                <a16:creationId xmlns:a16="http://schemas.microsoft.com/office/drawing/2014/main" id="{3F53771D-EE73-15F4-1E06-F4C0FD8952FC}"/>
              </a:ext>
            </a:extLst>
          </p:cNvPr>
          <p:cNvSpPr/>
          <p:nvPr/>
        </p:nvSpPr>
        <p:spPr>
          <a:xfrm>
            <a:off x="457200" y="4206240"/>
            <a:ext cx="1645920" cy="594360"/>
          </a:xfrm>
          <a:prstGeom prst="roundRect">
            <a:avLst>
              <a:gd name="adj" fmla="val 12308"/>
            </a:avLst>
          </a:prstGeom>
          <a:solidFill>
            <a:srgbClr val="F2F2F2"/>
          </a:solidFill>
          <a:ln/>
        </p:spPr>
        <p:txBody>
          <a:bodyPr/>
          <a:lstStyle/>
          <a:p>
            <a:endParaRPr lang="sv-SE"/>
          </a:p>
        </p:txBody>
      </p:sp>
      <p:sp>
        <p:nvSpPr>
          <p:cNvPr id="22" name="Text 18">
            <a:extLst>
              <a:ext uri="{FF2B5EF4-FFF2-40B4-BE49-F238E27FC236}">
                <a16:creationId xmlns:a16="http://schemas.microsoft.com/office/drawing/2014/main" id="{E483C6C1-B2E3-A384-8082-D9DBE5D717C3}"/>
              </a:ext>
            </a:extLst>
          </p:cNvPr>
          <p:cNvSpPr/>
          <p:nvPr/>
        </p:nvSpPr>
        <p:spPr>
          <a:xfrm>
            <a:off x="502920" y="4206240"/>
            <a:ext cx="1554480" cy="594360"/>
          </a:xfrm>
          <a:prstGeom prst="rect">
            <a:avLst/>
          </a:prstGeom>
          <a:noFill/>
          <a:ln/>
        </p:spPr>
        <p:txBody>
          <a:bodyPr wrap="square" lIns="0" tIns="0" rIns="0" bIns="0" rtlCol="0" anchor="ctr"/>
          <a:lstStyle/>
          <a:p>
            <a:pPr marL="0" indent="0" algn="ctr">
              <a:buNone/>
            </a:pPr>
            <a:r>
              <a:rPr lang="en-US" sz="1000" b="1">
                <a:solidFill>
                  <a:srgbClr val="333333"/>
                </a:solidFill>
                <a:latin typeface="Arial" pitchFamily="34" charset="0"/>
                <a:ea typeface="Arial" pitchFamily="34" charset="-122"/>
                <a:cs typeface="Arial" pitchFamily="34" charset="-120"/>
              </a:rPr>
              <a:t>Random</a:t>
            </a:r>
            <a:endParaRPr lang="en-US" sz="1000"/>
          </a:p>
          <a:p>
            <a:pPr marL="0" indent="0" algn="ctr">
              <a:buNone/>
            </a:pPr>
            <a:r>
              <a:rPr lang="en-US" sz="1000" b="1">
                <a:solidFill>
                  <a:srgbClr val="333333"/>
                </a:solidFill>
                <a:latin typeface="Arial" pitchFamily="34" charset="0"/>
                <a:ea typeface="Arial" pitchFamily="34" charset="-122"/>
                <a:cs typeface="Arial" pitchFamily="34" charset="-120"/>
              </a:rPr>
              <a:t>noise</a:t>
            </a:r>
            <a:endParaRPr lang="en-US" sz="1000"/>
          </a:p>
        </p:txBody>
      </p:sp>
      <p:sp>
        <p:nvSpPr>
          <p:cNvPr id="23" name="Shape 19">
            <a:extLst>
              <a:ext uri="{FF2B5EF4-FFF2-40B4-BE49-F238E27FC236}">
                <a16:creationId xmlns:a16="http://schemas.microsoft.com/office/drawing/2014/main" id="{0AF788DA-B9EA-54CB-5B82-8DFF83250F99}"/>
              </a:ext>
            </a:extLst>
          </p:cNvPr>
          <p:cNvSpPr/>
          <p:nvPr/>
        </p:nvSpPr>
        <p:spPr>
          <a:xfrm>
            <a:off x="2148840" y="4503420"/>
            <a:ext cx="228600" cy="0"/>
          </a:xfrm>
          <a:prstGeom prst="line">
            <a:avLst/>
          </a:prstGeom>
          <a:noFill/>
          <a:ln w="25400">
            <a:solidFill>
              <a:srgbClr val="FF000F"/>
            </a:solidFill>
            <a:prstDash val="solid"/>
            <a:tailEnd type="triangle"/>
          </a:ln>
        </p:spPr>
        <p:txBody>
          <a:bodyPr/>
          <a:lstStyle/>
          <a:p>
            <a:endParaRPr lang="sv-SE"/>
          </a:p>
        </p:txBody>
      </p:sp>
      <p:sp>
        <p:nvSpPr>
          <p:cNvPr id="24" name="Shape 20">
            <a:extLst>
              <a:ext uri="{FF2B5EF4-FFF2-40B4-BE49-F238E27FC236}">
                <a16:creationId xmlns:a16="http://schemas.microsoft.com/office/drawing/2014/main" id="{FE556808-EE1C-8265-7CD8-47BA77BE9270}"/>
              </a:ext>
            </a:extLst>
          </p:cNvPr>
          <p:cNvSpPr/>
          <p:nvPr/>
        </p:nvSpPr>
        <p:spPr>
          <a:xfrm>
            <a:off x="2377440" y="4206240"/>
            <a:ext cx="1645920" cy="594360"/>
          </a:xfrm>
          <a:prstGeom prst="roundRect">
            <a:avLst>
              <a:gd name="adj" fmla="val 12308"/>
            </a:avLst>
          </a:prstGeom>
          <a:solidFill>
            <a:srgbClr val="F2F2F2"/>
          </a:solidFill>
          <a:ln/>
        </p:spPr>
        <p:txBody>
          <a:bodyPr/>
          <a:lstStyle/>
          <a:p>
            <a:endParaRPr lang="sv-SE"/>
          </a:p>
        </p:txBody>
      </p:sp>
      <p:sp>
        <p:nvSpPr>
          <p:cNvPr id="25" name="Text 21">
            <a:extLst>
              <a:ext uri="{FF2B5EF4-FFF2-40B4-BE49-F238E27FC236}">
                <a16:creationId xmlns:a16="http://schemas.microsoft.com/office/drawing/2014/main" id="{FEF02AF6-277F-08D5-067C-FB70396E8E8F}"/>
              </a:ext>
            </a:extLst>
          </p:cNvPr>
          <p:cNvSpPr/>
          <p:nvPr/>
        </p:nvSpPr>
        <p:spPr>
          <a:xfrm>
            <a:off x="2423160" y="4206240"/>
            <a:ext cx="1554480" cy="594360"/>
          </a:xfrm>
          <a:prstGeom prst="rect">
            <a:avLst/>
          </a:prstGeom>
          <a:noFill/>
          <a:ln/>
        </p:spPr>
        <p:txBody>
          <a:bodyPr wrap="square" lIns="0" tIns="0" rIns="0" bIns="0" rtlCol="0" anchor="ctr"/>
          <a:lstStyle/>
          <a:p>
            <a:pPr marL="0" indent="0" algn="ctr">
              <a:buNone/>
            </a:pPr>
            <a:r>
              <a:rPr lang="en-US" sz="1000" b="1">
                <a:solidFill>
                  <a:srgbClr val="333333"/>
                </a:solidFill>
                <a:latin typeface="Arial" pitchFamily="34" charset="0"/>
                <a:ea typeface="Arial" pitchFamily="34" charset="-122"/>
                <a:cs typeface="Arial" pitchFamily="34" charset="-120"/>
              </a:rPr>
              <a:t>Iterative</a:t>
            </a:r>
            <a:endParaRPr lang="en-US" sz="1000"/>
          </a:p>
          <a:p>
            <a:pPr marL="0" indent="0" algn="ctr">
              <a:buNone/>
            </a:pPr>
            <a:r>
              <a:rPr lang="en-US" sz="1000" b="1">
                <a:solidFill>
                  <a:srgbClr val="333333"/>
                </a:solidFill>
                <a:latin typeface="Arial" pitchFamily="34" charset="0"/>
                <a:ea typeface="Arial" pitchFamily="34" charset="-122"/>
                <a:cs typeface="Arial" pitchFamily="34" charset="-120"/>
              </a:rPr>
              <a:t>refinement</a:t>
            </a:r>
            <a:endParaRPr lang="en-US" sz="1000"/>
          </a:p>
        </p:txBody>
      </p:sp>
      <p:sp>
        <p:nvSpPr>
          <p:cNvPr id="26" name="Shape 22">
            <a:extLst>
              <a:ext uri="{FF2B5EF4-FFF2-40B4-BE49-F238E27FC236}">
                <a16:creationId xmlns:a16="http://schemas.microsoft.com/office/drawing/2014/main" id="{058998FA-1B76-91EB-62A5-3D8FE63971A6}"/>
              </a:ext>
            </a:extLst>
          </p:cNvPr>
          <p:cNvSpPr/>
          <p:nvPr/>
        </p:nvSpPr>
        <p:spPr>
          <a:xfrm>
            <a:off x="4069080" y="4503420"/>
            <a:ext cx="228600" cy="0"/>
          </a:xfrm>
          <a:prstGeom prst="line">
            <a:avLst/>
          </a:prstGeom>
          <a:noFill/>
          <a:ln w="25400">
            <a:solidFill>
              <a:srgbClr val="FF000F"/>
            </a:solidFill>
            <a:prstDash val="solid"/>
            <a:tailEnd type="triangle"/>
          </a:ln>
        </p:spPr>
        <p:txBody>
          <a:bodyPr/>
          <a:lstStyle/>
          <a:p>
            <a:endParaRPr lang="sv-SE"/>
          </a:p>
        </p:txBody>
      </p:sp>
      <p:sp>
        <p:nvSpPr>
          <p:cNvPr id="27" name="Shape 23">
            <a:extLst>
              <a:ext uri="{FF2B5EF4-FFF2-40B4-BE49-F238E27FC236}">
                <a16:creationId xmlns:a16="http://schemas.microsoft.com/office/drawing/2014/main" id="{22EF2E69-E4AB-1A46-4A57-37609BDBF253}"/>
              </a:ext>
            </a:extLst>
          </p:cNvPr>
          <p:cNvSpPr/>
          <p:nvPr/>
        </p:nvSpPr>
        <p:spPr>
          <a:xfrm>
            <a:off x="4297680" y="4206240"/>
            <a:ext cx="1645920" cy="594360"/>
          </a:xfrm>
          <a:prstGeom prst="roundRect">
            <a:avLst>
              <a:gd name="adj" fmla="val 12308"/>
            </a:avLst>
          </a:prstGeom>
          <a:solidFill>
            <a:srgbClr val="F2F2F2"/>
          </a:solidFill>
          <a:ln/>
        </p:spPr>
        <p:txBody>
          <a:bodyPr/>
          <a:lstStyle/>
          <a:p>
            <a:endParaRPr lang="sv-SE"/>
          </a:p>
        </p:txBody>
      </p:sp>
      <p:sp>
        <p:nvSpPr>
          <p:cNvPr id="28" name="Text 24">
            <a:extLst>
              <a:ext uri="{FF2B5EF4-FFF2-40B4-BE49-F238E27FC236}">
                <a16:creationId xmlns:a16="http://schemas.microsoft.com/office/drawing/2014/main" id="{2F4938C6-632E-08F6-7182-6DE698A2B265}"/>
              </a:ext>
            </a:extLst>
          </p:cNvPr>
          <p:cNvSpPr/>
          <p:nvPr/>
        </p:nvSpPr>
        <p:spPr>
          <a:xfrm>
            <a:off x="4343400" y="4206240"/>
            <a:ext cx="1554480" cy="594360"/>
          </a:xfrm>
          <a:prstGeom prst="rect">
            <a:avLst/>
          </a:prstGeom>
          <a:noFill/>
          <a:ln/>
        </p:spPr>
        <p:txBody>
          <a:bodyPr wrap="square" lIns="0" tIns="0" rIns="0" bIns="0" rtlCol="0" anchor="ctr"/>
          <a:lstStyle/>
          <a:p>
            <a:pPr marL="0" indent="0" algn="ctr">
              <a:buNone/>
            </a:pPr>
            <a:r>
              <a:rPr lang="en-US" sz="1000" b="1">
                <a:solidFill>
                  <a:srgbClr val="333333"/>
                </a:solidFill>
                <a:latin typeface="Arial" pitchFamily="34" charset="0"/>
                <a:ea typeface="Arial" pitchFamily="34" charset="-122"/>
                <a:cs typeface="Arial" pitchFamily="34" charset="-120"/>
              </a:rPr>
              <a:t>Plausible</a:t>
            </a:r>
            <a:endParaRPr lang="en-US" sz="1000"/>
          </a:p>
          <a:p>
            <a:pPr marL="0" indent="0" algn="ctr">
              <a:buNone/>
            </a:pPr>
            <a:r>
              <a:rPr lang="en-US" sz="1000" b="1">
                <a:solidFill>
                  <a:srgbClr val="333333"/>
                </a:solidFill>
                <a:latin typeface="Arial" pitchFamily="34" charset="0"/>
                <a:ea typeface="Arial" pitchFamily="34" charset="-122"/>
                <a:cs typeface="Arial" pitchFamily="34" charset="-120"/>
              </a:rPr>
              <a:t>trajectory</a:t>
            </a:r>
            <a:endParaRPr lang="en-US" sz="1000"/>
          </a:p>
        </p:txBody>
      </p:sp>
      <p:sp>
        <p:nvSpPr>
          <p:cNvPr id="29" name="Text 25">
            <a:extLst>
              <a:ext uri="{FF2B5EF4-FFF2-40B4-BE49-F238E27FC236}">
                <a16:creationId xmlns:a16="http://schemas.microsoft.com/office/drawing/2014/main" id="{A1C6AAC6-0396-CA57-2692-2305248513BD}"/>
              </a:ext>
            </a:extLst>
          </p:cNvPr>
          <p:cNvSpPr/>
          <p:nvPr/>
        </p:nvSpPr>
        <p:spPr>
          <a:xfrm>
            <a:off x="457200" y="4892040"/>
            <a:ext cx="5760720" cy="274320"/>
          </a:xfrm>
          <a:prstGeom prst="rect">
            <a:avLst/>
          </a:prstGeom>
          <a:noFill/>
          <a:ln/>
        </p:spPr>
        <p:txBody>
          <a:bodyPr wrap="square" lIns="0" tIns="0" rIns="0" bIns="0" rtlCol="0" anchor="ctr"/>
          <a:lstStyle/>
          <a:p>
            <a:pPr marL="0" indent="0">
              <a:buNone/>
            </a:pPr>
            <a:r>
              <a:rPr lang="en-US" sz="900" i="1">
                <a:solidFill>
                  <a:srgbClr val="999999"/>
                </a:solidFill>
                <a:latin typeface="Arial" pitchFamily="34" charset="0"/>
                <a:ea typeface="Arial" pitchFamily="34" charset="-122"/>
                <a:cs typeface="Arial" pitchFamily="34" charset="-120"/>
              </a:rPr>
              <a:t>Denoising steps</a:t>
            </a:r>
            <a:endParaRPr lang="en-US" sz="900"/>
          </a:p>
        </p:txBody>
      </p:sp>
      <p:sp>
        <p:nvSpPr>
          <p:cNvPr id="31" name="Text 27">
            <a:extLst>
              <a:ext uri="{FF2B5EF4-FFF2-40B4-BE49-F238E27FC236}">
                <a16:creationId xmlns:a16="http://schemas.microsoft.com/office/drawing/2014/main" id="{A72B58A7-745C-23E7-CCFD-C7B357FA35B1}"/>
              </a:ext>
            </a:extLst>
          </p:cNvPr>
          <p:cNvSpPr/>
          <p:nvPr/>
        </p:nvSpPr>
        <p:spPr>
          <a:xfrm>
            <a:off x="6701790" y="4840829"/>
            <a:ext cx="4846320" cy="457200"/>
          </a:xfrm>
          <a:prstGeom prst="rect">
            <a:avLst/>
          </a:prstGeom>
          <a:noFill/>
          <a:ln/>
        </p:spPr>
        <p:txBody>
          <a:bodyPr wrap="square" lIns="0" tIns="0" rIns="0" bIns="0" rtlCol="0" anchor="ctr"/>
          <a:lstStyle/>
          <a:p>
            <a:pPr marL="0" indent="0" algn="ctr">
              <a:buNone/>
            </a:pPr>
            <a:r>
              <a:rPr lang="en-US" sz="1100" i="1">
                <a:solidFill>
                  <a:srgbClr val="999999"/>
                </a:solidFill>
                <a:latin typeface="Arial" pitchFamily="34" charset="0"/>
                <a:ea typeface="Arial" pitchFamily="34" charset="-122"/>
                <a:cs typeface="Arial" pitchFamily="34" charset="-120"/>
              </a:rPr>
              <a:t>[ Diffusion denoising ]</a:t>
            </a:r>
            <a:endParaRPr lang="en-US" sz="1100"/>
          </a:p>
        </p:txBody>
      </p:sp>
      <p:sp>
        <p:nvSpPr>
          <p:cNvPr id="32" name="Text 28">
            <a:extLst>
              <a:ext uri="{FF2B5EF4-FFF2-40B4-BE49-F238E27FC236}">
                <a16:creationId xmlns:a16="http://schemas.microsoft.com/office/drawing/2014/main" id="{B8854AE9-EE7B-CE7E-32F7-33369F7EC38E}"/>
              </a:ext>
            </a:extLst>
          </p:cNvPr>
          <p:cNvSpPr/>
          <p:nvPr/>
        </p:nvSpPr>
        <p:spPr>
          <a:xfrm>
            <a:off x="329184" y="5349240"/>
            <a:ext cx="11430000" cy="457200"/>
          </a:xfrm>
          <a:prstGeom prst="rect">
            <a:avLst/>
          </a:prstGeom>
          <a:noFill/>
          <a:ln/>
        </p:spPr>
        <p:txBody>
          <a:bodyPr wrap="square" lIns="0" tIns="0" rIns="0" bIns="0" rtlCol="0" anchor="ctr"/>
          <a:lstStyle/>
          <a:p>
            <a:pPr marL="0" indent="0">
              <a:buNone/>
            </a:pPr>
            <a:r>
              <a:rPr lang="en-US" sz="1300" b="1">
                <a:solidFill>
                  <a:srgbClr val="FF000F"/>
                </a:solidFill>
                <a:latin typeface="Arial" pitchFamily="34" charset="0"/>
                <a:ea typeface="Arial" pitchFamily="34" charset="-122"/>
                <a:cs typeface="Arial" pitchFamily="34" charset="-120"/>
              </a:rPr>
              <a:t>Key insight:  </a:t>
            </a:r>
            <a:r>
              <a:rPr lang="en-US" sz="1300">
                <a:solidFill>
                  <a:srgbClr val="333333"/>
                </a:solidFill>
                <a:latin typeface="Arial" pitchFamily="34" charset="0"/>
                <a:ea typeface="Arial" pitchFamily="34" charset="-122"/>
                <a:cs typeface="Arial" pitchFamily="34" charset="-120"/>
              </a:rPr>
              <a:t>Task-agnostic motion prior -- knows how robots move, but not what the task is. Fast, flexible, multi-modal.</a:t>
            </a:r>
            <a:endParaRPr lang="en-US" sz="1300"/>
          </a:p>
        </p:txBody>
      </p:sp>
      <p:pic>
        <p:nvPicPr>
          <p:cNvPr id="33" name="uncond_video_writer3">
            <a:hlinkClick r:id="" action="ppaction://media"/>
            <a:extLst>
              <a:ext uri="{FF2B5EF4-FFF2-40B4-BE49-F238E27FC236}">
                <a16:creationId xmlns:a16="http://schemas.microsoft.com/office/drawing/2014/main" id="{96B66882-13C4-2EB6-E05C-D435D98307C7}"/>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270750" y="1053320"/>
            <a:ext cx="3708400" cy="3708400"/>
          </a:xfrm>
          <a:prstGeom prst="rect">
            <a:avLst/>
          </a:prstGeom>
        </p:spPr>
      </p:pic>
    </p:spTree>
    <p:extLst>
      <p:ext uri="{BB962C8B-B14F-4D97-AF65-F5344CB8AC3E}">
        <p14:creationId xmlns:p14="http://schemas.microsoft.com/office/powerpoint/2010/main" val="2431664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500"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3"/>
                </p:tgtEl>
              </p:cMediaNode>
            </p:video>
            <p:seq concurrent="1" nextAc="seek">
              <p:cTn id="8" restart="whenNotActive" fill="hold" evtFilter="cancelBubble" nodeType="interactiveSeq">
                <p:stCondLst>
                  <p:cond evt="onClick" delay="0">
                    <p:tgtEl>
                      <p:spTgt spid="3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3"/>
                                        </p:tgtEl>
                                      </p:cBhvr>
                                    </p:cmd>
                                  </p:childTnLst>
                                </p:cTn>
                              </p:par>
                            </p:childTnLst>
                          </p:cTn>
                        </p:par>
                      </p:childTnLst>
                    </p:cTn>
                  </p:par>
                </p:childTnLst>
              </p:cTn>
              <p:nextCondLst>
                <p:cond evt="onClick" delay="0">
                  <p:tgtEl>
                    <p:spTgt spid="33"/>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AD085-4C5B-A558-708B-9D12323B51A3}"/>
              </a:ext>
            </a:extLst>
          </p:cNvPr>
          <p:cNvSpPr>
            <a:spLocks noGrp="1"/>
          </p:cNvSpPr>
          <p:nvPr>
            <p:ph type="title"/>
          </p:nvPr>
        </p:nvSpPr>
        <p:spPr/>
        <p:txBody>
          <a:bodyPr/>
          <a:lstStyle/>
          <a:p>
            <a:r>
              <a:rPr lang="en-US" dirty="0"/>
              <a:t>Related works</a:t>
            </a:r>
            <a:endParaRPr lang="sv-SE" dirty="0"/>
          </a:p>
        </p:txBody>
      </p:sp>
      <p:sp>
        <p:nvSpPr>
          <p:cNvPr id="3" name="Date Placeholder 2">
            <a:extLst>
              <a:ext uri="{FF2B5EF4-FFF2-40B4-BE49-F238E27FC236}">
                <a16:creationId xmlns:a16="http://schemas.microsoft.com/office/drawing/2014/main" id="{8979AE6C-87BE-AB01-2A5C-D9DE4ED3A1C8}"/>
              </a:ext>
            </a:extLst>
          </p:cNvPr>
          <p:cNvSpPr>
            <a:spLocks noGrp="1"/>
          </p:cNvSpPr>
          <p:nvPr>
            <p:ph type="dt" sz="half" idx="10"/>
          </p:nvPr>
        </p:nvSpPr>
        <p:spPr/>
        <p:txBody>
          <a:bodyPr/>
          <a:lstStyle/>
          <a:p>
            <a:fld id="{7F60F6C1-C8EB-4219-8E37-B9B0DE88DCE0}" type="datetime4">
              <a:rPr lang="en-US" noProof="0" smtClean="0"/>
              <a:t>October 20, 2026</a:t>
            </a:fld>
            <a:endParaRPr lang="en-US" noProof="0"/>
          </a:p>
        </p:txBody>
      </p:sp>
      <p:sp>
        <p:nvSpPr>
          <p:cNvPr id="4" name="Slide Number Placeholder 3">
            <a:extLst>
              <a:ext uri="{FF2B5EF4-FFF2-40B4-BE49-F238E27FC236}">
                <a16:creationId xmlns:a16="http://schemas.microsoft.com/office/drawing/2014/main" id="{F0BFB961-71EA-8CFC-D1A8-D7323223D5ED}"/>
              </a:ext>
            </a:extLst>
          </p:cNvPr>
          <p:cNvSpPr>
            <a:spLocks noGrp="1"/>
          </p:cNvSpPr>
          <p:nvPr>
            <p:ph type="sldNum" sz="quarter" idx="12"/>
          </p:nvPr>
        </p:nvSpPr>
        <p:spPr/>
        <p:txBody>
          <a:bodyPr/>
          <a:lstStyle/>
          <a:p>
            <a:r>
              <a:rPr lang="en-US" noProof="0"/>
              <a:t>Slide </a:t>
            </a:r>
            <a:fld id="{619F89D8-7AE3-494A-97F3-03D680869632}" type="slidenum">
              <a:rPr lang="en-US" noProof="0" smtClean="0"/>
              <a:pPr/>
              <a:t>15</a:t>
            </a:fld>
            <a:endParaRPr lang="en-US" noProof="0"/>
          </a:p>
        </p:txBody>
      </p:sp>
      <p:sp>
        <p:nvSpPr>
          <p:cNvPr id="5" name="Footer Placeholder 4">
            <a:extLst>
              <a:ext uri="{FF2B5EF4-FFF2-40B4-BE49-F238E27FC236}">
                <a16:creationId xmlns:a16="http://schemas.microsoft.com/office/drawing/2014/main" id="{24ACFE79-D542-ABB7-11F5-83D9D175678E}"/>
              </a:ext>
            </a:extLst>
          </p:cNvPr>
          <p:cNvSpPr>
            <a:spLocks noGrp="1"/>
          </p:cNvSpPr>
          <p:nvPr>
            <p:ph type="ftr" sz="quarter" idx="24"/>
          </p:nvPr>
        </p:nvSpPr>
        <p:spPr/>
        <p:txBody>
          <a:bodyPr/>
          <a:lstStyle/>
          <a:p>
            <a:endParaRPr lang="en-US" noProof="0"/>
          </a:p>
        </p:txBody>
      </p:sp>
      <p:sp>
        <p:nvSpPr>
          <p:cNvPr id="6" name="Text Placeholder 5">
            <a:extLst>
              <a:ext uri="{FF2B5EF4-FFF2-40B4-BE49-F238E27FC236}">
                <a16:creationId xmlns:a16="http://schemas.microsoft.com/office/drawing/2014/main" id="{23DFDFD5-8EA9-0E57-0B47-F2C4C423A81B}"/>
              </a:ext>
            </a:extLst>
          </p:cNvPr>
          <p:cNvSpPr>
            <a:spLocks noGrp="1"/>
          </p:cNvSpPr>
          <p:nvPr>
            <p:ph type="body" sz="quarter" idx="25"/>
          </p:nvPr>
        </p:nvSpPr>
        <p:spPr/>
        <p:txBody>
          <a:bodyPr/>
          <a:lstStyle/>
          <a:p>
            <a:endParaRPr lang="sv-SE"/>
          </a:p>
        </p:txBody>
      </p:sp>
      <p:sp>
        <p:nvSpPr>
          <p:cNvPr id="7" name="Text Placeholder 6">
            <a:extLst>
              <a:ext uri="{FF2B5EF4-FFF2-40B4-BE49-F238E27FC236}">
                <a16:creationId xmlns:a16="http://schemas.microsoft.com/office/drawing/2014/main" id="{3DBDE908-8FAA-16C0-D06A-23ED485AC64D}"/>
              </a:ext>
            </a:extLst>
          </p:cNvPr>
          <p:cNvSpPr>
            <a:spLocks noGrp="1"/>
          </p:cNvSpPr>
          <p:nvPr>
            <p:ph type="body" sz="quarter" idx="26"/>
          </p:nvPr>
        </p:nvSpPr>
        <p:spPr/>
        <p:txBody>
          <a:bodyPr/>
          <a:lstStyle/>
          <a:p>
            <a:endParaRPr lang="sv-SE"/>
          </a:p>
        </p:txBody>
      </p:sp>
    </p:spTree>
    <p:extLst>
      <p:ext uri="{BB962C8B-B14F-4D97-AF65-F5344CB8AC3E}">
        <p14:creationId xmlns:p14="http://schemas.microsoft.com/office/powerpoint/2010/main" val="2161625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hape 10">
            <a:extLst>
              <a:ext uri="{FF2B5EF4-FFF2-40B4-BE49-F238E27FC236}">
                <a16:creationId xmlns:a16="http://schemas.microsoft.com/office/drawing/2014/main" id="{66474CF9-ECCD-4C6D-3C6E-FAFE9E07735B}"/>
              </a:ext>
            </a:extLst>
          </p:cNvPr>
          <p:cNvSpPr/>
          <p:nvPr/>
        </p:nvSpPr>
        <p:spPr>
          <a:xfrm>
            <a:off x="8125460" y="2011680"/>
            <a:ext cx="3017520" cy="2743200"/>
          </a:xfrm>
          <a:prstGeom prst="rect">
            <a:avLst/>
          </a:prstGeom>
          <a:solidFill>
            <a:srgbClr val="F2F2F2"/>
          </a:solidFill>
          <a:ln/>
        </p:spPr>
        <p:txBody>
          <a:bodyPr/>
          <a:lstStyle/>
          <a:p>
            <a:endParaRPr lang="sv-SE"/>
          </a:p>
        </p:txBody>
      </p:sp>
      <p:sp>
        <p:nvSpPr>
          <p:cNvPr id="2" name="Title 1">
            <a:extLst>
              <a:ext uri="{FF2B5EF4-FFF2-40B4-BE49-F238E27FC236}">
                <a16:creationId xmlns:a16="http://schemas.microsoft.com/office/drawing/2014/main" id="{19A028C8-A7C8-9EFB-FDD6-48F6E9E9E411}"/>
              </a:ext>
            </a:extLst>
          </p:cNvPr>
          <p:cNvSpPr>
            <a:spLocks noGrp="1"/>
          </p:cNvSpPr>
          <p:nvPr>
            <p:ph type="title"/>
          </p:nvPr>
        </p:nvSpPr>
        <p:spPr/>
        <p:txBody>
          <a:bodyPr/>
          <a:lstStyle/>
          <a:p>
            <a:r>
              <a:rPr lang="en-US"/>
              <a:t>Learning to Manipulate</a:t>
            </a:r>
            <a:endParaRPr lang="sv-SE"/>
          </a:p>
        </p:txBody>
      </p:sp>
      <p:sp>
        <p:nvSpPr>
          <p:cNvPr id="4" name="Text Placeholder 3">
            <a:extLst>
              <a:ext uri="{FF2B5EF4-FFF2-40B4-BE49-F238E27FC236}">
                <a16:creationId xmlns:a16="http://schemas.microsoft.com/office/drawing/2014/main" id="{B43C30A3-6746-8B83-7B8B-5D1BC58B8829}"/>
              </a:ext>
            </a:extLst>
          </p:cNvPr>
          <p:cNvSpPr>
            <a:spLocks noGrp="1"/>
          </p:cNvSpPr>
          <p:nvPr>
            <p:ph type="body" sz="quarter" idx="14"/>
          </p:nvPr>
        </p:nvSpPr>
        <p:spPr/>
        <p:txBody>
          <a:bodyPr/>
          <a:lstStyle/>
          <a:p>
            <a:r>
              <a:rPr lang="en-US"/>
              <a:t>Generalizability and Safety</a:t>
            </a:r>
            <a:endParaRPr lang="sv-SE"/>
          </a:p>
        </p:txBody>
      </p:sp>
      <p:sp>
        <p:nvSpPr>
          <p:cNvPr id="5" name="Footer Placeholder 4">
            <a:extLst>
              <a:ext uri="{FF2B5EF4-FFF2-40B4-BE49-F238E27FC236}">
                <a16:creationId xmlns:a16="http://schemas.microsoft.com/office/drawing/2014/main" id="{BE93BFDA-446D-3AEC-F0BF-DBEF22104E9F}"/>
              </a:ext>
            </a:extLst>
          </p:cNvPr>
          <p:cNvSpPr>
            <a:spLocks noGrp="1"/>
          </p:cNvSpPr>
          <p:nvPr>
            <p:ph type="ftr" sz="quarter" idx="10"/>
          </p:nvPr>
        </p:nvSpPr>
        <p:spPr/>
        <p:txBody>
          <a:bodyPr/>
          <a:lstStyle/>
          <a:p>
            <a:r>
              <a:rPr lang="en-US"/>
              <a:t>These methods are neither exhaustive nor mutually exclusive. There is a lot of other methods, and compositions of these idea.. </a:t>
            </a:r>
          </a:p>
        </p:txBody>
      </p:sp>
      <p:sp>
        <p:nvSpPr>
          <p:cNvPr id="6" name="Date Placeholder 5">
            <a:extLst>
              <a:ext uri="{FF2B5EF4-FFF2-40B4-BE49-F238E27FC236}">
                <a16:creationId xmlns:a16="http://schemas.microsoft.com/office/drawing/2014/main" id="{54078B10-ADF0-82C3-305B-F7E184A05213}"/>
              </a:ext>
            </a:extLst>
          </p:cNvPr>
          <p:cNvSpPr>
            <a:spLocks noGrp="1"/>
          </p:cNvSpPr>
          <p:nvPr>
            <p:ph type="dt" sz="half" idx="11"/>
          </p:nvPr>
        </p:nvSpPr>
        <p:spPr/>
        <p:txBody>
          <a:bodyPr/>
          <a:lstStyle/>
          <a:p>
            <a:fld id="{B2EE78E3-0FB5-4EDC-9795-648A78EAEBD6}" type="datetime4">
              <a:rPr lang="en-US" smtClean="0"/>
              <a:t>October 20, 2026</a:t>
            </a:fld>
            <a:endParaRPr lang="en-US"/>
          </a:p>
        </p:txBody>
      </p:sp>
      <p:sp>
        <p:nvSpPr>
          <p:cNvPr id="7" name="Slide Number Placeholder 6">
            <a:extLst>
              <a:ext uri="{FF2B5EF4-FFF2-40B4-BE49-F238E27FC236}">
                <a16:creationId xmlns:a16="http://schemas.microsoft.com/office/drawing/2014/main" id="{9C310A2A-8A69-604F-9C84-D1967A6E659F}"/>
              </a:ext>
            </a:extLst>
          </p:cNvPr>
          <p:cNvSpPr>
            <a:spLocks noGrp="1"/>
          </p:cNvSpPr>
          <p:nvPr>
            <p:ph type="sldNum" sz="quarter" idx="12"/>
          </p:nvPr>
        </p:nvSpPr>
        <p:spPr/>
        <p:txBody>
          <a:bodyPr/>
          <a:lstStyle/>
          <a:p>
            <a:r>
              <a:rPr lang="en-US"/>
              <a:t>Slide </a:t>
            </a:r>
            <a:fld id="{619F89D8-7AE3-494A-97F3-03D680869632}" type="slidenum">
              <a:rPr lang="en-US" smtClean="0"/>
              <a:pPr/>
              <a:t>16</a:t>
            </a:fld>
            <a:endParaRPr lang="en-US"/>
          </a:p>
        </p:txBody>
      </p:sp>
      <p:sp>
        <p:nvSpPr>
          <p:cNvPr id="8" name="Shape 4">
            <a:extLst>
              <a:ext uri="{FF2B5EF4-FFF2-40B4-BE49-F238E27FC236}">
                <a16:creationId xmlns:a16="http://schemas.microsoft.com/office/drawing/2014/main" id="{BD1CDFE8-B1A5-6A83-51DC-9004B3B21BB8}"/>
              </a:ext>
            </a:extLst>
          </p:cNvPr>
          <p:cNvSpPr/>
          <p:nvPr/>
        </p:nvSpPr>
        <p:spPr>
          <a:xfrm>
            <a:off x="1084580" y="2011680"/>
            <a:ext cx="3017520" cy="2743200"/>
          </a:xfrm>
          <a:prstGeom prst="rect">
            <a:avLst/>
          </a:prstGeom>
          <a:solidFill>
            <a:srgbClr val="F2F2F2"/>
          </a:solidFill>
          <a:ln/>
        </p:spPr>
        <p:txBody>
          <a:bodyPr/>
          <a:lstStyle/>
          <a:p>
            <a:endParaRPr lang="sv-SE"/>
          </a:p>
        </p:txBody>
      </p:sp>
      <p:sp>
        <p:nvSpPr>
          <p:cNvPr id="9" name="Shape 5">
            <a:extLst>
              <a:ext uri="{FF2B5EF4-FFF2-40B4-BE49-F238E27FC236}">
                <a16:creationId xmlns:a16="http://schemas.microsoft.com/office/drawing/2014/main" id="{5DC173B3-F486-57BB-4C12-6BF33EBCD638}"/>
              </a:ext>
            </a:extLst>
          </p:cNvPr>
          <p:cNvSpPr/>
          <p:nvPr/>
        </p:nvSpPr>
        <p:spPr>
          <a:xfrm>
            <a:off x="2341880" y="2263140"/>
            <a:ext cx="502920" cy="502920"/>
          </a:xfrm>
          <a:prstGeom prst="ellipse">
            <a:avLst/>
          </a:prstGeom>
          <a:solidFill>
            <a:schemeClr val="accent3"/>
          </a:solidFill>
          <a:ln/>
        </p:spPr>
        <p:txBody>
          <a:bodyPr/>
          <a:lstStyle/>
          <a:p>
            <a:endParaRPr lang="sv-SE">
              <a:solidFill>
                <a:schemeClr val="accent3"/>
              </a:solidFill>
            </a:endParaRPr>
          </a:p>
        </p:txBody>
      </p:sp>
      <p:sp>
        <p:nvSpPr>
          <p:cNvPr id="10" name="Text 6">
            <a:extLst>
              <a:ext uri="{FF2B5EF4-FFF2-40B4-BE49-F238E27FC236}">
                <a16:creationId xmlns:a16="http://schemas.microsoft.com/office/drawing/2014/main" id="{6845485A-D6D4-7AD6-4ED4-437389027CDB}"/>
              </a:ext>
            </a:extLst>
          </p:cNvPr>
          <p:cNvSpPr/>
          <p:nvPr/>
        </p:nvSpPr>
        <p:spPr>
          <a:xfrm>
            <a:off x="2341880" y="2263140"/>
            <a:ext cx="502920" cy="502920"/>
          </a:xfrm>
          <a:prstGeom prst="rect">
            <a:avLst/>
          </a:prstGeom>
          <a:noFill/>
          <a:ln/>
        </p:spPr>
        <p:txBody>
          <a:bodyPr wrap="square" lIns="0" tIns="0" rIns="0" bIns="0" rtlCol="0" anchor="ctr"/>
          <a:lstStyle/>
          <a:p>
            <a:pPr marL="0" indent="0" algn="ctr">
              <a:buNone/>
            </a:pPr>
            <a:r>
              <a:rPr lang="en-US" sz="1600" b="1">
                <a:solidFill>
                  <a:srgbClr val="FFFFFF"/>
                </a:solidFill>
                <a:latin typeface="Arial" pitchFamily="34" charset="0"/>
                <a:ea typeface="Arial" pitchFamily="34" charset="-122"/>
                <a:cs typeface="Arial" pitchFamily="34" charset="-120"/>
              </a:rPr>
              <a:t>1</a:t>
            </a:r>
            <a:endParaRPr lang="en-US" sz="1600"/>
          </a:p>
        </p:txBody>
      </p:sp>
      <p:sp>
        <p:nvSpPr>
          <p:cNvPr id="11" name="Text 7">
            <a:extLst>
              <a:ext uri="{FF2B5EF4-FFF2-40B4-BE49-F238E27FC236}">
                <a16:creationId xmlns:a16="http://schemas.microsoft.com/office/drawing/2014/main" id="{6FDF3609-85E7-DF66-2CDD-920DC7A8D64C}"/>
              </a:ext>
            </a:extLst>
          </p:cNvPr>
          <p:cNvSpPr/>
          <p:nvPr/>
        </p:nvSpPr>
        <p:spPr>
          <a:xfrm>
            <a:off x="1267460" y="2971800"/>
            <a:ext cx="2651760" cy="731520"/>
          </a:xfrm>
          <a:prstGeom prst="rect">
            <a:avLst/>
          </a:prstGeom>
          <a:noFill/>
          <a:ln/>
        </p:spPr>
        <p:txBody>
          <a:bodyPr wrap="square" lIns="0" tIns="0" rIns="0" bIns="0" rtlCol="0" anchor="ctr"/>
          <a:lstStyle/>
          <a:p>
            <a:pPr marL="0" indent="0" algn="ctr">
              <a:buNone/>
            </a:pPr>
            <a:r>
              <a:rPr lang="en-US" sz="1700" b="1">
                <a:solidFill>
                  <a:srgbClr val="333333"/>
                </a:solidFill>
                <a:latin typeface="+mj-lt"/>
                <a:ea typeface="Arial" pitchFamily="34" charset="-122"/>
                <a:cs typeface="Arial" pitchFamily="34" charset="-120"/>
              </a:rPr>
              <a:t>Imitation</a:t>
            </a:r>
            <a:r>
              <a:rPr lang="en-US" sz="1700">
                <a:latin typeface="+mj-lt"/>
              </a:rPr>
              <a:t> </a:t>
            </a:r>
            <a:r>
              <a:rPr lang="en-US" sz="1700" b="1">
                <a:solidFill>
                  <a:srgbClr val="333333"/>
                </a:solidFill>
                <a:latin typeface="+mj-lt"/>
                <a:ea typeface="Arial" pitchFamily="34" charset="-122"/>
                <a:cs typeface="Arial" pitchFamily="34" charset="-120"/>
              </a:rPr>
              <a:t>Learning</a:t>
            </a:r>
            <a:endParaRPr lang="en-US" sz="1700">
              <a:latin typeface="+mj-lt"/>
            </a:endParaRPr>
          </a:p>
        </p:txBody>
      </p:sp>
      <p:sp>
        <p:nvSpPr>
          <p:cNvPr id="12" name="Text 8">
            <a:extLst>
              <a:ext uri="{FF2B5EF4-FFF2-40B4-BE49-F238E27FC236}">
                <a16:creationId xmlns:a16="http://schemas.microsoft.com/office/drawing/2014/main" id="{0BD4A67F-1D8D-7EAE-CEB4-CFA2A478F808}"/>
              </a:ext>
            </a:extLst>
          </p:cNvPr>
          <p:cNvSpPr/>
          <p:nvPr/>
        </p:nvSpPr>
        <p:spPr>
          <a:xfrm>
            <a:off x="1267460" y="3749040"/>
            <a:ext cx="2651760" cy="640080"/>
          </a:xfrm>
          <a:prstGeom prst="rect">
            <a:avLst/>
          </a:prstGeom>
          <a:noFill/>
          <a:ln/>
        </p:spPr>
        <p:txBody>
          <a:bodyPr wrap="square" lIns="0" tIns="0" rIns="0" bIns="0" rtlCol="0" anchor="t"/>
          <a:lstStyle/>
          <a:p>
            <a:pPr algn="ctr"/>
            <a:r>
              <a:rPr lang="en-US" sz="1200">
                <a:solidFill>
                  <a:srgbClr val="666666"/>
                </a:solidFill>
                <a:latin typeface="Arial" pitchFamily="34" charset="0"/>
                <a:ea typeface="Arial" pitchFamily="34" charset="-122"/>
                <a:cs typeface="Arial" pitchFamily="34" charset="-120"/>
              </a:rPr>
              <a:t>Learn from expert</a:t>
            </a:r>
            <a:endParaRPr lang="en-US" sz="1200"/>
          </a:p>
          <a:p>
            <a:pPr algn="ctr"/>
            <a:r>
              <a:rPr lang="en-US" sz="1200">
                <a:solidFill>
                  <a:srgbClr val="666666"/>
                </a:solidFill>
                <a:latin typeface="Arial" pitchFamily="34" charset="0"/>
                <a:ea typeface="Arial" pitchFamily="34" charset="-122"/>
                <a:cs typeface="Arial" pitchFamily="34" charset="-120"/>
              </a:rPr>
              <a:t>demonstrations. Imitate the closest demonstration.</a:t>
            </a:r>
            <a:endParaRPr lang="en-US" sz="1200"/>
          </a:p>
        </p:txBody>
      </p:sp>
      <p:sp>
        <p:nvSpPr>
          <p:cNvPr id="14" name="Shape 10">
            <a:extLst>
              <a:ext uri="{FF2B5EF4-FFF2-40B4-BE49-F238E27FC236}">
                <a16:creationId xmlns:a16="http://schemas.microsoft.com/office/drawing/2014/main" id="{1CD68FF2-7C29-7A86-CF4E-C2FC9CA7F120}"/>
              </a:ext>
            </a:extLst>
          </p:cNvPr>
          <p:cNvSpPr/>
          <p:nvPr/>
        </p:nvSpPr>
        <p:spPr>
          <a:xfrm>
            <a:off x="4605020" y="2011680"/>
            <a:ext cx="3017520" cy="2743200"/>
          </a:xfrm>
          <a:prstGeom prst="rect">
            <a:avLst/>
          </a:prstGeom>
          <a:solidFill>
            <a:srgbClr val="F2F2F2"/>
          </a:solidFill>
          <a:ln/>
        </p:spPr>
        <p:txBody>
          <a:bodyPr/>
          <a:lstStyle/>
          <a:p>
            <a:endParaRPr lang="sv-SE"/>
          </a:p>
        </p:txBody>
      </p:sp>
      <p:sp>
        <p:nvSpPr>
          <p:cNvPr id="15" name="Shape 11">
            <a:extLst>
              <a:ext uri="{FF2B5EF4-FFF2-40B4-BE49-F238E27FC236}">
                <a16:creationId xmlns:a16="http://schemas.microsoft.com/office/drawing/2014/main" id="{06BFEC09-BDCA-9667-E405-38539991B7B5}"/>
              </a:ext>
            </a:extLst>
          </p:cNvPr>
          <p:cNvSpPr/>
          <p:nvPr/>
        </p:nvSpPr>
        <p:spPr>
          <a:xfrm>
            <a:off x="5862320" y="2263140"/>
            <a:ext cx="502920" cy="502920"/>
          </a:xfrm>
          <a:prstGeom prst="ellipse">
            <a:avLst/>
          </a:prstGeom>
          <a:solidFill>
            <a:schemeClr val="accent3"/>
          </a:solidFill>
          <a:ln/>
        </p:spPr>
        <p:txBody>
          <a:bodyPr/>
          <a:lstStyle/>
          <a:p>
            <a:endParaRPr lang="sv-SE">
              <a:solidFill>
                <a:schemeClr val="bg2">
                  <a:lumMod val="60000"/>
                  <a:lumOff val="40000"/>
                </a:schemeClr>
              </a:solidFill>
            </a:endParaRPr>
          </a:p>
        </p:txBody>
      </p:sp>
      <p:sp>
        <p:nvSpPr>
          <p:cNvPr id="16" name="Text 12">
            <a:extLst>
              <a:ext uri="{FF2B5EF4-FFF2-40B4-BE49-F238E27FC236}">
                <a16:creationId xmlns:a16="http://schemas.microsoft.com/office/drawing/2014/main" id="{85E01901-F37D-41FF-AE19-AC32809337E9}"/>
              </a:ext>
            </a:extLst>
          </p:cNvPr>
          <p:cNvSpPr/>
          <p:nvPr/>
        </p:nvSpPr>
        <p:spPr>
          <a:xfrm>
            <a:off x="5862320" y="2263140"/>
            <a:ext cx="502920" cy="502920"/>
          </a:xfrm>
          <a:prstGeom prst="rect">
            <a:avLst/>
          </a:prstGeom>
          <a:noFill/>
          <a:ln/>
        </p:spPr>
        <p:txBody>
          <a:bodyPr wrap="square" lIns="0" tIns="0" rIns="0" bIns="0" rtlCol="0" anchor="ctr"/>
          <a:lstStyle/>
          <a:p>
            <a:pPr marL="0" indent="0" algn="ctr">
              <a:buNone/>
            </a:pPr>
            <a:r>
              <a:rPr lang="en-US" sz="1600" b="1">
                <a:solidFill>
                  <a:srgbClr val="FFFFFF"/>
                </a:solidFill>
                <a:latin typeface="Arial" pitchFamily="34" charset="0"/>
                <a:ea typeface="Arial" pitchFamily="34" charset="-122"/>
                <a:cs typeface="Arial" pitchFamily="34" charset="-120"/>
              </a:rPr>
              <a:t>2</a:t>
            </a:r>
            <a:endParaRPr lang="en-US" sz="1600"/>
          </a:p>
        </p:txBody>
      </p:sp>
      <p:sp>
        <p:nvSpPr>
          <p:cNvPr id="17" name="Text 13">
            <a:extLst>
              <a:ext uri="{FF2B5EF4-FFF2-40B4-BE49-F238E27FC236}">
                <a16:creationId xmlns:a16="http://schemas.microsoft.com/office/drawing/2014/main" id="{5676DE2B-21F5-7249-C5F4-DA15308D2E30}"/>
              </a:ext>
            </a:extLst>
          </p:cNvPr>
          <p:cNvSpPr/>
          <p:nvPr/>
        </p:nvSpPr>
        <p:spPr>
          <a:xfrm>
            <a:off x="4787900" y="2971800"/>
            <a:ext cx="2651760" cy="731520"/>
          </a:xfrm>
          <a:prstGeom prst="rect">
            <a:avLst/>
          </a:prstGeom>
          <a:noFill/>
          <a:ln/>
        </p:spPr>
        <p:txBody>
          <a:bodyPr wrap="square" lIns="0" tIns="0" rIns="0" bIns="0" rtlCol="0" anchor="ctr"/>
          <a:lstStyle/>
          <a:p>
            <a:pPr marL="0" indent="0" algn="ctr">
              <a:buNone/>
            </a:pPr>
            <a:r>
              <a:rPr lang="en-US" sz="1700" b="1">
                <a:solidFill>
                  <a:srgbClr val="333333"/>
                </a:solidFill>
                <a:latin typeface="+mj-lt"/>
                <a:ea typeface="Arial" pitchFamily="34" charset="-122"/>
                <a:cs typeface="Arial" pitchFamily="34" charset="-120"/>
              </a:rPr>
              <a:t>Reinforcement</a:t>
            </a:r>
            <a:r>
              <a:rPr lang="en-US" sz="1700">
                <a:latin typeface="+mj-lt"/>
              </a:rPr>
              <a:t> </a:t>
            </a:r>
            <a:r>
              <a:rPr lang="en-US" sz="1700" b="1">
                <a:solidFill>
                  <a:srgbClr val="333333"/>
                </a:solidFill>
                <a:latin typeface="+mj-lt"/>
                <a:ea typeface="Arial" pitchFamily="34" charset="-122"/>
                <a:cs typeface="Arial" pitchFamily="34" charset="-120"/>
              </a:rPr>
              <a:t>Learning</a:t>
            </a:r>
            <a:endParaRPr lang="en-US" sz="1700">
              <a:latin typeface="+mj-lt"/>
            </a:endParaRPr>
          </a:p>
        </p:txBody>
      </p:sp>
      <p:sp>
        <p:nvSpPr>
          <p:cNvPr id="18" name="Text 14">
            <a:extLst>
              <a:ext uri="{FF2B5EF4-FFF2-40B4-BE49-F238E27FC236}">
                <a16:creationId xmlns:a16="http://schemas.microsoft.com/office/drawing/2014/main" id="{601F84F1-F42F-29B0-4D87-C1CA61DF03FD}"/>
              </a:ext>
            </a:extLst>
          </p:cNvPr>
          <p:cNvSpPr/>
          <p:nvPr/>
        </p:nvSpPr>
        <p:spPr>
          <a:xfrm>
            <a:off x="4787900" y="3749040"/>
            <a:ext cx="2651760" cy="640080"/>
          </a:xfrm>
          <a:prstGeom prst="rect">
            <a:avLst/>
          </a:prstGeom>
          <a:noFill/>
          <a:ln/>
        </p:spPr>
        <p:txBody>
          <a:bodyPr wrap="square" lIns="0" tIns="0" rIns="0" bIns="0" rtlCol="0" anchor="t"/>
          <a:lstStyle/>
          <a:p>
            <a:pPr algn="ctr"/>
            <a:r>
              <a:rPr lang="en-US" sz="1200">
                <a:solidFill>
                  <a:srgbClr val="666666"/>
                </a:solidFill>
                <a:latin typeface="Arial" pitchFamily="34" charset="0"/>
                <a:ea typeface="Arial" pitchFamily="34" charset="-122"/>
                <a:cs typeface="Arial" pitchFamily="34" charset="-120"/>
              </a:rPr>
              <a:t>Learn from trial &amp; error</a:t>
            </a:r>
            <a:endParaRPr lang="en-US" sz="1200"/>
          </a:p>
          <a:p>
            <a:pPr algn="ctr"/>
            <a:r>
              <a:rPr lang="en-US" sz="1200">
                <a:solidFill>
                  <a:srgbClr val="666666"/>
                </a:solidFill>
                <a:latin typeface="Arial" pitchFamily="34" charset="0"/>
                <a:ea typeface="Arial" pitchFamily="34" charset="-122"/>
                <a:cs typeface="Arial" pitchFamily="34" charset="-120"/>
              </a:rPr>
              <a:t>with a reward signal</a:t>
            </a:r>
            <a:endParaRPr lang="en-US" sz="1200"/>
          </a:p>
        </p:txBody>
      </p:sp>
      <p:sp>
        <p:nvSpPr>
          <p:cNvPr id="21" name="Shape 17">
            <a:extLst>
              <a:ext uri="{FF2B5EF4-FFF2-40B4-BE49-F238E27FC236}">
                <a16:creationId xmlns:a16="http://schemas.microsoft.com/office/drawing/2014/main" id="{B53FB1B1-C491-0371-7A07-07922425D954}"/>
              </a:ext>
            </a:extLst>
          </p:cNvPr>
          <p:cNvSpPr/>
          <p:nvPr/>
        </p:nvSpPr>
        <p:spPr>
          <a:xfrm>
            <a:off x="9382760" y="2263140"/>
            <a:ext cx="502920" cy="502920"/>
          </a:xfrm>
          <a:prstGeom prst="ellipse">
            <a:avLst/>
          </a:prstGeom>
          <a:solidFill>
            <a:schemeClr val="accent3"/>
          </a:solidFill>
          <a:ln/>
        </p:spPr>
        <p:txBody>
          <a:bodyPr/>
          <a:lstStyle/>
          <a:p>
            <a:endParaRPr lang="sv-SE">
              <a:solidFill>
                <a:schemeClr val="accent3"/>
              </a:solidFill>
            </a:endParaRPr>
          </a:p>
        </p:txBody>
      </p:sp>
      <p:sp>
        <p:nvSpPr>
          <p:cNvPr id="22" name="Text 18">
            <a:extLst>
              <a:ext uri="{FF2B5EF4-FFF2-40B4-BE49-F238E27FC236}">
                <a16:creationId xmlns:a16="http://schemas.microsoft.com/office/drawing/2014/main" id="{631743F5-FA3B-10B6-F8B0-10F3F1B29C99}"/>
              </a:ext>
            </a:extLst>
          </p:cNvPr>
          <p:cNvSpPr/>
          <p:nvPr/>
        </p:nvSpPr>
        <p:spPr>
          <a:xfrm>
            <a:off x="9382760" y="2263140"/>
            <a:ext cx="502920" cy="502920"/>
          </a:xfrm>
          <a:prstGeom prst="rect">
            <a:avLst/>
          </a:prstGeom>
          <a:noFill/>
          <a:ln/>
        </p:spPr>
        <p:txBody>
          <a:bodyPr wrap="square" lIns="0" tIns="0" rIns="0" bIns="0" rtlCol="0" anchor="ctr"/>
          <a:lstStyle/>
          <a:p>
            <a:pPr marL="0" indent="0" algn="ctr">
              <a:buNone/>
            </a:pPr>
            <a:r>
              <a:rPr lang="en-US" sz="1600" b="1">
                <a:solidFill>
                  <a:srgbClr val="FFFFFF"/>
                </a:solidFill>
                <a:latin typeface="Arial" pitchFamily="34" charset="0"/>
                <a:ea typeface="Arial" pitchFamily="34" charset="-122"/>
                <a:cs typeface="Arial" pitchFamily="34" charset="-120"/>
              </a:rPr>
              <a:t>3</a:t>
            </a:r>
            <a:endParaRPr lang="en-US" sz="1600"/>
          </a:p>
        </p:txBody>
      </p:sp>
      <p:sp>
        <p:nvSpPr>
          <p:cNvPr id="23" name="Text 19">
            <a:extLst>
              <a:ext uri="{FF2B5EF4-FFF2-40B4-BE49-F238E27FC236}">
                <a16:creationId xmlns:a16="http://schemas.microsoft.com/office/drawing/2014/main" id="{4F58C3D8-FE67-0F29-0205-4AF971295277}"/>
              </a:ext>
            </a:extLst>
          </p:cNvPr>
          <p:cNvSpPr/>
          <p:nvPr/>
        </p:nvSpPr>
        <p:spPr>
          <a:xfrm>
            <a:off x="8308340" y="2971800"/>
            <a:ext cx="2651760" cy="731520"/>
          </a:xfrm>
          <a:prstGeom prst="rect">
            <a:avLst/>
          </a:prstGeom>
          <a:noFill/>
          <a:ln/>
        </p:spPr>
        <p:txBody>
          <a:bodyPr wrap="square" lIns="0" tIns="0" rIns="0" bIns="0" rtlCol="0" anchor="ctr"/>
          <a:lstStyle/>
          <a:p>
            <a:pPr marL="0" indent="0" algn="ctr">
              <a:buNone/>
            </a:pPr>
            <a:r>
              <a:rPr lang="en-US" sz="1700" b="1">
                <a:solidFill>
                  <a:schemeClr val="accent1"/>
                </a:solidFill>
                <a:latin typeface="+mj-lt"/>
                <a:ea typeface="Arial" pitchFamily="34" charset="-122"/>
                <a:cs typeface="Arial" pitchFamily="34" charset="-120"/>
              </a:rPr>
              <a:t>Generative Models</a:t>
            </a:r>
            <a:endParaRPr lang="en-US" sz="1700" b="1">
              <a:solidFill>
                <a:schemeClr val="accent1"/>
              </a:solidFill>
              <a:latin typeface="+mj-lt"/>
            </a:endParaRPr>
          </a:p>
        </p:txBody>
      </p:sp>
      <p:sp>
        <p:nvSpPr>
          <p:cNvPr id="24" name="Text 20">
            <a:extLst>
              <a:ext uri="{FF2B5EF4-FFF2-40B4-BE49-F238E27FC236}">
                <a16:creationId xmlns:a16="http://schemas.microsoft.com/office/drawing/2014/main" id="{C0F7EA9E-89CA-0782-5550-A481244355AD}"/>
              </a:ext>
            </a:extLst>
          </p:cNvPr>
          <p:cNvSpPr/>
          <p:nvPr/>
        </p:nvSpPr>
        <p:spPr>
          <a:xfrm>
            <a:off x="8308340" y="3749040"/>
            <a:ext cx="2651760" cy="640080"/>
          </a:xfrm>
          <a:prstGeom prst="rect">
            <a:avLst/>
          </a:prstGeom>
          <a:noFill/>
          <a:ln/>
        </p:spPr>
        <p:txBody>
          <a:bodyPr wrap="square" lIns="0" tIns="0" rIns="0" bIns="0" rtlCol="0" anchor="t"/>
          <a:lstStyle/>
          <a:p>
            <a:pPr marL="0" indent="0" algn="ctr">
              <a:buNone/>
            </a:pPr>
            <a:r>
              <a:rPr lang="en-US" sz="1200">
                <a:solidFill>
                  <a:schemeClr val="accent2"/>
                </a:solidFill>
                <a:latin typeface="Arial" pitchFamily="34" charset="0"/>
                <a:ea typeface="Arial" pitchFamily="34" charset="-122"/>
                <a:cs typeface="Arial" pitchFamily="34" charset="-120"/>
              </a:rPr>
              <a:t>Learn trajectory distributions,</a:t>
            </a:r>
            <a:endParaRPr lang="en-US" sz="1200">
              <a:solidFill>
                <a:schemeClr val="accent2"/>
              </a:solidFill>
            </a:endParaRPr>
          </a:p>
          <a:p>
            <a:pPr marL="0" indent="0" algn="ctr">
              <a:buNone/>
            </a:pPr>
            <a:r>
              <a:rPr lang="en-US" sz="1200">
                <a:solidFill>
                  <a:schemeClr val="accent2"/>
                </a:solidFill>
                <a:latin typeface="Arial" pitchFamily="34" charset="0"/>
                <a:ea typeface="Arial" pitchFamily="34" charset="-122"/>
                <a:cs typeface="Arial" pitchFamily="34" charset="-120"/>
              </a:rPr>
              <a:t>generate new ones</a:t>
            </a:r>
            <a:endParaRPr lang="en-US" sz="1200">
              <a:solidFill>
                <a:schemeClr val="accent2"/>
              </a:solidFill>
            </a:endParaRPr>
          </a:p>
        </p:txBody>
      </p:sp>
      <p:sp>
        <p:nvSpPr>
          <p:cNvPr id="30" name="TextBox 29">
            <a:extLst>
              <a:ext uri="{FF2B5EF4-FFF2-40B4-BE49-F238E27FC236}">
                <a16:creationId xmlns:a16="http://schemas.microsoft.com/office/drawing/2014/main" id="{AC5C5CC2-2467-0C9C-B51E-2B9B61568651}"/>
              </a:ext>
            </a:extLst>
          </p:cNvPr>
          <p:cNvSpPr txBox="1"/>
          <p:nvPr/>
        </p:nvSpPr>
        <p:spPr bwMode="gray">
          <a:xfrm>
            <a:off x="1084579" y="4923923"/>
            <a:ext cx="3017519" cy="640080"/>
          </a:xfrm>
          <a:prstGeom prst="rect">
            <a:avLst/>
          </a:prstGeom>
          <a:noFill/>
        </p:spPr>
        <p:txBody>
          <a:bodyPr wrap="none" lIns="0" tIns="0" rIns="0" bIns="0" rtlCol="0">
            <a:noAutofit/>
          </a:bodyPr>
          <a:lstStyle/>
          <a:p>
            <a:pPr algn="l">
              <a:spcBef>
                <a:spcPts val="600"/>
              </a:spcBef>
            </a:pPr>
            <a:r>
              <a:rPr lang="en-US" sz="1400"/>
              <a:t>Observe picking an object 100 times,</a:t>
            </a:r>
          </a:p>
          <a:p>
            <a:pPr algn="l">
              <a:spcBef>
                <a:spcPts val="600"/>
              </a:spcBef>
            </a:pPr>
            <a:r>
              <a:rPr lang="en-US" sz="1400"/>
              <a:t>Then mimic my picking</a:t>
            </a:r>
          </a:p>
        </p:txBody>
      </p:sp>
      <p:sp>
        <p:nvSpPr>
          <p:cNvPr id="31" name="TextBox 30">
            <a:extLst>
              <a:ext uri="{FF2B5EF4-FFF2-40B4-BE49-F238E27FC236}">
                <a16:creationId xmlns:a16="http://schemas.microsoft.com/office/drawing/2014/main" id="{ECEF0541-5E65-606C-413A-A37275B7E211}"/>
              </a:ext>
            </a:extLst>
          </p:cNvPr>
          <p:cNvSpPr txBox="1"/>
          <p:nvPr/>
        </p:nvSpPr>
        <p:spPr bwMode="gray">
          <a:xfrm>
            <a:off x="4605021" y="4952626"/>
            <a:ext cx="3017519" cy="640080"/>
          </a:xfrm>
          <a:prstGeom prst="rect">
            <a:avLst/>
          </a:prstGeom>
          <a:noFill/>
        </p:spPr>
        <p:txBody>
          <a:bodyPr wrap="none" lIns="0" tIns="0" rIns="0" bIns="0" rtlCol="0">
            <a:noAutofit/>
          </a:bodyPr>
          <a:lstStyle/>
          <a:p>
            <a:pPr algn="l">
              <a:spcBef>
                <a:spcPts val="600"/>
              </a:spcBef>
            </a:pPr>
            <a:r>
              <a:rPr lang="en-US" sz="1400"/>
              <a:t>+</a:t>
            </a:r>
            <a:r>
              <a:rPr lang="en-US" sz="1400" err="1"/>
              <a:t>ve</a:t>
            </a:r>
            <a:r>
              <a:rPr lang="en-US" sz="1400"/>
              <a:t> (reward) if you pick,</a:t>
            </a:r>
          </a:p>
          <a:p>
            <a:pPr algn="l">
              <a:spcBef>
                <a:spcPts val="600"/>
              </a:spcBef>
            </a:pPr>
            <a:r>
              <a:rPr lang="en-US" sz="1400"/>
              <a:t>-</a:t>
            </a:r>
            <a:r>
              <a:rPr lang="en-US" sz="1400" err="1"/>
              <a:t>ve</a:t>
            </a:r>
            <a:r>
              <a:rPr lang="en-US" sz="1400"/>
              <a:t> (penalty) if you collide, …</a:t>
            </a:r>
          </a:p>
        </p:txBody>
      </p:sp>
      <p:sp>
        <p:nvSpPr>
          <p:cNvPr id="32" name="TextBox 31">
            <a:extLst>
              <a:ext uri="{FF2B5EF4-FFF2-40B4-BE49-F238E27FC236}">
                <a16:creationId xmlns:a16="http://schemas.microsoft.com/office/drawing/2014/main" id="{3668B2FF-3673-3E4C-CB14-9D00A0824B0C}"/>
              </a:ext>
            </a:extLst>
          </p:cNvPr>
          <p:cNvSpPr txBox="1"/>
          <p:nvPr/>
        </p:nvSpPr>
        <p:spPr bwMode="gray">
          <a:xfrm>
            <a:off x="8151073" y="4952627"/>
            <a:ext cx="3017519" cy="640080"/>
          </a:xfrm>
          <a:prstGeom prst="rect">
            <a:avLst/>
          </a:prstGeom>
          <a:noFill/>
        </p:spPr>
        <p:txBody>
          <a:bodyPr wrap="none" lIns="0" tIns="0" rIns="0" bIns="0" rtlCol="0">
            <a:noAutofit/>
          </a:bodyPr>
          <a:lstStyle/>
          <a:p>
            <a:pPr algn="l">
              <a:spcBef>
                <a:spcPts val="600"/>
              </a:spcBef>
            </a:pPr>
            <a:r>
              <a:rPr lang="en-US" sz="1400"/>
              <a:t>Understand robot and environment</a:t>
            </a:r>
          </a:p>
          <a:p>
            <a:pPr algn="l">
              <a:spcBef>
                <a:spcPts val="600"/>
              </a:spcBef>
            </a:pPr>
            <a:r>
              <a:rPr lang="en-US" sz="1400"/>
              <a:t>Generate new scenarios and adapt</a:t>
            </a:r>
            <a:endParaRPr lang="sv-SE" sz="1400"/>
          </a:p>
        </p:txBody>
      </p:sp>
    </p:spTree>
    <p:extLst>
      <p:ext uri="{BB962C8B-B14F-4D97-AF65-F5344CB8AC3E}">
        <p14:creationId xmlns:p14="http://schemas.microsoft.com/office/powerpoint/2010/main" val="4054064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1000"/>
                                        <p:tgtEl>
                                          <p:spTgt spid="12"/>
                                        </p:tgtEl>
                                      </p:cBhvr>
                                    </p:animEffect>
                                    <p:anim calcmode="lin" valueType="num">
                                      <p:cBhvr>
                                        <p:cTn id="35" dur="1000" fill="hold"/>
                                        <p:tgtEl>
                                          <p:spTgt spid="12"/>
                                        </p:tgtEl>
                                        <p:attrNameLst>
                                          <p:attrName>ppt_x</p:attrName>
                                        </p:attrNameLst>
                                      </p:cBhvr>
                                      <p:tavLst>
                                        <p:tav tm="0">
                                          <p:val>
                                            <p:strVal val="#ppt_x"/>
                                          </p:val>
                                        </p:tav>
                                        <p:tav tm="100000">
                                          <p:val>
                                            <p:strVal val="#ppt_x"/>
                                          </p:val>
                                        </p:tav>
                                      </p:tavLst>
                                    </p:anim>
                                    <p:anim calcmode="lin" valueType="num">
                                      <p:cBhvr>
                                        <p:cTn id="36" dur="1000" fill="hold"/>
                                        <p:tgtEl>
                                          <p:spTgt spid="12"/>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1000"/>
                                        <p:tgtEl>
                                          <p:spTgt spid="30"/>
                                        </p:tgtEl>
                                      </p:cBhvr>
                                    </p:animEffect>
                                    <p:anim calcmode="lin" valueType="num">
                                      <p:cBhvr>
                                        <p:cTn id="40" dur="1000" fill="hold"/>
                                        <p:tgtEl>
                                          <p:spTgt spid="30"/>
                                        </p:tgtEl>
                                        <p:attrNameLst>
                                          <p:attrName>ppt_x</p:attrName>
                                        </p:attrNameLst>
                                      </p:cBhvr>
                                      <p:tavLst>
                                        <p:tav tm="0">
                                          <p:val>
                                            <p:strVal val="#ppt_x"/>
                                          </p:val>
                                        </p:tav>
                                        <p:tav tm="100000">
                                          <p:val>
                                            <p:strVal val="#ppt_x"/>
                                          </p:val>
                                        </p:tav>
                                      </p:tavLst>
                                    </p:anim>
                                    <p:anim calcmode="lin" valueType="num">
                                      <p:cBhvr>
                                        <p:cTn id="41"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1000"/>
                                        <p:tgtEl>
                                          <p:spTgt spid="14"/>
                                        </p:tgtEl>
                                      </p:cBhvr>
                                    </p:animEffect>
                                    <p:anim calcmode="lin" valueType="num">
                                      <p:cBhvr>
                                        <p:cTn id="47" dur="1000" fill="hold"/>
                                        <p:tgtEl>
                                          <p:spTgt spid="14"/>
                                        </p:tgtEl>
                                        <p:attrNameLst>
                                          <p:attrName>ppt_x</p:attrName>
                                        </p:attrNameLst>
                                      </p:cBhvr>
                                      <p:tavLst>
                                        <p:tav tm="0">
                                          <p:val>
                                            <p:strVal val="#ppt_x"/>
                                          </p:val>
                                        </p:tav>
                                        <p:tav tm="100000">
                                          <p:val>
                                            <p:strVal val="#ppt_x"/>
                                          </p:val>
                                        </p:tav>
                                      </p:tavLst>
                                    </p:anim>
                                    <p:anim calcmode="lin" valueType="num">
                                      <p:cBhvr>
                                        <p:cTn id="48" dur="1000" fill="hold"/>
                                        <p:tgtEl>
                                          <p:spTgt spid="14"/>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1000"/>
                                        <p:tgtEl>
                                          <p:spTgt spid="15"/>
                                        </p:tgtEl>
                                      </p:cBhvr>
                                    </p:animEffect>
                                    <p:anim calcmode="lin" valueType="num">
                                      <p:cBhvr>
                                        <p:cTn id="52" dur="1000" fill="hold"/>
                                        <p:tgtEl>
                                          <p:spTgt spid="15"/>
                                        </p:tgtEl>
                                        <p:attrNameLst>
                                          <p:attrName>ppt_x</p:attrName>
                                        </p:attrNameLst>
                                      </p:cBhvr>
                                      <p:tavLst>
                                        <p:tav tm="0">
                                          <p:val>
                                            <p:strVal val="#ppt_x"/>
                                          </p:val>
                                        </p:tav>
                                        <p:tav tm="100000">
                                          <p:val>
                                            <p:strVal val="#ppt_x"/>
                                          </p:val>
                                        </p:tav>
                                      </p:tavLst>
                                    </p:anim>
                                    <p:anim calcmode="lin" valueType="num">
                                      <p:cBhvr>
                                        <p:cTn id="53" dur="1000" fill="hold"/>
                                        <p:tgtEl>
                                          <p:spTgt spid="15"/>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1000"/>
                                        <p:tgtEl>
                                          <p:spTgt spid="16"/>
                                        </p:tgtEl>
                                      </p:cBhvr>
                                    </p:animEffect>
                                    <p:anim calcmode="lin" valueType="num">
                                      <p:cBhvr>
                                        <p:cTn id="57" dur="1000" fill="hold"/>
                                        <p:tgtEl>
                                          <p:spTgt spid="16"/>
                                        </p:tgtEl>
                                        <p:attrNameLst>
                                          <p:attrName>ppt_x</p:attrName>
                                        </p:attrNameLst>
                                      </p:cBhvr>
                                      <p:tavLst>
                                        <p:tav tm="0">
                                          <p:val>
                                            <p:strVal val="#ppt_x"/>
                                          </p:val>
                                        </p:tav>
                                        <p:tav tm="100000">
                                          <p:val>
                                            <p:strVal val="#ppt_x"/>
                                          </p:val>
                                        </p:tav>
                                      </p:tavLst>
                                    </p:anim>
                                    <p:anim calcmode="lin" valueType="num">
                                      <p:cBhvr>
                                        <p:cTn id="58" dur="1000" fill="hold"/>
                                        <p:tgtEl>
                                          <p:spTgt spid="16"/>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1000"/>
                                        <p:tgtEl>
                                          <p:spTgt spid="17"/>
                                        </p:tgtEl>
                                      </p:cBhvr>
                                    </p:animEffect>
                                    <p:anim calcmode="lin" valueType="num">
                                      <p:cBhvr>
                                        <p:cTn id="62" dur="1000" fill="hold"/>
                                        <p:tgtEl>
                                          <p:spTgt spid="17"/>
                                        </p:tgtEl>
                                        <p:attrNameLst>
                                          <p:attrName>ppt_x</p:attrName>
                                        </p:attrNameLst>
                                      </p:cBhvr>
                                      <p:tavLst>
                                        <p:tav tm="0">
                                          <p:val>
                                            <p:strVal val="#ppt_x"/>
                                          </p:val>
                                        </p:tav>
                                        <p:tav tm="100000">
                                          <p:val>
                                            <p:strVal val="#ppt_x"/>
                                          </p:val>
                                        </p:tav>
                                      </p:tavLst>
                                    </p:anim>
                                    <p:anim calcmode="lin" valueType="num">
                                      <p:cBhvr>
                                        <p:cTn id="63" dur="1000" fill="hold"/>
                                        <p:tgtEl>
                                          <p:spTgt spid="17"/>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1000"/>
                                        <p:tgtEl>
                                          <p:spTgt spid="18"/>
                                        </p:tgtEl>
                                      </p:cBhvr>
                                    </p:animEffect>
                                    <p:anim calcmode="lin" valueType="num">
                                      <p:cBhvr>
                                        <p:cTn id="67" dur="1000" fill="hold"/>
                                        <p:tgtEl>
                                          <p:spTgt spid="18"/>
                                        </p:tgtEl>
                                        <p:attrNameLst>
                                          <p:attrName>ppt_x</p:attrName>
                                        </p:attrNameLst>
                                      </p:cBhvr>
                                      <p:tavLst>
                                        <p:tav tm="0">
                                          <p:val>
                                            <p:strVal val="#ppt_x"/>
                                          </p:val>
                                        </p:tav>
                                        <p:tav tm="100000">
                                          <p:val>
                                            <p:strVal val="#ppt_x"/>
                                          </p:val>
                                        </p:tav>
                                      </p:tavLst>
                                    </p:anim>
                                    <p:anim calcmode="lin" valueType="num">
                                      <p:cBhvr>
                                        <p:cTn id="68" dur="1000" fill="hold"/>
                                        <p:tgtEl>
                                          <p:spTgt spid="18"/>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fade">
                                      <p:cBhvr>
                                        <p:cTn id="71" dur="1000"/>
                                        <p:tgtEl>
                                          <p:spTgt spid="31"/>
                                        </p:tgtEl>
                                      </p:cBhvr>
                                    </p:animEffect>
                                    <p:anim calcmode="lin" valueType="num">
                                      <p:cBhvr>
                                        <p:cTn id="72" dur="1000" fill="hold"/>
                                        <p:tgtEl>
                                          <p:spTgt spid="31"/>
                                        </p:tgtEl>
                                        <p:attrNameLst>
                                          <p:attrName>ppt_x</p:attrName>
                                        </p:attrNameLst>
                                      </p:cBhvr>
                                      <p:tavLst>
                                        <p:tav tm="0">
                                          <p:val>
                                            <p:strVal val="#ppt_x"/>
                                          </p:val>
                                        </p:tav>
                                        <p:tav tm="100000">
                                          <p:val>
                                            <p:strVal val="#ppt_x"/>
                                          </p:val>
                                        </p:tav>
                                      </p:tavLst>
                                    </p:anim>
                                    <p:anim calcmode="lin" valueType="num">
                                      <p:cBhvr>
                                        <p:cTn id="73"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1000"/>
                                        <p:tgtEl>
                                          <p:spTgt spid="27"/>
                                        </p:tgtEl>
                                      </p:cBhvr>
                                    </p:animEffect>
                                    <p:anim calcmode="lin" valueType="num">
                                      <p:cBhvr>
                                        <p:cTn id="79" dur="1000" fill="hold"/>
                                        <p:tgtEl>
                                          <p:spTgt spid="27"/>
                                        </p:tgtEl>
                                        <p:attrNameLst>
                                          <p:attrName>ppt_x</p:attrName>
                                        </p:attrNameLst>
                                      </p:cBhvr>
                                      <p:tavLst>
                                        <p:tav tm="0">
                                          <p:val>
                                            <p:strVal val="#ppt_x"/>
                                          </p:val>
                                        </p:tav>
                                        <p:tav tm="100000">
                                          <p:val>
                                            <p:strVal val="#ppt_x"/>
                                          </p:val>
                                        </p:tav>
                                      </p:tavLst>
                                    </p:anim>
                                    <p:anim calcmode="lin" valueType="num">
                                      <p:cBhvr>
                                        <p:cTn id="80" dur="1000" fill="hold"/>
                                        <p:tgtEl>
                                          <p:spTgt spid="27"/>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21"/>
                                        </p:tgtEl>
                                        <p:attrNameLst>
                                          <p:attrName>style.visibility</p:attrName>
                                        </p:attrNameLst>
                                      </p:cBhvr>
                                      <p:to>
                                        <p:strVal val="visible"/>
                                      </p:to>
                                    </p:set>
                                    <p:animEffect transition="in" filter="fade">
                                      <p:cBhvr>
                                        <p:cTn id="83" dur="1000"/>
                                        <p:tgtEl>
                                          <p:spTgt spid="21"/>
                                        </p:tgtEl>
                                      </p:cBhvr>
                                    </p:animEffect>
                                    <p:anim calcmode="lin" valueType="num">
                                      <p:cBhvr>
                                        <p:cTn id="84" dur="1000" fill="hold"/>
                                        <p:tgtEl>
                                          <p:spTgt spid="21"/>
                                        </p:tgtEl>
                                        <p:attrNameLst>
                                          <p:attrName>ppt_x</p:attrName>
                                        </p:attrNameLst>
                                      </p:cBhvr>
                                      <p:tavLst>
                                        <p:tav tm="0">
                                          <p:val>
                                            <p:strVal val="#ppt_x"/>
                                          </p:val>
                                        </p:tav>
                                        <p:tav tm="100000">
                                          <p:val>
                                            <p:strVal val="#ppt_x"/>
                                          </p:val>
                                        </p:tav>
                                      </p:tavLst>
                                    </p:anim>
                                    <p:anim calcmode="lin" valueType="num">
                                      <p:cBhvr>
                                        <p:cTn id="85" dur="1000" fill="hold"/>
                                        <p:tgtEl>
                                          <p:spTgt spid="21"/>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1000"/>
                                        <p:tgtEl>
                                          <p:spTgt spid="22"/>
                                        </p:tgtEl>
                                      </p:cBhvr>
                                    </p:animEffect>
                                    <p:anim calcmode="lin" valueType="num">
                                      <p:cBhvr>
                                        <p:cTn id="89" dur="1000" fill="hold"/>
                                        <p:tgtEl>
                                          <p:spTgt spid="22"/>
                                        </p:tgtEl>
                                        <p:attrNameLst>
                                          <p:attrName>ppt_x</p:attrName>
                                        </p:attrNameLst>
                                      </p:cBhvr>
                                      <p:tavLst>
                                        <p:tav tm="0">
                                          <p:val>
                                            <p:strVal val="#ppt_x"/>
                                          </p:val>
                                        </p:tav>
                                        <p:tav tm="100000">
                                          <p:val>
                                            <p:strVal val="#ppt_x"/>
                                          </p:val>
                                        </p:tav>
                                      </p:tavLst>
                                    </p:anim>
                                    <p:anim calcmode="lin" valueType="num">
                                      <p:cBhvr>
                                        <p:cTn id="90" dur="1000" fill="hold"/>
                                        <p:tgtEl>
                                          <p:spTgt spid="22"/>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23"/>
                                        </p:tgtEl>
                                        <p:attrNameLst>
                                          <p:attrName>style.visibility</p:attrName>
                                        </p:attrNameLst>
                                      </p:cBhvr>
                                      <p:to>
                                        <p:strVal val="visible"/>
                                      </p:to>
                                    </p:set>
                                    <p:animEffect transition="in" filter="fade">
                                      <p:cBhvr>
                                        <p:cTn id="93" dur="1000"/>
                                        <p:tgtEl>
                                          <p:spTgt spid="23"/>
                                        </p:tgtEl>
                                      </p:cBhvr>
                                    </p:animEffect>
                                    <p:anim calcmode="lin" valueType="num">
                                      <p:cBhvr>
                                        <p:cTn id="94" dur="1000" fill="hold"/>
                                        <p:tgtEl>
                                          <p:spTgt spid="23"/>
                                        </p:tgtEl>
                                        <p:attrNameLst>
                                          <p:attrName>ppt_x</p:attrName>
                                        </p:attrNameLst>
                                      </p:cBhvr>
                                      <p:tavLst>
                                        <p:tav tm="0">
                                          <p:val>
                                            <p:strVal val="#ppt_x"/>
                                          </p:val>
                                        </p:tav>
                                        <p:tav tm="100000">
                                          <p:val>
                                            <p:strVal val="#ppt_x"/>
                                          </p:val>
                                        </p:tav>
                                      </p:tavLst>
                                    </p:anim>
                                    <p:anim calcmode="lin" valueType="num">
                                      <p:cBhvr>
                                        <p:cTn id="95" dur="1000" fill="hold"/>
                                        <p:tgtEl>
                                          <p:spTgt spid="23"/>
                                        </p:tgtEl>
                                        <p:attrNameLst>
                                          <p:attrName>ppt_y</p:attrName>
                                        </p:attrNameLst>
                                      </p:cBhvr>
                                      <p:tavLst>
                                        <p:tav tm="0">
                                          <p:val>
                                            <p:strVal val="#ppt_y+.1"/>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24"/>
                                        </p:tgtEl>
                                        <p:attrNameLst>
                                          <p:attrName>style.visibility</p:attrName>
                                        </p:attrNameLst>
                                      </p:cBhvr>
                                      <p:to>
                                        <p:strVal val="visible"/>
                                      </p:to>
                                    </p:set>
                                    <p:animEffect transition="in" filter="fade">
                                      <p:cBhvr>
                                        <p:cTn id="98" dur="1000"/>
                                        <p:tgtEl>
                                          <p:spTgt spid="24"/>
                                        </p:tgtEl>
                                      </p:cBhvr>
                                    </p:animEffect>
                                    <p:anim calcmode="lin" valueType="num">
                                      <p:cBhvr>
                                        <p:cTn id="99" dur="1000" fill="hold"/>
                                        <p:tgtEl>
                                          <p:spTgt spid="24"/>
                                        </p:tgtEl>
                                        <p:attrNameLst>
                                          <p:attrName>ppt_x</p:attrName>
                                        </p:attrNameLst>
                                      </p:cBhvr>
                                      <p:tavLst>
                                        <p:tav tm="0">
                                          <p:val>
                                            <p:strVal val="#ppt_x"/>
                                          </p:val>
                                        </p:tav>
                                        <p:tav tm="100000">
                                          <p:val>
                                            <p:strVal val="#ppt_x"/>
                                          </p:val>
                                        </p:tav>
                                      </p:tavLst>
                                    </p:anim>
                                    <p:anim calcmode="lin" valueType="num">
                                      <p:cBhvr>
                                        <p:cTn id="100" dur="1000" fill="hold"/>
                                        <p:tgtEl>
                                          <p:spTgt spid="24"/>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32"/>
                                        </p:tgtEl>
                                        <p:attrNameLst>
                                          <p:attrName>style.visibility</p:attrName>
                                        </p:attrNameLst>
                                      </p:cBhvr>
                                      <p:to>
                                        <p:strVal val="visible"/>
                                      </p:to>
                                    </p:set>
                                    <p:animEffect transition="in" filter="fade">
                                      <p:cBhvr>
                                        <p:cTn id="103" dur="1000"/>
                                        <p:tgtEl>
                                          <p:spTgt spid="32"/>
                                        </p:tgtEl>
                                      </p:cBhvr>
                                    </p:animEffect>
                                    <p:anim calcmode="lin" valueType="num">
                                      <p:cBhvr>
                                        <p:cTn id="104" dur="1000" fill="hold"/>
                                        <p:tgtEl>
                                          <p:spTgt spid="32"/>
                                        </p:tgtEl>
                                        <p:attrNameLst>
                                          <p:attrName>ppt_x</p:attrName>
                                        </p:attrNameLst>
                                      </p:cBhvr>
                                      <p:tavLst>
                                        <p:tav tm="0">
                                          <p:val>
                                            <p:strVal val="#ppt_x"/>
                                          </p:val>
                                        </p:tav>
                                        <p:tav tm="100000">
                                          <p:val>
                                            <p:strVal val="#ppt_x"/>
                                          </p:val>
                                        </p:tav>
                                      </p:tavLst>
                                    </p:anim>
                                    <p:anim calcmode="lin" valueType="num">
                                      <p:cBhvr>
                                        <p:cTn id="105"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5" grpId="0"/>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21" grpId="0" animBg="1"/>
      <p:bldP spid="22" grpId="0" animBg="1"/>
      <p:bldP spid="23" grpId="0" animBg="1"/>
      <p:bldP spid="24" grpId="0" animBg="1"/>
      <p:bldP spid="30" grpId="0"/>
      <p:bldP spid="31" grpId="0"/>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1869E-7AAA-8C78-5BEA-DD6461DB13A9}"/>
            </a:ext>
          </a:extLst>
        </p:cNvPr>
        <p:cNvGrpSpPr/>
        <p:nvPr/>
      </p:nvGrpSpPr>
      <p:grpSpPr>
        <a:xfrm>
          <a:off x="0" y="0"/>
          <a:ext cx="0" cy="0"/>
          <a:chOff x="0" y="0"/>
          <a:chExt cx="0" cy="0"/>
        </a:xfrm>
      </p:grpSpPr>
      <p:sp>
        <p:nvSpPr>
          <p:cNvPr id="27" name="Shape 10">
            <a:extLst>
              <a:ext uri="{FF2B5EF4-FFF2-40B4-BE49-F238E27FC236}">
                <a16:creationId xmlns:a16="http://schemas.microsoft.com/office/drawing/2014/main" id="{6D1B4912-3062-979A-76F8-F73D4E778BC0}"/>
              </a:ext>
            </a:extLst>
          </p:cNvPr>
          <p:cNvSpPr/>
          <p:nvPr/>
        </p:nvSpPr>
        <p:spPr>
          <a:xfrm>
            <a:off x="8151072" y="2057400"/>
            <a:ext cx="3017520" cy="2743200"/>
          </a:xfrm>
          <a:prstGeom prst="rect">
            <a:avLst/>
          </a:prstGeom>
          <a:solidFill>
            <a:srgbClr val="F2F2F2"/>
          </a:solidFill>
          <a:ln/>
        </p:spPr>
        <p:txBody>
          <a:bodyPr/>
          <a:lstStyle/>
          <a:p>
            <a:endParaRPr lang="sv-SE"/>
          </a:p>
        </p:txBody>
      </p:sp>
      <p:sp>
        <p:nvSpPr>
          <p:cNvPr id="2" name="Title 1">
            <a:extLst>
              <a:ext uri="{FF2B5EF4-FFF2-40B4-BE49-F238E27FC236}">
                <a16:creationId xmlns:a16="http://schemas.microsoft.com/office/drawing/2014/main" id="{E23B3704-96F7-36E1-2498-AF6B7759804D}"/>
              </a:ext>
            </a:extLst>
          </p:cNvPr>
          <p:cNvSpPr>
            <a:spLocks noGrp="1"/>
          </p:cNvSpPr>
          <p:nvPr>
            <p:ph type="title"/>
          </p:nvPr>
        </p:nvSpPr>
        <p:spPr/>
        <p:txBody>
          <a:bodyPr/>
          <a:lstStyle/>
          <a:p>
            <a:r>
              <a:rPr lang="en-US"/>
              <a:t>Learning to Manipulate</a:t>
            </a:r>
            <a:endParaRPr lang="sv-SE"/>
          </a:p>
        </p:txBody>
      </p:sp>
      <p:sp>
        <p:nvSpPr>
          <p:cNvPr id="4" name="Text Placeholder 3">
            <a:extLst>
              <a:ext uri="{FF2B5EF4-FFF2-40B4-BE49-F238E27FC236}">
                <a16:creationId xmlns:a16="http://schemas.microsoft.com/office/drawing/2014/main" id="{74ED3A34-EE12-B0B4-8B8D-47670A7ED4D0}"/>
              </a:ext>
            </a:extLst>
          </p:cNvPr>
          <p:cNvSpPr>
            <a:spLocks noGrp="1"/>
          </p:cNvSpPr>
          <p:nvPr>
            <p:ph type="body" sz="quarter" idx="14"/>
          </p:nvPr>
        </p:nvSpPr>
        <p:spPr>
          <a:xfrm>
            <a:off x="331789" y="1057498"/>
            <a:ext cx="9459912" cy="486000"/>
          </a:xfrm>
        </p:spPr>
        <p:txBody>
          <a:bodyPr/>
          <a:lstStyle/>
          <a:p>
            <a:r>
              <a:rPr lang="en-US"/>
              <a:t>Generalizability and Safety</a:t>
            </a:r>
            <a:endParaRPr lang="sv-SE"/>
          </a:p>
        </p:txBody>
      </p:sp>
      <p:sp>
        <p:nvSpPr>
          <p:cNvPr id="5" name="Footer Placeholder 4">
            <a:extLst>
              <a:ext uri="{FF2B5EF4-FFF2-40B4-BE49-F238E27FC236}">
                <a16:creationId xmlns:a16="http://schemas.microsoft.com/office/drawing/2014/main" id="{FEB3FA9A-BD06-6B7A-2013-41AE3CEF2351}"/>
              </a:ext>
            </a:extLst>
          </p:cNvPr>
          <p:cNvSpPr>
            <a:spLocks noGrp="1"/>
          </p:cNvSpPr>
          <p:nvPr>
            <p:ph type="ftr" sz="quarter" idx="10"/>
          </p:nvPr>
        </p:nvSpPr>
        <p:spPr/>
        <p:txBody>
          <a:bodyPr/>
          <a:lstStyle/>
          <a:p>
            <a:r>
              <a:rPr lang="en-US"/>
              <a:t>These methods are not exhaustive nor mutually exclusive. There is a lot of other methods, and compositions of these idea.. </a:t>
            </a:r>
          </a:p>
        </p:txBody>
      </p:sp>
      <p:sp>
        <p:nvSpPr>
          <p:cNvPr id="6" name="Date Placeholder 5">
            <a:extLst>
              <a:ext uri="{FF2B5EF4-FFF2-40B4-BE49-F238E27FC236}">
                <a16:creationId xmlns:a16="http://schemas.microsoft.com/office/drawing/2014/main" id="{4983016A-FBB2-6DA0-9955-F4F125337CE2}"/>
              </a:ext>
            </a:extLst>
          </p:cNvPr>
          <p:cNvSpPr>
            <a:spLocks noGrp="1"/>
          </p:cNvSpPr>
          <p:nvPr>
            <p:ph type="dt" sz="half" idx="11"/>
          </p:nvPr>
        </p:nvSpPr>
        <p:spPr/>
        <p:txBody>
          <a:bodyPr/>
          <a:lstStyle/>
          <a:p>
            <a:fld id="{B2EE78E3-0FB5-4EDC-9795-648A78EAEBD6}" type="datetime4">
              <a:rPr lang="en-US" smtClean="0"/>
              <a:t>October 20, 2026</a:t>
            </a:fld>
            <a:endParaRPr lang="en-US"/>
          </a:p>
        </p:txBody>
      </p:sp>
      <p:sp>
        <p:nvSpPr>
          <p:cNvPr id="7" name="Slide Number Placeholder 6">
            <a:extLst>
              <a:ext uri="{FF2B5EF4-FFF2-40B4-BE49-F238E27FC236}">
                <a16:creationId xmlns:a16="http://schemas.microsoft.com/office/drawing/2014/main" id="{3410DA76-AF41-1166-905E-38FA3AEDF220}"/>
              </a:ext>
            </a:extLst>
          </p:cNvPr>
          <p:cNvSpPr>
            <a:spLocks noGrp="1"/>
          </p:cNvSpPr>
          <p:nvPr>
            <p:ph type="sldNum" sz="quarter" idx="12"/>
          </p:nvPr>
        </p:nvSpPr>
        <p:spPr/>
        <p:txBody>
          <a:bodyPr/>
          <a:lstStyle/>
          <a:p>
            <a:r>
              <a:rPr lang="en-US"/>
              <a:t>Slide </a:t>
            </a:r>
            <a:fld id="{619F89D8-7AE3-494A-97F3-03D680869632}" type="slidenum">
              <a:rPr lang="en-US" smtClean="0"/>
              <a:pPr/>
              <a:t>17</a:t>
            </a:fld>
            <a:endParaRPr lang="en-US"/>
          </a:p>
        </p:txBody>
      </p:sp>
      <p:sp>
        <p:nvSpPr>
          <p:cNvPr id="8" name="Shape 4">
            <a:extLst>
              <a:ext uri="{FF2B5EF4-FFF2-40B4-BE49-F238E27FC236}">
                <a16:creationId xmlns:a16="http://schemas.microsoft.com/office/drawing/2014/main" id="{9782CD0D-A530-4971-08E7-71CE1D1A9594}"/>
              </a:ext>
            </a:extLst>
          </p:cNvPr>
          <p:cNvSpPr/>
          <p:nvPr/>
        </p:nvSpPr>
        <p:spPr>
          <a:xfrm>
            <a:off x="1084580" y="2011680"/>
            <a:ext cx="3017520" cy="2743200"/>
          </a:xfrm>
          <a:prstGeom prst="rect">
            <a:avLst/>
          </a:prstGeom>
          <a:solidFill>
            <a:srgbClr val="F2F2F2"/>
          </a:solidFill>
          <a:ln/>
        </p:spPr>
        <p:txBody>
          <a:bodyPr/>
          <a:lstStyle/>
          <a:p>
            <a:endParaRPr lang="sv-SE"/>
          </a:p>
        </p:txBody>
      </p:sp>
      <p:sp>
        <p:nvSpPr>
          <p:cNvPr id="9" name="Shape 5">
            <a:extLst>
              <a:ext uri="{FF2B5EF4-FFF2-40B4-BE49-F238E27FC236}">
                <a16:creationId xmlns:a16="http://schemas.microsoft.com/office/drawing/2014/main" id="{FA05D814-0DFB-A960-8EAA-A440704588D4}"/>
              </a:ext>
            </a:extLst>
          </p:cNvPr>
          <p:cNvSpPr/>
          <p:nvPr/>
        </p:nvSpPr>
        <p:spPr>
          <a:xfrm>
            <a:off x="2341880" y="2263140"/>
            <a:ext cx="502920" cy="502920"/>
          </a:xfrm>
          <a:prstGeom prst="ellipse">
            <a:avLst/>
          </a:prstGeom>
          <a:solidFill>
            <a:schemeClr val="accent3"/>
          </a:solidFill>
          <a:ln/>
        </p:spPr>
        <p:txBody>
          <a:bodyPr/>
          <a:lstStyle/>
          <a:p>
            <a:endParaRPr lang="sv-SE">
              <a:solidFill>
                <a:schemeClr val="accent3"/>
              </a:solidFill>
            </a:endParaRPr>
          </a:p>
        </p:txBody>
      </p:sp>
      <p:sp>
        <p:nvSpPr>
          <p:cNvPr id="10" name="Text 6">
            <a:extLst>
              <a:ext uri="{FF2B5EF4-FFF2-40B4-BE49-F238E27FC236}">
                <a16:creationId xmlns:a16="http://schemas.microsoft.com/office/drawing/2014/main" id="{BE98926C-C834-F12F-253A-3A653102F697}"/>
              </a:ext>
            </a:extLst>
          </p:cNvPr>
          <p:cNvSpPr/>
          <p:nvPr/>
        </p:nvSpPr>
        <p:spPr>
          <a:xfrm>
            <a:off x="2341880" y="2263140"/>
            <a:ext cx="502920" cy="502920"/>
          </a:xfrm>
          <a:prstGeom prst="rect">
            <a:avLst/>
          </a:prstGeom>
          <a:noFill/>
          <a:ln/>
        </p:spPr>
        <p:txBody>
          <a:bodyPr wrap="square" lIns="0" tIns="0" rIns="0" bIns="0" rtlCol="0" anchor="ctr"/>
          <a:lstStyle/>
          <a:p>
            <a:pPr marL="0" indent="0" algn="ctr">
              <a:buNone/>
            </a:pPr>
            <a:r>
              <a:rPr lang="en-US" sz="1600" b="1">
                <a:solidFill>
                  <a:srgbClr val="FFFFFF"/>
                </a:solidFill>
                <a:latin typeface="Arial" pitchFamily="34" charset="0"/>
                <a:ea typeface="Arial" pitchFamily="34" charset="-122"/>
                <a:cs typeface="Arial" pitchFamily="34" charset="-120"/>
              </a:rPr>
              <a:t>1</a:t>
            </a:r>
            <a:endParaRPr lang="en-US" sz="1600"/>
          </a:p>
        </p:txBody>
      </p:sp>
      <p:sp>
        <p:nvSpPr>
          <p:cNvPr id="11" name="Text 7">
            <a:extLst>
              <a:ext uri="{FF2B5EF4-FFF2-40B4-BE49-F238E27FC236}">
                <a16:creationId xmlns:a16="http://schemas.microsoft.com/office/drawing/2014/main" id="{0C9608F3-AF95-5370-6DDE-16E449F29159}"/>
              </a:ext>
            </a:extLst>
          </p:cNvPr>
          <p:cNvSpPr/>
          <p:nvPr/>
        </p:nvSpPr>
        <p:spPr>
          <a:xfrm>
            <a:off x="1267460" y="2971800"/>
            <a:ext cx="2651760" cy="731520"/>
          </a:xfrm>
          <a:prstGeom prst="rect">
            <a:avLst/>
          </a:prstGeom>
          <a:noFill/>
          <a:ln/>
        </p:spPr>
        <p:txBody>
          <a:bodyPr wrap="square" lIns="0" tIns="0" rIns="0" bIns="0" rtlCol="0" anchor="ctr"/>
          <a:lstStyle/>
          <a:p>
            <a:pPr marL="0" indent="0" algn="ctr">
              <a:buNone/>
            </a:pPr>
            <a:r>
              <a:rPr lang="en-US" sz="1700" b="1">
                <a:latin typeface="+mj-lt"/>
                <a:ea typeface="Arial" pitchFamily="34" charset="-122"/>
                <a:cs typeface="Arial" pitchFamily="34" charset="-120"/>
              </a:rPr>
              <a:t>Imitation</a:t>
            </a:r>
            <a:r>
              <a:rPr lang="en-US" sz="1700">
                <a:latin typeface="+mj-lt"/>
              </a:rPr>
              <a:t> </a:t>
            </a:r>
            <a:r>
              <a:rPr lang="en-US" sz="1700" b="1">
                <a:latin typeface="+mj-lt"/>
                <a:ea typeface="Arial" pitchFamily="34" charset="-122"/>
                <a:cs typeface="Arial" pitchFamily="34" charset="-120"/>
              </a:rPr>
              <a:t>Learning</a:t>
            </a:r>
            <a:endParaRPr lang="en-US" sz="1700">
              <a:latin typeface="+mj-lt"/>
            </a:endParaRPr>
          </a:p>
        </p:txBody>
      </p:sp>
      <p:sp>
        <p:nvSpPr>
          <p:cNvPr id="12" name="Text 8">
            <a:extLst>
              <a:ext uri="{FF2B5EF4-FFF2-40B4-BE49-F238E27FC236}">
                <a16:creationId xmlns:a16="http://schemas.microsoft.com/office/drawing/2014/main" id="{B3A4CEA1-5D25-E93D-8993-609E94623C14}"/>
              </a:ext>
            </a:extLst>
          </p:cNvPr>
          <p:cNvSpPr/>
          <p:nvPr/>
        </p:nvSpPr>
        <p:spPr>
          <a:xfrm>
            <a:off x="1267460" y="3749040"/>
            <a:ext cx="2651760" cy="731520"/>
          </a:xfrm>
          <a:prstGeom prst="rect">
            <a:avLst/>
          </a:prstGeom>
          <a:noFill/>
          <a:ln/>
        </p:spPr>
        <p:txBody>
          <a:bodyPr wrap="square" lIns="0" tIns="0" rIns="0" bIns="0" rtlCol="0" anchor="t"/>
          <a:lstStyle/>
          <a:p>
            <a:pPr algn="ctr"/>
            <a:r>
              <a:rPr lang="en-US" sz="1200" b="1">
                <a:solidFill>
                  <a:schemeClr val="accent2"/>
                </a:solidFill>
                <a:ea typeface="Arial" pitchFamily="34" charset="-122"/>
                <a:cs typeface="Arial" pitchFamily="34" charset="-120"/>
              </a:rPr>
              <a:t>Pro</a:t>
            </a:r>
            <a:r>
              <a:rPr lang="en-US" sz="1200">
                <a:solidFill>
                  <a:schemeClr val="accent2"/>
                </a:solidFill>
                <a:ea typeface="Arial" pitchFamily="34" charset="-122"/>
                <a:cs typeface="Arial" pitchFamily="34" charset="-120"/>
              </a:rPr>
              <a:t> : Best, if task is similar to data </a:t>
            </a:r>
            <a:br>
              <a:rPr lang="en-US" sz="1200">
                <a:solidFill>
                  <a:schemeClr val="accent2"/>
                </a:solidFill>
                <a:ea typeface="Arial" pitchFamily="34" charset="-122"/>
                <a:cs typeface="Arial" pitchFamily="34" charset="-120"/>
              </a:rPr>
            </a:br>
            <a:r>
              <a:rPr lang="en-US" sz="1200">
                <a:solidFill>
                  <a:schemeClr val="accent2"/>
                </a:solidFill>
                <a:ea typeface="Arial" pitchFamily="34" charset="-122"/>
                <a:cs typeface="Arial" pitchFamily="34" charset="-120"/>
              </a:rPr>
              <a:t>(In most cases it is)</a:t>
            </a:r>
            <a:endParaRPr lang="en-US" sz="1200">
              <a:solidFill>
                <a:schemeClr val="accent2"/>
              </a:solidFill>
            </a:endParaRPr>
          </a:p>
          <a:p>
            <a:pPr algn="ctr"/>
            <a:r>
              <a:rPr lang="en-US" sz="1200" b="1">
                <a:solidFill>
                  <a:schemeClr val="accent2"/>
                </a:solidFill>
                <a:ea typeface="Arial" pitchFamily="34" charset="-122"/>
                <a:cs typeface="Arial" pitchFamily="34" charset="-120"/>
              </a:rPr>
              <a:t>Con</a:t>
            </a:r>
            <a:r>
              <a:rPr lang="en-US" sz="1200">
                <a:solidFill>
                  <a:schemeClr val="accent2"/>
                </a:solidFill>
                <a:ea typeface="Arial" pitchFamily="34" charset="-122"/>
                <a:cs typeface="Arial" pitchFamily="34" charset="-120"/>
              </a:rPr>
              <a:t> : You need LOTS of data to generalize</a:t>
            </a:r>
          </a:p>
        </p:txBody>
      </p:sp>
      <p:sp>
        <p:nvSpPr>
          <p:cNvPr id="14" name="Shape 10">
            <a:extLst>
              <a:ext uri="{FF2B5EF4-FFF2-40B4-BE49-F238E27FC236}">
                <a16:creationId xmlns:a16="http://schemas.microsoft.com/office/drawing/2014/main" id="{C65792C3-8C94-987F-2757-7ED661EFFD10}"/>
              </a:ext>
            </a:extLst>
          </p:cNvPr>
          <p:cNvSpPr/>
          <p:nvPr/>
        </p:nvSpPr>
        <p:spPr>
          <a:xfrm>
            <a:off x="4605020" y="2011680"/>
            <a:ext cx="3017520" cy="2743200"/>
          </a:xfrm>
          <a:prstGeom prst="rect">
            <a:avLst/>
          </a:prstGeom>
          <a:solidFill>
            <a:srgbClr val="F2F2F2"/>
          </a:solidFill>
          <a:ln/>
        </p:spPr>
        <p:txBody>
          <a:bodyPr/>
          <a:lstStyle/>
          <a:p>
            <a:endParaRPr lang="sv-SE"/>
          </a:p>
        </p:txBody>
      </p:sp>
      <p:sp>
        <p:nvSpPr>
          <p:cNvPr id="15" name="Shape 11">
            <a:extLst>
              <a:ext uri="{FF2B5EF4-FFF2-40B4-BE49-F238E27FC236}">
                <a16:creationId xmlns:a16="http://schemas.microsoft.com/office/drawing/2014/main" id="{02C7523C-9C3C-306D-9B3E-AD947C84FE0F}"/>
              </a:ext>
            </a:extLst>
          </p:cNvPr>
          <p:cNvSpPr/>
          <p:nvPr/>
        </p:nvSpPr>
        <p:spPr>
          <a:xfrm>
            <a:off x="5862320" y="2263140"/>
            <a:ext cx="502920" cy="502920"/>
          </a:xfrm>
          <a:prstGeom prst="ellipse">
            <a:avLst/>
          </a:prstGeom>
          <a:solidFill>
            <a:schemeClr val="accent3"/>
          </a:solidFill>
          <a:ln/>
        </p:spPr>
        <p:txBody>
          <a:bodyPr/>
          <a:lstStyle/>
          <a:p>
            <a:endParaRPr lang="sv-SE">
              <a:solidFill>
                <a:schemeClr val="bg2">
                  <a:lumMod val="60000"/>
                  <a:lumOff val="40000"/>
                </a:schemeClr>
              </a:solidFill>
            </a:endParaRPr>
          </a:p>
        </p:txBody>
      </p:sp>
      <p:sp>
        <p:nvSpPr>
          <p:cNvPr id="16" name="Text 12">
            <a:extLst>
              <a:ext uri="{FF2B5EF4-FFF2-40B4-BE49-F238E27FC236}">
                <a16:creationId xmlns:a16="http://schemas.microsoft.com/office/drawing/2014/main" id="{ADFE2D1E-140B-CB04-8553-9415457B9098}"/>
              </a:ext>
            </a:extLst>
          </p:cNvPr>
          <p:cNvSpPr/>
          <p:nvPr/>
        </p:nvSpPr>
        <p:spPr>
          <a:xfrm>
            <a:off x="5862320" y="2263140"/>
            <a:ext cx="502920" cy="502920"/>
          </a:xfrm>
          <a:prstGeom prst="rect">
            <a:avLst/>
          </a:prstGeom>
          <a:noFill/>
          <a:ln/>
        </p:spPr>
        <p:txBody>
          <a:bodyPr wrap="square" lIns="0" tIns="0" rIns="0" bIns="0" rtlCol="0" anchor="ctr"/>
          <a:lstStyle/>
          <a:p>
            <a:pPr marL="0" indent="0" algn="ctr">
              <a:buNone/>
            </a:pPr>
            <a:r>
              <a:rPr lang="en-US" sz="1600" b="1">
                <a:solidFill>
                  <a:srgbClr val="FFFFFF"/>
                </a:solidFill>
                <a:latin typeface="Arial" pitchFamily="34" charset="0"/>
                <a:ea typeface="Arial" pitchFamily="34" charset="-122"/>
                <a:cs typeface="Arial" pitchFamily="34" charset="-120"/>
              </a:rPr>
              <a:t>2</a:t>
            </a:r>
            <a:endParaRPr lang="en-US" sz="1600"/>
          </a:p>
        </p:txBody>
      </p:sp>
      <p:sp>
        <p:nvSpPr>
          <p:cNvPr id="17" name="Text 13">
            <a:extLst>
              <a:ext uri="{FF2B5EF4-FFF2-40B4-BE49-F238E27FC236}">
                <a16:creationId xmlns:a16="http://schemas.microsoft.com/office/drawing/2014/main" id="{859C351E-5364-D443-2129-08E558E7D2B4}"/>
              </a:ext>
            </a:extLst>
          </p:cNvPr>
          <p:cNvSpPr/>
          <p:nvPr/>
        </p:nvSpPr>
        <p:spPr>
          <a:xfrm>
            <a:off x="4787900" y="2971800"/>
            <a:ext cx="2651760" cy="731520"/>
          </a:xfrm>
          <a:prstGeom prst="rect">
            <a:avLst/>
          </a:prstGeom>
          <a:noFill/>
          <a:ln/>
        </p:spPr>
        <p:txBody>
          <a:bodyPr wrap="square" lIns="0" tIns="0" rIns="0" bIns="0" rtlCol="0" anchor="ctr"/>
          <a:lstStyle/>
          <a:p>
            <a:pPr marL="0" indent="0" algn="ctr">
              <a:buNone/>
            </a:pPr>
            <a:r>
              <a:rPr lang="en-US" sz="1700" b="1">
                <a:latin typeface="+mj-lt"/>
                <a:ea typeface="Arial" pitchFamily="34" charset="-122"/>
                <a:cs typeface="Arial" pitchFamily="34" charset="-120"/>
              </a:rPr>
              <a:t>Reinforcement</a:t>
            </a:r>
            <a:r>
              <a:rPr lang="en-US" sz="1700">
                <a:latin typeface="+mj-lt"/>
              </a:rPr>
              <a:t> </a:t>
            </a:r>
            <a:r>
              <a:rPr lang="en-US" sz="1700" b="1">
                <a:latin typeface="+mj-lt"/>
                <a:ea typeface="Arial" pitchFamily="34" charset="-122"/>
                <a:cs typeface="Arial" pitchFamily="34" charset="-120"/>
              </a:rPr>
              <a:t>Learning</a:t>
            </a:r>
            <a:endParaRPr lang="en-US" sz="1700">
              <a:latin typeface="+mj-lt"/>
            </a:endParaRPr>
          </a:p>
        </p:txBody>
      </p:sp>
      <p:sp>
        <p:nvSpPr>
          <p:cNvPr id="18" name="Text 14">
            <a:extLst>
              <a:ext uri="{FF2B5EF4-FFF2-40B4-BE49-F238E27FC236}">
                <a16:creationId xmlns:a16="http://schemas.microsoft.com/office/drawing/2014/main" id="{B14AB761-7CD2-09FD-1109-8DCD5CF3975A}"/>
              </a:ext>
            </a:extLst>
          </p:cNvPr>
          <p:cNvSpPr/>
          <p:nvPr/>
        </p:nvSpPr>
        <p:spPr>
          <a:xfrm>
            <a:off x="4787900" y="3749040"/>
            <a:ext cx="2651760" cy="640080"/>
          </a:xfrm>
          <a:prstGeom prst="rect">
            <a:avLst/>
          </a:prstGeom>
          <a:noFill/>
          <a:ln/>
        </p:spPr>
        <p:txBody>
          <a:bodyPr wrap="square" lIns="0" tIns="0" rIns="0" bIns="0" rtlCol="0" anchor="t"/>
          <a:lstStyle/>
          <a:p>
            <a:pPr algn="ctr"/>
            <a:r>
              <a:rPr lang="en-US" sz="1200" b="1">
                <a:solidFill>
                  <a:schemeClr val="accent2"/>
                </a:solidFill>
                <a:cs typeface="Arial" pitchFamily="34" charset="-120"/>
              </a:rPr>
              <a:t>Pro</a:t>
            </a:r>
            <a:r>
              <a:rPr lang="en-US" sz="1200">
                <a:solidFill>
                  <a:schemeClr val="accent2"/>
                </a:solidFill>
                <a:cs typeface="Arial" pitchFamily="34" charset="-120"/>
              </a:rPr>
              <a:t> : No need data, agent generates data as it tries</a:t>
            </a:r>
          </a:p>
          <a:p>
            <a:pPr algn="ctr"/>
            <a:r>
              <a:rPr lang="en-US" sz="1200" b="1">
                <a:solidFill>
                  <a:schemeClr val="accent2"/>
                </a:solidFill>
                <a:cs typeface="Arial" pitchFamily="34" charset="-120"/>
              </a:rPr>
              <a:t>Con</a:t>
            </a:r>
            <a:r>
              <a:rPr lang="en-US" sz="1200">
                <a:solidFill>
                  <a:schemeClr val="accent2"/>
                </a:solidFill>
                <a:cs typeface="Arial" pitchFamily="34" charset="-120"/>
              </a:rPr>
              <a:t> : </a:t>
            </a:r>
            <a:r>
              <a:rPr lang="en-US" sz="1200" u="sng">
                <a:solidFill>
                  <a:schemeClr val="accent2"/>
                </a:solidFill>
                <a:cs typeface="Arial" pitchFamily="34" charset="-120"/>
              </a:rPr>
              <a:t>Reward</a:t>
            </a:r>
            <a:r>
              <a:rPr lang="en-US" sz="1200">
                <a:solidFill>
                  <a:schemeClr val="accent2"/>
                </a:solidFill>
                <a:cs typeface="Arial" pitchFamily="34" charset="-120"/>
              </a:rPr>
              <a:t> engineering is complex</a:t>
            </a:r>
            <a:endParaRPr lang="en-US" sz="1200">
              <a:solidFill>
                <a:schemeClr val="accent2"/>
              </a:solidFill>
            </a:endParaRPr>
          </a:p>
        </p:txBody>
      </p:sp>
      <p:sp>
        <p:nvSpPr>
          <p:cNvPr id="21" name="Shape 17">
            <a:extLst>
              <a:ext uri="{FF2B5EF4-FFF2-40B4-BE49-F238E27FC236}">
                <a16:creationId xmlns:a16="http://schemas.microsoft.com/office/drawing/2014/main" id="{3EE97453-D8FF-ABEF-41D7-FCD834B9CD9F}"/>
              </a:ext>
            </a:extLst>
          </p:cNvPr>
          <p:cNvSpPr/>
          <p:nvPr/>
        </p:nvSpPr>
        <p:spPr>
          <a:xfrm>
            <a:off x="9382760" y="2263140"/>
            <a:ext cx="502920" cy="502920"/>
          </a:xfrm>
          <a:prstGeom prst="ellipse">
            <a:avLst/>
          </a:prstGeom>
          <a:solidFill>
            <a:schemeClr val="accent3"/>
          </a:solidFill>
          <a:ln/>
        </p:spPr>
        <p:txBody>
          <a:bodyPr/>
          <a:lstStyle/>
          <a:p>
            <a:endParaRPr lang="sv-SE">
              <a:solidFill>
                <a:schemeClr val="accent3"/>
              </a:solidFill>
            </a:endParaRPr>
          </a:p>
        </p:txBody>
      </p:sp>
      <p:sp>
        <p:nvSpPr>
          <p:cNvPr id="22" name="Text 18">
            <a:extLst>
              <a:ext uri="{FF2B5EF4-FFF2-40B4-BE49-F238E27FC236}">
                <a16:creationId xmlns:a16="http://schemas.microsoft.com/office/drawing/2014/main" id="{3BFEED2B-7B7A-5BBA-1F4B-540D07AA8321}"/>
              </a:ext>
            </a:extLst>
          </p:cNvPr>
          <p:cNvSpPr/>
          <p:nvPr/>
        </p:nvSpPr>
        <p:spPr>
          <a:xfrm>
            <a:off x="9382760" y="2263140"/>
            <a:ext cx="502920" cy="502920"/>
          </a:xfrm>
          <a:prstGeom prst="rect">
            <a:avLst/>
          </a:prstGeom>
          <a:noFill/>
          <a:ln/>
        </p:spPr>
        <p:txBody>
          <a:bodyPr wrap="square" lIns="0" tIns="0" rIns="0" bIns="0" rtlCol="0" anchor="ctr"/>
          <a:lstStyle/>
          <a:p>
            <a:pPr marL="0" indent="0" algn="ctr">
              <a:buNone/>
            </a:pPr>
            <a:r>
              <a:rPr lang="en-US" sz="1600" b="1">
                <a:solidFill>
                  <a:srgbClr val="FFFFFF"/>
                </a:solidFill>
                <a:latin typeface="Arial" pitchFamily="34" charset="0"/>
                <a:ea typeface="Arial" pitchFamily="34" charset="-122"/>
                <a:cs typeface="Arial" pitchFamily="34" charset="-120"/>
              </a:rPr>
              <a:t>3</a:t>
            </a:r>
            <a:endParaRPr lang="en-US" sz="1600"/>
          </a:p>
        </p:txBody>
      </p:sp>
      <p:sp>
        <p:nvSpPr>
          <p:cNvPr id="23" name="Text 19">
            <a:extLst>
              <a:ext uri="{FF2B5EF4-FFF2-40B4-BE49-F238E27FC236}">
                <a16:creationId xmlns:a16="http://schemas.microsoft.com/office/drawing/2014/main" id="{922065A1-F369-C23C-6412-05E97104F8E7}"/>
              </a:ext>
            </a:extLst>
          </p:cNvPr>
          <p:cNvSpPr/>
          <p:nvPr/>
        </p:nvSpPr>
        <p:spPr>
          <a:xfrm>
            <a:off x="8308340" y="2971800"/>
            <a:ext cx="2651760" cy="731520"/>
          </a:xfrm>
          <a:prstGeom prst="rect">
            <a:avLst/>
          </a:prstGeom>
          <a:noFill/>
          <a:ln/>
        </p:spPr>
        <p:txBody>
          <a:bodyPr wrap="square" lIns="0" tIns="0" rIns="0" bIns="0" rtlCol="0" anchor="ctr"/>
          <a:lstStyle/>
          <a:p>
            <a:pPr marL="0" indent="0" algn="ctr">
              <a:buNone/>
            </a:pPr>
            <a:r>
              <a:rPr lang="en-US" sz="1700" b="1">
                <a:latin typeface="+mj-lt"/>
                <a:ea typeface="Arial" pitchFamily="34" charset="-122"/>
                <a:cs typeface="Arial" pitchFamily="34" charset="-120"/>
              </a:rPr>
              <a:t>Generative Models</a:t>
            </a:r>
            <a:endParaRPr lang="en-US" sz="1700" b="1">
              <a:latin typeface="+mj-lt"/>
            </a:endParaRPr>
          </a:p>
        </p:txBody>
      </p:sp>
      <p:sp>
        <p:nvSpPr>
          <p:cNvPr id="26" name="Text 22">
            <a:extLst>
              <a:ext uri="{FF2B5EF4-FFF2-40B4-BE49-F238E27FC236}">
                <a16:creationId xmlns:a16="http://schemas.microsoft.com/office/drawing/2014/main" id="{A8A5A68F-9469-DF29-FCCF-768A8166E7F4}"/>
              </a:ext>
            </a:extLst>
          </p:cNvPr>
          <p:cNvSpPr/>
          <p:nvPr/>
        </p:nvSpPr>
        <p:spPr>
          <a:xfrm>
            <a:off x="605307" y="5646420"/>
            <a:ext cx="10972800" cy="640080"/>
          </a:xfrm>
          <a:prstGeom prst="rect">
            <a:avLst/>
          </a:prstGeom>
          <a:noFill/>
          <a:ln/>
        </p:spPr>
        <p:txBody>
          <a:bodyPr wrap="square" lIns="0" tIns="0" rIns="0" bIns="0" rtlCol="0" anchor="ctr"/>
          <a:lstStyle/>
          <a:p>
            <a:pPr marL="0" indent="0">
              <a:buNone/>
            </a:pPr>
            <a:r>
              <a:rPr lang="en-US" sz="1600" b="1">
                <a:solidFill>
                  <a:srgbClr val="FF000F"/>
                </a:solidFill>
                <a:latin typeface="Arial" pitchFamily="34" charset="0"/>
                <a:ea typeface="Arial" pitchFamily="34" charset="-122"/>
                <a:cs typeface="Arial" pitchFamily="34" charset="-120"/>
              </a:rPr>
              <a:t>Hypothesis</a:t>
            </a:r>
            <a:r>
              <a:rPr lang="en-US" sz="1600" b="1">
                <a:solidFill>
                  <a:srgbClr val="FF0000"/>
                </a:solidFill>
                <a:latin typeface="Arial" pitchFamily="34" charset="0"/>
                <a:ea typeface="Arial" pitchFamily="34" charset="-122"/>
                <a:cs typeface="Arial" pitchFamily="34" charset="-120"/>
              </a:rPr>
              <a:t>:</a:t>
            </a:r>
            <a:r>
              <a:rPr lang="en-US" sz="1600" b="1">
                <a:latin typeface="Arial" pitchFamily="34" charset="0"/>
                <a:ea typeface="Arial" pitchFamily="34" charset="-122"/>
                <a:cs typeface="Arial" pitchFamily="34" charset="-120"/>
              </a:rPr>
              <a:t>  </a:t>
            </a:r>
            <a:r>
              <a:rPr lang="en-US" sz="1600">
                <a:latin typeface="Arial" pitchFamily="34" charset="0"/>
                <a:ea typeface="Arial" pitchFamily="34" charset="-122"/>
                <a:cs typeface="Arial" pitchFamily="34" charset="-120"/>
              </a:rPr>
              <a:t>Can we combine the flexibility of learned models with the formal guarantees of STL?</a:t>
            </a:r>
            <a:endParaRPr lang="en-US" sz="1600"/>
          </a:p>
        </p:txBody>
      </p:sp>
      <p:sp>
        <p:nvSpPr>
          <p:cNvPr id="30" name="TextBox 29">
            <a:extLst>
              <a:ext uri="{FF2B5EF4-FFF2-40B4-BE49-F238E27FC236}">
                <a16:creationId xmlns:a16="http://schemas.microsoft.com/office/drawing/2014/main" id="{BBEFE78C-4231-E45C-DCAC-EAC1054E8276}"/>
              </a:ext>
            </a:extLst>
          </p:cNvPr>
          <p:cNvSpPr txBox="1"/>
          <p:nvPr/>
        </p:nvSpPr>
        <p:spPr bwMode="gray">
          <a:xfrm>
            <a:off x="1084579" y="4923923"/>
            <a:ext cx="3017519" cy="640080"/>
          </a:xfrm>
          <a:prstGeom prst="rect">
            <a:avLst/>
          </a:prstGeom>
          <a:noFill/>
        </p:spPr>
        <p:txBody>
          <a:bodyPr wrap="none" lIns="0" tIns="0" rIns="0" bIns="0" rtlCol="0">
            <a:noAutofit/>
          </a:bodyPr>
          <a:lstStyle/>
          <a:p>
            <a:pPr>
              <a:spcBef>
                <a:spcPts val="600"/>
              </a:spcBef>
            </a:pPr>
            <a:r>
              <a:rPr lang="en-US" sz="1400"/>
              <a:t>Observe picking an object 100 times,</a:t>
            </a:r>
          </a:p>
          <a:p>
            <a:pPr>
              <a:spcBef>
                <a:spcPts val="600"/>
              </a:spcBef>
            </a:pPr>
            <a:r>
              <a:rPr lang="en-US" sz="1400"/>
              <a:t>Then mimic my picking</a:t>
            </a:r>
          </a:p>
        </p:txBody>
      </p:sp>
      <p:sp>
        <p:nvSpPr>
          <p:cNvPr id="31" name="TextBox 30">
            <a:extLst>
              <a:ext uri="{FF2B5EF4-FFF2-40B4-BE49-F238E27FC236}">
                <a16:creationId xmlns:a16="http://schemas.microsoft.com/office/drawing/2014/main" id="{0ED29550-0959-FA64-21AC-2B7A7FBBAC74}"/>
              </a:ext>
            </a:extLst>
          </p:cNvPr>
          <p:cNvSpPr txBox="1"/>
          <p:nvPr/>
        </p:nvSpPr>
        <p:spPr bwMode="gray">
          <a:xfrm>
            <a:off x="4605021" y="4952626"/>
            <a:ext cx="3017519" cy="640080"/>
          </a:xfrm>
          <a:prstGeom prst="rect">
            <a:avLst/>
          </a:prstGeom>
          <a:noFill/>
        </p:spPr>
        <p:txBody>
          <a:bodyPr wrap="none" lIns="0" tIns="0" rIns="0" bIns="0" rtlCol="0">
            <a:noAutofit/>
          </a:bodyPr>
          <a:lstStyle/>
          <a:p>
            <a:pPr algn="l">
              <a:spcBef>
                <a:spcPts val="600"/>
              </a:spcBef>
            </a:pPr>
            <a:r>
              <a:rPr lang="en-US" sz="1400"/>
              <a:t>+</a:t>
            </a:r>
            <a:r>
              <a:rPr lang="en-US" sz="1400" err="1"/>
              <a:t>ve</a:t>
            </a:r>
            <a:r>
              <a:rPr lang="en-US" sz="1400"/>
              <a:t> reward if you pick,</a:t>
            </a:r>
          </a:p>
          <a:p>
            <a:pPr algn="l">
              <a:spcBef>
                <a:spcPts val="600"/>
              </a:spcBef>
            </a:pPr>
            <a:r>
              <a:rPr lang="en-US" sz="1400"/>
              <a:t>-</a:t>
            </a:r>
            <a:r>
              <a:rPr lang="en-US" sz="1400" err="1"/>
              <a:t>ve</a:t>
            </a:r>
            <a:r>
              <a:rPr lang="en-US" sz="1400"/>
              <a:t> if you collide, </a:t>
            </a:r>
            <a:r>
              <a:rPr lang="en-US" sz="1400" err="1"/>
              <a:t>etc</a:t>
            </a:r>
            <a:r>
              <a:rPr lang="en-US" sz="1400"/>
              <a:t> …</a:t>
            </a:r>
          </a:p>
        </p:txBody>
      </p:sp>
      <p:sp>
        <p:nvSpPr>
          <p:cNvPr id="32" name="TextBox 31">
            <a:extLst>
              <a:ext uri="{FF2B5EF4-FFF2-40B4-BE49-F238E27FC236}">
                <a16:creationId xmlns:a16="http://schemas.microsoft.com/office/drawing/2014/main" id="{BA686D17-33E4-01F1-33FB-27376FDFED98}"/>
              </a:ext>
            </a:extLst>
          </p:cNvPr>
          <p:cNvSpPr txBox="1"/>
          <p:nvPr/>
        </p:nvSpPr>
        <p:spPr bwMode="gray">
          <a:xfrm>
            <a:off x="8151073" y="4952627"/>
            <a:ext cx="3017519" cy="640080"/>
          </a:xfrm>
          <a:prstGeom prst="rect">
            <a:avLst/>
          </a:prstGeom>
          <a:noFill/>
        </p:spPr>
        <p:txBody>
          <a:bodyPr wrap="none" lIns="0" tIns="0" rIns="0" bIns="0" rtlCol="0">
            <a:noAutofit/>
          </a:bodyPr>
          <a:lstStyle/>
          <a:p>
            <a:pPr>
              <a:spcBef>
                <a:spcPts val="600"/>
              </a:spcBef>
            </a:pPr>
            <a:r>
              <a:rPr lang="en-US" sz="1400"/>
              <a:t>Understand robot and environment</a:t>
            </a:r>
          </a:p>
          <a:p>
            <a:pPr>
              <a:spcBef>
                <a:spcPts val="600"/>
              </a:spcBef>
            </a:pPr>
            <a:r>
              <a:rPr lang="en-US" sz="1400"/>
              <a:t>Generate new scenarios and adapt</a:t>
            </a:r>
            <a:endParaRPr lang="sv-SE" sz="1400"/>
          </a:p>
        </p:txBody>
      </p:sp>
      <p:sp>
        <p:nvSpPr>
          <p:cNvPr id="3" name="Text 20">
            <a:extLst>
              <a:ext uri="{FF2B5EF4-FFF2-40B4-BE49-F238E27FC236}">
                <a16:creationId xmlns:a16="http://schemas.microsoft.com/office/drawing/2014/main" id="{97A34BFE-AD67-62E0-3C9C-00FAAF371842}"/>
              </a:ext>
            </a:extLst>
          </p:cNvPr>
          <p:cNvSpPr/>
          <p:nvPr/>
        </p:nvSpPr>
        <p:spPr>
          <a:xfrm>
            <a:off x="8308340" y="3749040"/>
            <a:ext cx="2651760" cy="640080"/>
          </a:xfrm>
          <a:prstGeom prst="rect">
            <a:avLst/>
          </a:prstGeom>
          <a:noFill/>
          <a:ln/>
        </p:spPr>
        <p:txBody>
          <a:bodyPr wrap="square" lIns="0" tIns="0" rIns="0" bIns="0" rtlCol="0" anchor="t"/>
          <a:lstStyle/>
          <a:p>
            <a:pPr algn="ctr"/>
            <a:r>
              <a:rPr lang="en-US" sz="1200" b="1">
                <a:solidFill>
                  <a:schemeClr val="accent2"/>
                </a:solidFill>
                <a:cs typeface="Arial" pitchFamily="34" charset="-120"/>
              </a:rPr>
              <a:t>Pro</a:t>
            </a:r>
            <a:r>
              <a:rPr lang="en-US" sz="1200">
                <a:solidFill>
                  <a:schemeClr val="accent2"/>
                </a:solidFill>
                <a:cs typeface="Arial" pitchFamily="34" charset="-120"/>
              </a:rPr>
              <a:t> : Can generalize better</a:t>
            </a:r>
          </a:p>
          <a:p>
            <a:pPr algn="ctr"/>
            <a:r>
              <a:rPr lang="en-US" sz="1200" b="1">
                <a:solidFill>
                  <a:schemeClr val="accent2"/>
                </a:solidFill>
                <a:cs typeface="Arial" pitchFamily="34" charset="-120"/>
              </a:rPr>
              <a:t>Con</a:t>
            </a:r>
            <a:r>
              <a:rPr lang="en-US" sz="1200">
                <a:solidFill>
                  <a:schemeClr val="accent2"/>
                </a:solidFill>
                <a:cs typeface="Arial" pitchFamily="34" charset="-120"/>
              </a:rPr>
              <a:t> : Need data and </a:t>
            </a:r>
            <a:r>
              <a:rPr lang="en-US" sz="1200" u="sng">
                <a:solidFill>
                  <a:schemeClr val="accent2"/>
                </a:solidFill>
                <a:cs typeface="Arial" pitchFamily="34" charset="-120"/>
              </a:rPr>
              <a:t>conditioning</a:t>
            </a:r>
            <a:endParaRPr lang="en-US" sz="1200" u="sng">
              <a:solidFill>
                <a:schemeClr val="accent2"/>
              </a:solidFill>
            </a:endParaRPr>
          </a:p>
        </p:txBody>
      </p:sp>
      <p:sp>
        <p:nvSpPr>
          <p:cNvPr id="29" name="Rectangle 28">
            <a:extLst>
              <a:ext uri="{FF2B5EF4-FFF2-40B4-BE49-F238E27FC236}">
                <a16:creationId xmlns:a16="http://schemas.microsoft.com/office/drawing/2014/main" id="{F57126DA-F0DA-AC0E-5EF5-447B4F8B9BA4}"/>
              </a:ext>
            </a:extLst>
          </p:cNvPr>
          <p:cNvSpPr/>
          <p:nvPr/>
        </p:nvSpPr>
        <p:spPr bwMode="gray">
          <a:xfrm rot="19989770">
            <a:off x="7880904" y="3785173"/>
            <a:ext cx="3657977" cy="486000"/>
          </a:xfrm>
          <a:prstGeom prst="rect">
            <a:avLst/>
          </a:prstGeom>
          <a:solidFill>
            <a:schemeClr val="accent3">
              <a:lumMod val="75000"/>
            </a:schemeClr>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rgbClr val="000000"/>
                </a:solidFill>
              </a:rPr>
              <a:t>Data </a:t>
            </a:r>
            <a:r>
              <a:rPr lang="en-US" sz="1200">
                <a:solidFill>
                  <a:srgbClr val="000000"/>
                </a:solidFill>
              </a:rPr>
              <a:t>(task agnostic)</a:t>
            </a:r>
            <a:endParaRPr lang="en-US" sz="2000">
              <a:solidFill>
                <a:srgbClr val="000000"/>
              </a:solidFill>
            </a:endParaRPr>
          </a:p>
        </p:txBody>
      </p:sp>
      <p:sp>
        <p:nvSpPr>
          <p:cNvPr id="20" name="Rectangle 19">
            <a:extLst>
              <a:ext uri="{FF2B5EF4-FFF2-40B4-BE49-F238E27FC236}">
                <a16:creationId xmlns:a16="http://schemas.microsoft.com/office/drawing/2014/main" id="{C937BC2B-DE5F-C21A-812F-D924D60FD120}"/>
              </a:ext>
            </a:extLst>
          </p:cNvPr>
          <p:cNvSpPr/>
          <p:nvPr/>
        </p:nvSpPr>
        <p:spPr bwMode="gray">
          <a:xfrm rot="19989770">
            <a:off x="851455" y="3771336"/>
            <a:ext cx="3657977" cy="486000"/>
          </a:xfrm>
          <a:prstGeom prst="rect">
            <a:avLst/>
          </a:prstGeom>
          <a:solidFill>
            <a:schemeClr val="accent3">
              <a:lumMod val="75000"/>
            </a:schemeClr>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tx1"/>
                </a:solidFill>
              </a:rPr>
              <a:t>Data </a:t>
            </a:r>
            <a:r>
              <a:rPr lang="en-US" sz="1200">
                <a:solidFill>
                  <a:schemeClr val="tx1"/>
                </a:solidFill>
              </a:rPr>
              <a:t>(STL-Trajectory pairs) </a:t>
            </a:r>
            <a:endParaRPr lang="en-US" sz="2000">
              <a:solidFill>
                <a:schemeClr val="tx1"/>
              </a:solidFill>
            </a:endParaRPr>
          </a:p>
        </p:txBody>
      </p:sp>
      <p:cxnSp>
        <p:nvCxnSpPr>
          <p:cNvPr id="19" name="Straight Arrow Connector 18">
            <a:extLst>
              <a:ext uri="{FF2B5EF4-FFF2-40B4-BE49-F238E27FC236}">
                <a16:creationId xmlns:a16="http://schemas.microsoft.com/office/drawing/2014/main" id="{F1AA2F6F-1A30-265D-DC50-6F02259F45DA}"/>
              </a:ext>
            </a:extLst>
          </p:cNvPr>
          <p:cNvCxnSpPr>
            <a:cxnSpLocks/>
          </p:cNvCxnSpPr>
          <p:nvPr/>
        </p:nvCxnSpPr>
        <p:spPr bwMode="gray">
          <a:xfrm>
            <a:off x="914400" y="1804518"/>
            <a:ext cx="10354614"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8952CDA1-0EED-9403-2566-E590FFF30878}"/>
              </a:ext>
            </a:extLst>
          </p:cNvPr>
          <p:cNvSpPr txBox="1"/>
          <p:nvPr/>
        </p:nvSpPr>
        <p:spPr bwMode="gray">
          <a:xfrm>
            <a:off x="5447763" y="1587635"/>
            <a:ext cx="1416676" cy="251544"/>
          </a:xfrm>
          <a:prstGeom prst="rect">
            <a:avLst/>
          </a:prstGeom>
          <a:noFill/>
        </p:spPr>
        <p:txBody>
          <a:bodyPr wrap="none" lIns="0" tIns="0" rIns="0" bIns="0" rtlCol="0">
            <a:noAutofit/>
          </a:bodyPr>
          <a:lstStyle/>
          <a:p>
            <a:pPr algn="l">
              <a:spcBef>
                <a:spcPts val="600"/>
              </a:spcBef>
            </a:pPr>
            <a:r>
              <a:rPr lang="en-US" sz="1400"/>
              <a:t>Generalizability </a:t>
            </a:r>
            <a:endParaRPr lang="sv-SE" sz="1400"/>
          </a:p>
        </p:txBody>
      </p:sp>
      <p:sp>
        <p:nvSpPr>
          <p:cNvPr id="28" name="TextBox 27">
            <a:extLst>
              <a:ext uri="{FF2B5EF4-FFF2-40B4-BE49-F238E27FC236}">
                <a16:creationId xmlns:a16="http://schemas.microsoft.com/office/drawing/2014/main" id="{D26D8053-1429-C936-F0B9-6112C133108B}"/>
              </a:ext>
            </a:extLst>
          </p:cNvPr>
          <p:cNvSpPr txBox="1"/>
          <p:nvPr/>
        </p:nvSpPr>
        <p:spPr bwMode="gray">
          <a:xfrm>
            <a:off x="9973416" y="896310"/>
            <a:ext cx="986684" cy="320308"/>
          </a:xfrm>
          <a:prstGeom prst="rect">
            <a:avLst/>
          </a:prstGeom>
          <a:noFill/>
        </p:spPr>
        <p:txBody>
          <a:bodyPr wrap="none" lIns="0" tIns="0" rIns="0" bIns="0" rtlCol="0">
            <a:noAutofit/>
          </a:bodyPr>
          <a:lstStyle/>
          <a:p>
            <a:pPr algn="l">
              <a:spcBef>
                <a:spcPts val="600"/>
              </a:spcBef>
            </a:pPr>
            <a:r>
              <a:rPr lang="en-US" b="1">
                <a:solidFill>
                  <a:schemeClr val="bg2"/>
                </a:solidFill>
              </a:rPr>
              <a:t>Safety??</a:t>
            </a:r>
            <a:endParaRPr lang="sv-SE" b="1">
              <a:solidFill>
                <a:schemeClr val="bg2"/>
              </a:solidFill>
            </a:endParaRPr>
          </a:p>
        </p:txBody>
      </p:sp>
    </p:spTree>
    <p:extLst>
      <p:ext uri="{BB962C8B-B14F-4D97-AF65-F5344CB8AC3E}">
        <p14:creationId xmlns:p14="http://schemas.microsoft.com/office/powerpoint/2010/main" val="787232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1000"/>
                                        <p:tgtEl>
                                          <p:spTgt spid="18"/>
                                        </p:tgtEl>
                                      </p:cBhvr>
                                    </p:animEffect>
                                    <p:anim calcmode="lin" valueType="num">
                                      <p:cBhvr>
                                        <p:cTn id="15" dur="1000" fill="hold"/>
                                        <p:tgtEl>
                                          <p:spTgt spid="18"/>
                                        </p:tgtEl>
                                        <p:attrNameLst>
                                          <p:attrName>ppt_x</p:attrName>
                                        </p:attrNameLst>
                                      </p:cBhvr>
                                      <p:tavLst>
                                        <p:tav tm="0">
                                          <p:val>
                                            <p:strVal val="#ppt_x"/>
                                          </p:val>
                                        </p:tav>
                                        <p:tav tm="100000">
                                          <p:val>
                                            <p:strVal val="#ppt_x"/>
                                          </p:val>
                                        </p:tav>
                                      </p:tavLst>
                                    </p:anim>
                                    <p:anim calcmode="lin" valueType="num">
                                      <p:cBhvr>
                                        <p:cTn id="1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nodeType="clickEffect">
                                  <p:stCondLst>
                                    <p:cond delay="0"/>
                                  </p:stCondLst>
                                  <p:childTnLst>
                                    <p:set>
                                      <p:cBhvr>
                                        <p:cTn id="27" dur="1" fill="hold">
                                          <p:stCondLst>
                                            <p:cond delay="0"/>
                                          </p:stCondLst>
                                        </p:cTn>
                                        <p:tgtEl>
                                          <p:spTgt spid="19"/>
                                        </p:tgtEl>
                                        <p:attrNameLst>
                                          <p:attrName>style.visibility</p:attrName>
                                        </p:attrNameLst>
                                      </p:cBhvr>
                                      <p:to>
                                        <p:strVal val="visible"/>
                                      </p:to>
                                    </p:set>
                                    <p:anim calcmode="lin" valueType="num">
                                      <p:cBhvr additive="base">
                                        <p:cTn id="28" dur="500" fill="hold"/>
                                        <p:tgtEl>
                                          <p:spTgt spid="19"/>
                                        </p:tgtEl>
                                        <p:attrNameLst>
                                          <p:attrName>ppt_x</p:attrName>
                                        </p:attrNameLst>
                                      </p:cBhvr>
                                      <p:tavLst>
                                        <p:tav tm="0">
                                          <p:val>
                                            <p:strVal val="0-#ppt_w/2"/>
                                          </p:val>
                                        </p:tav>
                                        <p:tav tm="100000">
                                          <p:val>
                                            <p:strVal val="#ppt_x"/>
                                          </p:val>
                                        </p:tav>
                                      </p:tavLst>
                                    </p:anim>
                                    <p:anim calcmode="lin" valueType="num">
                                      <p:cBhvr additive="base">
                                        <p:cTn id="29" dur="500" fill="hold"/>
                                        <p:tgtEl>
                                          <p:spTgt spid="19"/>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 calcmode="lin" valueType="num">
                                      <p:cBhvr additive="base">
                                        <p:cTn id="32" dur="500" fill="hold"/>
                                        <p:tgtEl>
                                          <p:spTgt spid="25"/>
                                        </p:tgtEl>
                                        <p:attrNameLst>
                                          <p:attrName>ppt_x</p:attrName>
                                        </p:attrNameLst>
                                      </p:cBhvr>
                                      <p:tavLst>
                                        <p:tav tm="0">
                                          <p:val>
                                            <p:strVal val="0-#ppt_w/2"/>
                                          </p:val>
                                        </p:tav>
                                        <p:tav tm="100000">
                                          <p:val>
                                            <p:strVal val="#ppt_x"/>
                                          </p:val>
                                        </p:tav>
                                      </p:tavLst>
                                    </p:anim>
                                    <p:anim calcmode="lin" valueType="num">
                                      <p:cBhvr additive="base">
                                        <p:cTn id="33"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grpId="0" nodeType="clickEffect">
                                  <p:stCondLst>
                                    <p:cond delay="0"/>
                                  </p:stCondLst>
                                  <p:childTnLst>
                                    <p:set>
                                      <p:cBhvr>
                                        <p:cTn id="37" dur="1" fill="hold">
                                          <p:stCondLst>
                                            <p:cond delay="0"/>
                                          </p:stCondLst>
                                        </p:cTn>
                                        <p:tgtEl>
                                          <p:spTgt spid="28"/>
                                        </p:tgtEl>
                                        <p:attrNameLst>
                                          <p:attrName>style.visibility</p:attrName>
                                        </p:attrNameLst>
                                      </p:cBhvr>
                                      <p:to>
                                        <p:strVal val="visible"/>
                                      </p:to>
                                    </p:set>
                                    <p:anim calcmode="lin" valueType="num">
                                      <p:cBhvr>
                                        <p:cTn id="38" dur="1000" fill="hold"/>
                                        <p:tgtEl>
                                          <p:spTgt spid="28"/>
                                        </p:tgtEl>
                                        <p:attrNameLst>
                                          <p:attrName>ppt_w</p:attrName>
                                        </p:attrNameLst>
                                      </p:cBhvr>
                                      <p:tavLst>
                                        <p:tav tm="0">
                                          <p:val>
                                            <p:fltVal val="0"/>
                                          </p:val>
                                        </p:tav>
                                        <p:tav tm="100000">
                                          <p:val>
                                            <p:strVal val="#ppt_w"/>
                                          </p:val>
                                        </p:tav>
                                      </p:tavLst>
                                    </p:anim>
                                    <p:anim calcmode="lin" valueType="num">
                                      <p:cBhvr>
                                        <p:cTn id="39" dur="1000" fill="hold"/>
                                        <p:tgtEl>
                                          <p:spTgt spid="28"/>
                                        </p:tgtEl>
                                        <p:attrNameLst>
                                          <p:attrName>ppt_h</p:attrName>
                                        </p:attrNameLst>
                                      </p:cBhvr>
                                      <p:tavLst>
                                        <p:tav tm="0">
                                          <p:val>
                                            <p:fltVal val="0"/>
                                          </p:val>
                                        </p:tav>
                                        <p:tav tm="100000">
                                          <p:val>
                                            <p:strVal val="#ppt_h"/>
                                          </p:val>
                                        </p:tav>
                                      </p:tavLst>
                                    </p:anim>
                                    <p:anim calcmode="lin" valueType="num">
                                      <p:cBhvr>
                                        <p:cTn id="40" dur="1000" fill="hold"/>
                                        <p:tgtEl>
                                          <p:spTgt spid="28"/>
                                        </p:tgtEl>
                                        <p:attrNameLst>
                                          <p:attrName>style.rotation</p:attrName>
                                        </p:attrNameLst>
                                      </p:cBhvr>
                                      <p:tavLst>
                                        <p:tav tm="0">
                                          <p:val>
                                            <p:fltVal val="90"/>
                                          </p:val>
                                        </p:tav>
                                        <p:tav tm="100000">
                                          <p:val>
                                            <p:fltVal val="0"/>
                                          </p:val>
                                        </p:tav>
                                      </p:tavLst>
                                    </p:anim>
                                    <p:animEffect transition="in" filter="fade">
                                      <p:cBhvr>
                                        <p:cTn id="41" dur="1000"/>
                                        <p:tgtEl>
                                          <p:spTgt spid="28"/>
                                        </p:tgtEl>
                                      </p:cBhvr>
                                    </p:animEffec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1000"/>
                                        <p:tgtEl>
                                          <p:spTgt spid="26"/>
                                        </p:tgtEl>
                                      </p:cBhvr>
                                    </p:animEffect>
                                    <p:anim calcmode="lin" valueType="num">
                                      <p:cBhvr>
                                        <p:cTn id="47" dur="1000" fill="hold"/>
                                        <p:tgtEl>
                                          <p:spTgt spid="26"/>
                                        </p:tgtEl>
                                        <p:attrNameLst>
                                          <p:attrName>ppt_x</p:attrName>
                                        </p:attrNameLst>
                                      </p:cBhvr>
                                      <p:tavLst>
                                        <p:tav tm="0">
                                          <p:val>
                                            <p:strVal val="#ppt_x"/>
                                          </p:val>
                                        </p:tav>
                                        <p:tav tm="100000">
                                          <p:val>
                                            <p:strVal val="#ppt_x"/>
                                          </p:val>
                                        </p:tav>
                                      </p:tavLst>
                                    </p:anim>
                                    <p:anim calcmode="lin" valueType="num">
                                      <p:cBhvr>
                                        <p:cTn id="48"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1000"/>
                                        <p:tgtEl>
                                          <p:spTgt spid="20"/>
                                        </p:tgtEl>
                                      </p:cBhvr>
                                    </p:animEffect>
                                    <p:anim calcmode="lin" valueType="num">
                                      <p:cBhvr>
                                        <p:cTn id="54" dur="1000" fill="hold"/>
                                        <p:tgtEl>
                                          <p:spTgt spid="20"/>
                                        </p:tgtEl>
                                        <p:attrNameLst>
                                          <p:attrName>ppt_x</p:attrName>
                                        </p:attrNameLst>
                                      </p:cBhvr>
                                      <p:tavLst>
                                        <p:tav tm="0">
                                          <p:val>
                                            <p:strVal val="#ppt_x"/>
                                          </p:val>
                                        </p:tav>
                                        <p:tav tm="100000">
                                          <p:val>
                                            <p:strVal val="#ppt_x"/>
                                          </p:val>
                                        </p:tav>
                                      </p:tavLst>
                                    </p:anim>
                                    <p:anim calcmode="lin" valueType="num">
                                      <p:cBhvr>
                                        <p:cTn id="55"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 presetClass="emph" presetSubtype="2" fill="hold" nodeType="clickEffect">
                                  <p:stCondLst>
                                    <p:cond delay="0"/>
                                  </p:stCondLst>
                                  <p:childTnLst>
                                    <p:animClr clrSpc="rgb" dir="cw">
                                      <p:cBhvr>
                                        <p:cTn id="59" dur="250" fill="hold"/>
                                        <p:tgtEl>
                                          <p:spTgt spid="15"/>
                                        </p:tgtEl>
                                        <p:attrNameLst>
                                          <p:attrName>fillcolor</p:attrName>
                                        </p:attrNameLst>
                                      </p:cBhvr>
                                      <p:to>
                                        <a:srgbClr val="FF000F"/>
                                      </p:to>
                                    </p:animClr>
                                    <p:set>
                                      <p:cBhvr>
                                        <p:cTn id="60" dur="250" fill="hold"/>
                                        <p:tgtEl>
                                          <p:spTgt spid="15"/>
                                        </p:tgtEl>
                                        <p:attrNameLst>
                                          <p:attrName>fill.type</p:attrName>
                                        </p:attrNameLst>
                                      </p:cBhvr>
                                      <p:to>
                                        <p:strVal val="solid"/>
                                      </p:to>
                                    </p:set>
                                    <p:set>
                                      <p:cBhvr>
                                        <p:cTn id="61" dur="250" fill="hold"/>
                                        <p:tgtEl>
                                          <p:spTgt spid="15"/>
                                        </p:tgtEl>
                                        <p:attrNameLst>
                                          <p:attrName>fill.on</p:attrName>
                                        </p:attrNameLst>
                                      </p:cBhvr>
                                      <p:to>
                                        <p:strVal val="true"/>
                                      </p:to>
                                    </p:set>
                                  </p:childTnLst>
                                </p:cTn>
                              </p:par>
                            </p:childTnLst>
                          </p:cTn>
                        </p:par>
                      </p:childTnLst>
                    </p:cTn>
                  </p:par>
                  <p:par>
                    <p:cTn id="62" fill="hold">
                      <p:stCondLst>
                        <p:cond delay="indefinite"/>
                      </p:stCondLst>
                      <p:childTnLst>
                        <p:par>
                          <p:cTn id="63" fill="hold">
                            <p:stCondLst>
                              <p:cond delay="0"/>
                            </p:stCondLst>
                            <p:childTnLst>
                              <p:par>
                                <p:cTn id="64" presetID="1" presetClass="emph" presetSubtype="2" fill="hold" nodeType="clickEffect">
                                  <p:stCondLst>
                                    <p:cond delay="0"/>
                                  </p:stCondLst>
                                  <p:childTnLst>
                                    <p:animClr clrSpc="rgb" dir="cw">
                                      <p:cBhvr>
                                        <p:cTn id="65" dur="250" fill="hold"/>
                                        <p:tgtEl>
                                          <p:spTgt spid="21"/>
                                        </p:tgtEl>
                                        <p:attrNameLst>
                                          <p:attrName>fillcolor</p:attrName>
                                        </p:attrNameLst>
                                      </p:cBhvr>
                                      <p:to>
                                        <a:srgbClr val="FF000F"/>
                                      </p:to>
                                    </p:animClr>
                                    <p:set>
                                      <p:cBhvr>
                                        <p:cTn id="66" dur="250" fill="hold"/>
                                        <p:tgtEl>
                                          <p:spTgt spid="21"/>
                                        </p:tgtEl>
                                        <p:attrNameLst>
                                          <p:attrName>fill.type</p:attrName>
                                        </p:attrNameLst>
                                      </p:cBhvr>
                                      <p:to>
                                        <p:strVal val="solid"/>
                                      </p:to>
                                    </p:set>
                                    <p:set>
                                      <p:cBhvr>
                                        <p:cTn id="67" dur="250" fill="hold"/>
                                        <p:tgtEl>
                                          <p:spTgt spid="21"/>
                                        </p:tgtEl>
                                        <p:attrNameLst>
                                          <p:attrName>fill.on</p:attrName>
                                        </p:attrNameLst>
                                      </p:cBhvr>
                                      <p:to>
                                        <p:strVal val="true"/>
                                      </p:to>
                                    </p:set>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1000"/>
                                        <p:tgtEl>
                                          <p:spTgt spid="29"/>
                                        </p:tgtEl>
                                      </p:cBhvr>
                                    </p:animEffect>
                                    <p:anim calcmode="lin" valueType="num">
                                      <p:cBhvr>
                                        <p:cTn id="73" dur="1000" fill="hold"/>
                                        <p:tgtEl>
                                          <p:spTgt spid="29"/>
                                        </p:tgtEl>
                                        <p:attrNameLst>
                                          <p:attrName>ppt_x</p:attrName>
                                        </p:attrNameLst>
                                      </p:cBhvr>
                                      <p:tavLst>
                                        <p:tav tm="0">
                                          <p:val>
                                            <p:strVal val="#ppt_x"/>
                                          </p:val>
                                        </p:tav>
                                        <p:tav tm="100000">
                                          <p:val>
                                            <p:strVal val="#ppt_x"/>
                                          </p:val>
                                        </p:tav>
                                      </p:tavLst>
                                    </p:anim>
                                    <p:anim calcmode="lin" valueType="num">
                                      <p:cBhvr>
                                        <p:cTn id="74"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8" grpId="0" animBg="1"/>
      <p:bldP spid="26" grpId="0" animBg="1"/>
      <p:bldP spid="3" grpId="0" animBg="1"/>
      <p:bldP spid="29" grpId="0" animBg="1"/>
      <p:bldP spid="20" grpId="0" animBg="1"/>
      <p:bldP spid="25" grpId="0"/>
      <p:bldP spid="2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1E290-9C55-BFDA-FE57-6AF3BAA8A502}"/>
              </a:ext>
            </a:extLst>
          </p:cNvPr>
          <p:cNvSpPr>
            <a:spLocks noGrp="1"/>
          </p:cNvSpPr>
          <p:nvPr>
            <p:ph type="title"/>
          </p:nvPr>
        </p:nvSpPr>
        <p:spPr/>
        <p:txBody>
          <a:bodyPr/>
          <a:lstStyle/>
          <a:p>
            <a:r>
              <a:rPr lang="en-US" dirty="0"/>
              <a:t>4 Types of Related works … </a:t>
            </a:r>
            <a:endParaRPr lang="sv-SE" dirty="0"/>
          </a:p>
        </p:txBody>
      </p:sp>
      <p:sp>
        <p:nvSpPr>
          <p:cNvPr id="3" name="Text Placeholder 2">
            <a:extLst>
              <a:ext uri="{FF2B5EF4-FFF2-40B4-BE49-F238E27FC236}">
                <a16:creationId xmlns:a16="http://schemas.microsoft.com/office/drawing/2014/main" id="{402C35DE-960D-4249-6606-00857B9E14F9}"/>
              </a:ext>
            </a:extLst>
          </p:cNvPr>
          <p:cNvSpPr>
            <a:spLocks noGrp="1"/>
          </p:cNvSpPr>
          <p:nvPr>
            <p:ph type="body" sz="quarter" idx="14"/>
          </p:nvPr>
        </p:nvSpPr>
        <p:spPr/>
        <p:txBody>
          <a:bodyPr/>
          <a:lstStyle/>
          <a:p>
            <a:endParaRPr lang="sv-SE"/>
          </a:p>
        </p:txBody>
      </p:sp>
      <p:sp>
        <p:nvSpPr>
          <p:cNvPr id="4" name="Content Placeholder 3">
            <a:extLst>
              <a:ext uri="{FF2B5EF4-FFF2-40B4-BE49-F238E27FC236}">
                <a16:creationId xmlns:a16="http://schemas.microsoft.com/office/drawing/2014/main" id="{A2B7083F-DF66-6DA4-DE30-DCA468793E1A}"/>
              </a:ext>
            </a:extLst>
          </p:cNvPr>
          <p:cNvSpPr>
            <a:spLocks noGrp="1"/>
          </p:cNvSpPr>
          <p:nvPr>
            <p:ph sz="quarter" idx="17"/>
          </p:nvPr>
        </p:nvSpPr>
        <p:spPr/>
        <p:txBody>
          <a:bodyPr/>
          <a:lstStyle/>
          <a:p>
            <a:endParaRPr lang="sv-SE" dirty="0"/>
          </a:p>
        </p:txBody>
      </p:sp>
      <p:sp>
        <p:nvSpPr>
          <p:cNvPr id="5" name="Content Placeholder 4">
            <a:extLst>
              <a:ext uri="{FF2B5EF4-FFF2-40B4-BE49-F238E27FC236}">
                <a16:creationId xmlns:a16="http://schemas.microsoft.com/office/drawing/2014/main" id="{7F60A1CB-EC85-D0E3-1DB4-06F46CB59535}"/>
              </a:ext>
            </a:extLst>
          </p:cNvPr>
          <p:cNvSpPr>
            <a:spLocks noGrp="1"/>
          </p:cNvSpPr>
          <p:nvPr>
            <p:ph sz="quarter" idx="18"/>
          </p:nvPr>
        </p:nvSpPr>
        <p:spPr/>
        <p:txBody>
          <a:bodyPr/>
          <a:lstStyle/>
          <a:p>
            <a:endParaRPr lang="sv-SE"/>
          </a:p>
        </p:txBody>
      </p:sp>
      <p:sp>
        <p:nvSpPr>
          <p:cNvPr id="6" name="Content Placeholder 5">
            <a:extLst>
              <a:ext uri="{FF2B5EF4-FFF2-40B4-BE49-F238E27FC236}">
                <a16:creationId xmlns:a16="http://schemas.microsoft.com/office/drawing/2014/main" id="{A521C5F3-5BBE-FB4C-1EAA-85BA3472E822}"/>
              </a:ext>
            </a:extLst>
          </p:cNvPr>
          <p:cNvSpPr>
            <a:spLocks noGrp="1"/>
          </p:cNvSpPr>
          <p:nvPr>
            <p:ph sz="quarter" idx="19"/>
          </p:nvPr>
        </p:nvSpPr>
        <p:spPr/>
        <p:txBody>
          <a:bodyPr/>
          <a:lstStyle/>
          <a:p>
            <a:endParaRPr lang="sv-SE"/>
          </a:p>
        </p:txBody>
      </p:sp>
      <p:sp>
        <p:nvSpPr>
          <p:cNvPr id="7" name="Content Placeholder 6">
            <a:extLst>
              <a:ext uri="{FF2B5EF4-FFF2-40B4-BE49-F238E27FC236}">
                <a16:creationId xmlns:a16="http://schemas.microsoft.com/office/drawing/2014/main" id="{DEE3D329-6BDC-EB20-FD14-A4C3427D749B}"/>
              </a:ext>
            </a:extLst>
          </p:cNvPr>
          <p:cNvSpPr>
            <a:spLocks noGrp="1"/>
          </p:cNvSpPr>
          <p:nvPr>
            <p:ph sz="quarter" idx="20"/>
          </p:nvPr>
        </p:nvSpPr>
        <p:spPr/>
        <p:txBody>
          <a:bodyPr/>
          <a:lstStyle/>
          <a:p>
            <a:endParaRPr lang="sv-SE"/>
          </a:p>
        </p:txBody>
      </p:sp>
      <p:sp>
        <p:nvSpPr>
          <p:cNvPr id="8" name="Text Placeholder 7">
            <a:extLst>
              <a:ext uri="{FF2B5EF4-FFF2-40B4-BE49-F238E27FC236}">
                <a16:creationId xmlns:a16="http://schemas.microsoft.com/office/drawing/2014/main" id="{9BD36E26-40A0-6433-7CEA-3213CD0B0FF2}"/>
              </a:ext>
            </a:extLst>
          </p:cNvPr>
          <p:cNvSpPr>
            <a:spLocks noGrp="1"/>
          </p:cNvSpPr>
          <p:nvPr>
            <p:ph type="body" sz="quarter" idx="16"/>
          </p:nvPr>
        </p:nvSpPr>
        <p:spPr/>
        <p:txBody>
          <a:bodyPr/>
          <a:lstStyle/>
          <a:p>
            <a:endParaRPr lang="sv-SE" dirty="0"/>
          </a:p>
        </p:txBody>
      </p:sp>
      <p:sp>
        <p:nvSpPr>
          <p:cNvPr id="9" name="Footer Placeholder 8">
            <a:extLst>
              <a:ext uri="{FF2B5EF4-FFF2-40B4-BE49-F238E27FC236}">
                <a16:creationId xmlns:a16="http://schemas.microsoft.com/office/drawing/2014/main" id="{23F8FA12-E258-1C20-AFAF-C4879A544BB3}"/>
              </a:ext>
            </a:extLst>
          </p:cNvPr>
          <p:cNvSpPr>
            <a:spLocks noGrp="1"/>
          </p:cNvSpPr>
          <p:nvPr>
            <p:ph type="ftr" sz="quarter" idx="10"/>
          </p:nvPr>
        </p:nvSpPr>
        <p:spPr/>
        <p:txBody>
          <a:bodyPr/>
          <a:lstStyle/>
          <a:p>
            <a:endParaRPr lang="en-US" noProof="0"/>
          </a:p>
        </p:txBody>
      </p:sp>
      <p:sp>
        <p:nvSpPr>
          <p:cNvPr id="10" name="Date Placeholder 9">
            <a:extLst>
              <a:ext uri="{FF2B5EF4-FFF2-40B4-BE49-F238E27FC236}">
                <a16:creationId xmlns:a16="http://schemas.microsoft.com/office/drawing/2014/main" id="{BDD24529-C5BB-F647-C663-9AEEE03C4873}"/>
              </a:ext>
            </a:extLst>
          </p:cNvPr>
          <p:cNvSpPr>
            <a:spLocks noGrp="1"/>
          </p:cNvSpPr>
          <p:nvPr>
            <p:ph type="dt" sz="half" idx="11"/>
          </p:nvPr>
        </p:nvSpPr>
        <p:spPr/>
        <p:txBody>
          <a:bodyPr/>
          <a:lstStyle/>
          <a:p>
            <a:fld id="{B4B70CD1-C41C-414B-A51B-8D51D9EDBDBC}" type="datetime4">
              <a:rPr lang="en-US" noProof="0" smtClean="0"/>
              <a:t>October 20, 2026</a:t>
            </a:fld>
            <a:endParaRPr lang="en-US" noProof="0"/>
          </a:p>
        </p:txBody>
      </p:sp>
      <p:sp>
        <p:nvSpPr>
          <p:cNvPr id="11" name="Slide Number Placeholder 10">
            <a:extLst>
              <a:ext uri="{FF2B5EF4-FFF2-40B4-BE49-F238E27FC236}">
                <a16:creationId xmlns:a16="http://schemas.microsoft.com/office/drawing/2014/main" id="{7E6EE46A-D277-25E4-D9C5-9D6B57B81262}"/>
              </a:ext>
            </a:extLst>
          </p:cNvPr>
          <p:cNvSpPr>
            <a:spLocks noGrp="1"/>
          </p:cNvSpPr>
          <p:nvPr>
            <p:ph type="sldNum" sz="quarter" idx="12"/>
          </p:nvPr>
        </p:nvSpPr>
        <p:spPr/>
        <p:txBody>
          <a:bodyPr/>
          <a:lstStyle/>
          <a:p>
            <a:r>
              <a:rPr lang="en-US" noProof="0"/>
              <a:t>Slide </a:t>
            </a:r>
            <a:fld id="{619F89D8-7AE3-494A-97F3-03D680869632}" type="slidenum">
              <a:rPr lang="en-US" noProof="0" smtClean="0"/>
              <a:pPr/>
              <a:t>18</a:t>
            </a:fld>
            <a:endParaRPr lang="en-US" noProof="0"/>
          </a:p>
        </p:txBody>
      </p:sp>
    </p:spTree>
    <p:extLst>
      <p:ext uri="{BB962C8B-B14F-4D97-AF65-F5344CB8AC3E}">
        <p14:creationId xmlns:p14="http://schemas.microsoft.com/office/powerpoint/2010/main" val="170769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48CB8-1752-F025-54FC-E05118705307}"/>
              </a:ext>
            </a:extLst>
          </p:cNvPr>
          <p:cNvSpPr>
            <a:spLocks noGrp="1"/>
          </p:cNvSpPr>
          <p:nvPr>
            <p:ph type="title"/>
          </p:nvPr>
        </p:nvSpPr>
        <p:spPr/>
        <p:txBody>
          <a:bodyPr/>
          <a:lstStyle/>
          <a:p>
            <a:r>
              <a:rPr lang="en-US" dirty="0"/>
              <a:t>Method</a:t>
            </a:r>
            <a:endParaRPr lang="sv-SE" dirty="0"/>
          </a:p>
        </p:txBody>
      </p:sp>
      <p:sp>
        <p:nvSpPr>
          <p:cNvPr id="3" name="Date Placeholder 2">
            <a:extLst>
              <a:ext uri="{FF2B5EF4-FFF2-40B4-BE49-F238E27FC236}">
                <a16:creationId xmlns:a16="http://schemas.microsoft.com/office/drawing/2014/main" id="{7F349499-C538-A396-EE99-E82A61788CFA}"/>
              </a:ext>
            </a:extLst>
          </p:cNvPr>
          <p:cNvSpPr>
            <a:spLocks noGrp="1"/>
          </p:cNvSpPr>
          <p:nvPr>
            <p:ph type="dt" sz="half" idx="10"/>
          </p:nvPr>
        </p:nvSpPr>
        <p:spPr/>
        <p:txBody>
          <a:bodyPr/>
          <a:lstStyle/>
          <a:p>
            <a:fld id="{7F60F6C1-C8EB-4219-8E37-B9B0DE88DCE0}" type="datetime4">
              <a:rPr lang="en-US" noProof="0" smtClean="0"/>
              <a:t>October 20, 2026</a:t>
            </a:fld>
            <a:endParaRPr lang="en-US" noProof="0"/>
          </a:p>
        </p:txBody>
      </p:sp>
      <p:sp>
        <p:nvSpPr>
          <p:cNvPr id="4" name="Slide Number Placeholder 3">
            <a:extLst>
              <a:ext uri="{FF2B5EF4-FFF2-40B4-BE49-F238E27FC236}">
                <a16:creationId xmlns:a16="http://schemas.microsoft.com/office/drawing/2014/main" id="{7FB3FE32-5355-B8BB-A579-252CFDF9C468}"/>
              </a:ext>
            </a:extLst>
          </p:cNvPr>
          <p:cNvSpPr>
            <a:spLocks noGrp="1"/>
          </p:cNvSpPr>
          <p:nvPr>
            <p:ph type="sldNum" sz="quarter" idx="12"/>
          </p:nvPr>
        </p:nvSpPr>
        <p:spPr/>
        <p:txBody>
          <a:bodyPr/>
          <a:lstStyle/>
          <a:p>
            <a:r>
              <a:rPr lang="en-US" noProof="0"/>
              <a:t>Slide </a:t>
            </a:r>
            <a:fld id="{619F89D8-7AE3-494A-97F3-03D680869632}" type="slidenum">
              <a:rPr lang="en-US" noProof="0" smtClean="0"/>
              <a:pPr/>
              <a:t>19</a:t>
            </a:fld>
            <a:endParaRPr lang="en-US" noProof="0"/>
          </a:p>
        </p:txBody>
      </p:sp>
      <p:sp>
        <p:nvSpPr>
          <p:cNvPr id="5" name="Footer Placeholder 4">
            <a:extLst>
              <a:ext uri="{FF2B5EF4-FFF2-40B4-BE49-F238E27FC236}">
                <a16:creationId xmlns:a16="http://schemas.microsoft.com/office/drawing/2014/main" id="{481C3A0D-EF6A-7FBE-354F-F2A433553ED8}"/>
              </a:ext>
            </a:extLst>
          </p:cNvPr>
          <p:cNvSpPr>
            <a:spLocks noGrp="1"/>
          </p:cNvSpPr>
          <p:nvPr>
            <p:ph type="ftr" sz="quarter" idx="24"/>
          </p:nvPr>
        </p:nvSpPr>
        <p:spPr/>
        <p:txBody>
          <a:bodyPr/>
          <a:lstStyle/>
          <a:p>
            <a:endParaRPr lang="en-US" noProof="0"/>
          </a:p>
        </p:txBody>
      </p:sp>
      <p:sp>
        <p:nvSpPr>
          <p:cNvPr id="6" name="Text Placeholder 5">
            <a:extLst>
              <a:ext uri="{FF2B5EF4-FFF2-40B4-BE49-F238E27FC236}">
                <a16:creationId xmlns:a16="http://schemas.microsoft.com/office/drawing/2014/main" id="{E61B4071-422C-9AF7-CC59-EEF64458DAAC}"/>
              </a:ext>
            </a:extLst>
          </p:cNvPr>
          <p:cNvSpPr>
            <a:spLocks noGrp="1"/>
          </p:cNvSpPr>
          <p:nvPr>
            <p:ph type="body" sz="quarter" idx="25"/>
          </p:nvPr>
        </p:nvSpPr>
        <p:spPr/>
        <p:txBody>
          <a:bodyPr/>
          <a:lstStyle/>
          <a:p>
            <a:endParaRPr lang="sv-SE"/>
          </a:p>
        </p:txBody>
      </p:sp>
      <p:sp>
        <p:nvSpPr>
          <p:cNvPr id="7" name="Text Placeholder 6">
            <a:extLst>
              <a:ext uri="{FF2B5EF4-FFF2-40B4-BE49-F238E27FC236}">
                <a16:creationId xmlns:a16="http://schemas.microsoft.com/office/drawing/2014/main" id="{FD884980-2C81-496F-4A9F-9704A3611901}"/>
              </a:ext>
            </a:extLst>
          </p:cNvPr>
          <p:cNvSpPr>
            <a:spLocks noGrp="1"/>
          </p:cNvSpPr>
          <p:nvPr>
            <p:ph type="body" sz="quarter" idx="26"/>
          </p:nvPr>
        </p:nvSpPr>
        <p:spPr/>
        <p:txBody>
          <a:bodyPr/>
          <a:lstStyle/>
          <a:p>
            <a:endParaRPr lang="sv-SE"/>
          </a:p>
        </p:txBody>
      </p:sp>
    </p:spTree>
    <p:extLst>
      <p:ext uri="{BB962C8B-B14F-4D97-AF65-F5344CB8AC3E}">
        <p14:creationId xmlns:p14="http://schemas.microsoft.com/office/powerpoint/2010/main" val="2141029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FC759-FEF5-84AE-1C46-0EC4ED954018}"/>
              </a:ext>
            </a:extLst>
          </p:cNvPr>
          <p:cNvSpPr>
            <a:spLocks noGrp="1"/>
          </p:cNvSpPr>
          <p:nvPr>
            <p:ph type="title"/>
          </p:nvPr>
        </p:nvSpPr>
        <p:spPr/>
        <p:txBody>
          <a:bodyPr/>
          <a:lstStyle/>
          <a:p>
            <a:r>
              <a:rPr lang="en-US">
                <a:solidFill>
                  <a:srgbClr val="000000"/>
                </a:solidFill>
                <a:latin typeface="Arial" pitchFamily="34" charset="0"/>
                <a:ea typeface="Arial" pitchFamily="34" charset="-122"/>
                <a:cs typeface="Arial" pitchFamily="34" charset="-120"/>
              </a:rPr>
              <a:t>Guiding “generation" with STL</a:t>
            </a:r>
            <a:endParaRPr lang="sv-SE"/>
          </a:p>
        </p:txBody>
      </p:sp>
      <p:sp>
        <p:nvSpPr>
          <p:cNvPr id="4" name="Text Placeholder 3">
            <a:extLst>
              <a:ext uri="{FF2B5EF4-FFF2-40B4-BE49-F238E27FC236}">
                <a16:creationId xmlns:a16="http://schemas.microsoft.com/office/drawing/2014/main" id="{9B3D887B-7B5E-29C8-E792-C1A6F28E6973}"/>
              </a:ext>
            </a:extLst>
          </p:cNvPr>
          <p:cNvSpPr>
            <a:spLocks noGrp="1"/>
          </p:cNvSpPr>
          <p:nvPr>
            <p:ph type="body" sz="quarter" idx="14"/>
          </p:nvPr>
        </p:nvSpPr>
        <p:spPr/>
        <p:txBody>
          <a:bodyPr/>
          <a:lstStyle/>
          <a:p>
            <a:r>
              <a:rPr lang="en-US"/>
              <a:t>Flow matching</a:t>
            </a:r>
            <a:endParaRPr lang="sv-SE"/>
          </a:p>
        </p:txBody>
      </p:sp>
      <p:sp>
        <p:nvSpPr>
          <p:cNvPr id="5" name="Footer Placeholder 4">
            <a:extLst>
              <a:ext uri="{FF2B5EF4-FFF2-40B4-BE49-F238E27FC236}">
                <a16:creationId xmlns:a16="http://schemas.microsoft.com/office/drawing/2014/main" id="{08FD9BE5-4A12-4CB2-88FB-93A28A5DB797}"/>
              </a:ext>
            </a:extLst>
          </p:cNvPr>
          <p:cNvSpPr>
            <a:spLocks noGrp="1"/>
          </p:cNvSpPr>
          <p:nvPr>
            <p:ph type="ftr" sz="quarter" idx="10"/>
          </p:nvPr>
        </p:nvSpPr>
        <p:spPr/>
        <p:txBody>
          <a:bodyPr/>
          <a:lstStyle/>
          <a:p>
            <a:endParaRPr lang="en-US"/>
          </a:p>
        </p:txBody>
      </p:sp>
      <p:sp>
        <p:nvSpPr>
          <p:cNvPr id="6" name="Date Placeholder 5">
            <a:extLst>
              <a:ext uri="{FF2B5EF4-FFF2-40B4-BE49-F238E27FC236}">
                <a16:creationId xmlns:a16="http://schemas.microsoft.com/office/drawing/2014/main" id="{6F0EB3DB-FD5B-6C47-110A-D460455A7EDC}"/>
              </a:ext>
            </a:extLst>
          </p:cNvPr>
          <p:cNvSpPr>
            <a:spLocks noGrp="1"/>
          </p:cNvSpPr>
          <p:nvPr>
            <p:ph type="dt" sz="half" idx="11"/>
          </p:nvPr>
        </p:nvSpPr>
        <p:spPr/>
        <p:txBody>
          <a:bodyPr/>
          <a:lstStyle/>
          <a:p>
            <a:fld id="{B2EE78E3-0FB5-4EDC-9795-648A78EAEBD6}" type="datetime4">
              <a:rPr lang="en-US" smtClean="0"/>
              <a:t>October 20, 2026</a:t>
            </a:fld>
            <a:endParaRPr lang="en-US"/>
          </a:p>
        </p:txBody>
      </p:sp>
      <p:sp>
        <p:nvSpPr>
          <p:cNvPr id="7" name="Slide Number Placeholder 6">
            <a:extLst>
              <a:ext uri="{FF2B5EF4-FFF2-40B4-BE49-F238E27FC236}">
                <a16:creationId xmlns:a16="http://schemas.microsoft.com/office/drawing/2014/main" id="{0B38B139-5FB7-1BD9-2AD6-82F6E7778AEE}"/>
              </a:ext>
            </a:extLst>
          </p:cNvPr>
          <p:cNvSpPr>
            <a:spLocks noGrp="1"/>
          </p:cNvSpPr>
          <p:nvPr>
            <p:ph type="sldNum" sz="quarter" idx="12"/>
          </p:nvPr>
        </p:nvSpPr>
        <p:spPr/>
        <p:txBody>
          <a:bodyPr/>
          <a:lstStyle/>
          <a:p>
            <a:r>
              <a:rPr lang="en-US"/>
              <a:t>Slide </a:t>
            </a:r>
            <a:fld id="{619F89D8-7AE3-494A-97F3-03D680869632}" type="slidenum">
              <a:rPr lang="en-US" smtClean="0"/>
              <a:pPr/>
              <a:t>20</a:t>
            </a:fld>
            <a:endParaRPr lang="en-US"/>
          </a:p>
        </p:txBody>
      </p:sp>
      <p:sp>
        <p:nvSpPr>
          <p:cNvPr id="8" name="Shape 4">
            <a:extLst>
              <a:ext uri="{FF2B5EF4-FFF2-40B4-BE49-F238E27FC236}">
                <a16:creationId xmlns:a16="http://schemas.microsoft.com/office/drawing/2014/main" id="{3C29F690-8014-DA39-C9F0-CDAF2AACD5AE}"/>
              </a:ext>
            </a:extLst>
          </p:cNvPr>
          <p:cNvSpPr/>
          <p:nvPr/>
        </p:nvSpPr>
        <p:spPr>
          <a:xfrm>
            <a:off x="640080" y="2103120"/>
            <a:ext cx="1502643" cy="2194557"/>
          </a:xfrm>
          <a:prstGeom prst="rect">
            <a:avLst/>
          </a:prstGeom>
          <a:solidFill>
            <a:srgbClr val="F2F2F2"/>
          </a:solidFill>
          <a:ln/>
        </p:spPr>
        <p:txBody>
          <a:bodyPr/>
          <a:lstStyle/>
          <a:p>
            <a:endParaRPr lang="sv-SE"/>
          </a:p>
        </p:txBody>
      </p:sp>
      <p:sp>
        <p:nvSpPr>
          <p:cNvPr id="9" name="Shape 5">
            <a:extLst>
              <a:ext uri="{FF2B5EF4-FFF2-40B4-BE49-F238E27FC236}">
                <a16:creationId xmlns:a16="http://schemas.microsoft.com/office/drawing/2014/main" id="{8AFB3A0C-EA4C-AB78-5568-D953F3E66141}"/>
              </a:ext>
            </a:extLst>
          </p:cNvPr>
          <p:cNvSpPr/>
          <p:nvPr/>
        </p:nvSpPr>
        <p:spPr>
          <a:xfrm>
            <a:off x="640080" y="2103120"/>
            <a:ext cx="1514475" cy="411480"/>
          </a:xfrm>
          <a:prstGeom prst="rect">
            <a:avLst/>
          </a:prstGeom>
          <a:solidFill>
            <a:srgbClr val="333333"/>
          </a:solidFill>
          <a:ln/>
        </p:spPr>
        <p:txBody>
          <a:bodyPr/>
          <a:lstStyle/>
          <a:p>
            <a:endParaRPr lang="sv-SE"/>
          </a:p>
        </p:txBody>
      </p:sp>
      <p:sp>
        <p:nvSpPr>
          <p:cNvPr id="10" name="Text 6">
            <a:extLst>
              <a:ext uri="{FF2B5EF4-FFF2-40B4-BE49-F238E27FC236}">
                <a16:creationId xmlns:a16="http://schemas.microsoft.com/office/drawing/2014/main" id="{AC714EBC-86DE-A308-8E53-A49590E1D7BF}"/>
              </a:ext>
            </a:extLst>
          </p:cNvPr>
          <p:cNvSpPr/>
          <p:nvPr/>
        </p:nvSpPr>
        <p:spPr>
          <a:xfrm>
            <a:off x="648697" y="2103120"/>
            <a:ext cx="1502643" cy="411480"/>
          </a:xfrm>
          <a:prstGeom prst="rect">
            <a:avLst/>
          </a:prstGeom>
          <a:noFill/>
          <a:ln/>
        </p:spPr>
        <p:txBody>
          <a:bodyPr wrap="square" lIns="0" tIns="0" rIns="0" bIns="0" rtlCol="0" anchor="ctr"/>
          <a:lstStyle/>
          <a:p>
            <a:pPr marL="0" indent="0" algn="ctr">
              <a:buNone/>
            </a:pPr>
            <a:r>
              <a:rPr lang="en-US" sz="1400" b="1">
                <a:solidFill>
                  <a:srgbClr val="FFFFFF"/>
                </a:solidFill>
                <a:latin typeface="Arial" pitchFamily="34" charset="0"/>
                <a:ea typeface="Arial" pitchFamily="34" charset="-122"/>
                <a:cs typeface="Arial" pitchFamily="34" charset="-120"/>
              </a:rPr>
              <a:t>Diffusion Model</a:t>
            </a:r>
            <a:endParaRPr lang="en-US" sz="1400"/>
          </a:p>
        </p:txBody>
      </p:sp>
      <p:sp>
        <p:nvSpPr>
          <p:cNvPr id="11" name="Text 7">
            <a:extLst>
              <a:ext uri="{FF2B5EF4-FFF2-40B4-BE49-F238E27FC236}">
                <a16:creationId xmlns:a16="http://schemas.microsoft.com/office/drawing/2014/main" id="{96BFC813-6CFC-4AD7-2993-B6C00A6DF2AC}"/>
              </a:ext>
            </a:extLst>
          </p:cNvPr>
          <p:cNvSpPr/>
          <p:nvPr/>
        </p:nvSpPr>
        <p:spPr>
          <a:xfrm>
            <a:off x="741796" y="2720338"/>
            <a:ext cx="1325166" cy="1371600"/>
          </a:xfrm>
          <a:prstGeom prst="rect">
            <a:avLst/>
          </a:prstGeom>
          <a:noFill/>
          <a:ln/>
        </p:spPr>
        <p:txBody>
          <a:bodyPr wrap="square" lIns="0" tIns="0" rIns="0" bIns="0" rtlCol="0" anchor="ctr"/>
          <a:lstStyle/>
          <a:p>
            <a:pPr marL="0" indent="0" algn="ctr">
              <a:buNone/>
            </a:pPr>
            <a:r>
              <a:rPr lang="en-US" sz="1200">
                <a:solidFill>
                  <a:srgbClr val="333333"/>
                </a:solidFill>
                <a:latin typeface="Arial" pitchFamily="34" charset="0"/>
                <a:ea typeface="Arial" pitchFamily="34" charset="-122"/>
                <a:cs typeface="Arial" pitchFamily="34" charset="-120"/>
              </a:rPr>
              <a:t>Generates candidate</a:t>
            </a:r>
            <a:endParaRPr lang="en-US" sz="1200"/>
          </a:p>
          <a:p>
            <a:pPr marL="0" indent="0" algn="ctr">
              <a:buNone/>
            </a:pPr>
            <a:r>
              <a:rPr lang="en-US" sz="1200">
                <a:solidFill>
                  <a:srgbClr val="333333"/>
                </a:solidFill>
                <a:latin typeface="Arial" pitchFamily="34" charset="0"/>
                <a:ea typeface="Arial" pitchFamily="34" charset="-122"/>
                <a:cs typeface="Arial" pitchFamily="34" charset="-120"/>
              </a:rPr>
              <a:t>trajectories</a:t>
            </a:r>
            <a:endParaRPr lang="en-US" sz="1200"/>
          </a:p>
          <a:p>
            <a:pPr marL="0" indent="0" algn="ctr">
              <a:buNone/>
            </a:pPr>
            <a:r>
              <a:rPr lang="en-US" sz="1200">
                <a:solidFill>
                  <a:srgbClr val="333333"/>
                </a:solidFill>
                <a:latin typeface="Arial" pitchFamily="34" charset="0"/>
                <a:ea typeface="Arial" pitchFamily="34" charset="-122"/>
                <a:cs typeface="Arial" pitchFamily="34" charset="-120"/>
              </a:rPr>
              <a:t>(motion prior)</a:t>
            </a:r>
            <a:endParaRPr lang="en-US" sz="1200"/>
          </a:p>
        </p:txBody>
      </p:sp>
      <p:sp>
        <p:nvSpPr>
          <p:cNvPr id="12" name="Shape 8">
            <a:extLst>
              <a:ext uri="{FF2B5EF4-FFF2-40B4-BE49-F238E27FC236}">
                <a16:creationId xmlns:a16="http://schemas.microsoft.com/office/drawing/2014/main" id="{A3DDF898-DED3-F39B-1772-F92514F6FA39}"/>
              </a:ext>
            </a:extLst>
          </p:cNvPr>
          <p:cNvSpPr/>
          <p:nvPr/>
        </p:nvSpPr>
        <p:spPr>
          <a:xfrm>
            <a:off x="2310765" y="3172049"/>
            <a:ext cx="283964" cy="0"/>
          </a:xfrm>
          <a:prstGeom prst="line">
            <a:avLst/>
          </a:prstGeom>
          <a:noFill/>
          <a:ln w="25400">
            <a:solidFill>
              <a:srgbClr val="FF000F"/>
            </a:solidFill>
            <a:prstDash val="solid"/>
            <a:tailEnd type="triangle"/>
          </a:ln>
        </p:spPr>
        <p:txBody>
          <a:bodyPr/>
          <a:lstStyle/>
          <a:p>
            <a:endParaRPr lang="sv-SE"/>
          </a:p>
        </p:txBody>
      </p:sp>
      <p:sp>
        <p:nvSpPr>
          <p:cNvPr id="13" name="Shape 9">
            <a:extLst>
              <a:ext uri="{FF2B5EF4-FFF2-40B4-BE49-F238E27FC236}">
                <a16:creationId xmlns:a16="http://schemas.microsoft.com/office/drawing/2014/main" id="{942C0425-CCBF-D5EA-32D7-6DAB43DB92FE}"/>
              </a:ext>
            </a:extLst>
          </p:cNvPr>
          <p:cNvSpPr/>
          <p:nvPr/>
        </p:nvSpPr>
        <p:spPr>
          <a:xfrm>
            <a:off x="2905125" y="2074769"/>
            <a:ext cx="1514475" cy="2194560"/>
          </a:xfrm>
          <a:prstGeom prst="rect">
            <a:avLst/>
          </a:prstGeom>
          <a:solidFill>
            <a:srgbClr val="F2F2F2"/>
          </a:solidFill>
          <a:ln/>
        </p:spPr>
        <p:txBody>
          <a:bodyPr/>
          <a:lstStyle/>
          <a:p>
            <a:endParaRPr lang="sv-SE"/>
          </a:p>
        </p:txBody>
      </p:sp>
      <p:sp>
        <p:nvSpPr>
          <p:cNvPr id="14" name="Shape 10">
            <a:extLst>
              <a:ext uri="{FF2B5EF4-FFF2-40B4-BE49-F238E27FC236}">
                <a16:creationId xmlns:a16="http://schemas.microsoft.com/office/drawing/2014/main" id="{A5B78B31-0DB6-54CD-AF1D-DCF3FE706810}"/>
              </a:ext>
            </a:extLst>
          </p:cNvPr>
          <p:cNvSpPr/>
          <p:nvPr/>
        </p:nvSpPr>
        <p:spPr>
          <a:xfrm>
            <a:off x="2905125" y="2074769"/>
            <a:ext cx="1514475" cy="411480"/>
          </a:xfrm>
          <a:prstGeom prst="rect">
            <a:avLst/>
          </a:prstGeom>
          <a:solidFill>
            <a:srgbClr val="FF000F"/>
          </a:solidFill>
          <a:ln/>
        </p:spPr>
        <p:txBody>
          <a:bodyPr/>
          <a:lstStyle/>
          <a:p>
            <a:endParaRPr lang="sv-SE"/>
          </a:p>
        </p:txBody>
      </p:sp>
      <p:sp>
        <p:nvSpPr>
          <p:cNvPr id="15" name="Text 11">
            <a:extLst>
              <a:ext uri="{FF2B5EF4-FFF2-40B4-BE49-F238E27FC236}">
                <a16:creationId xmlns:a16="http://schemas.microsoft.com/office/drawing/2014/main" id="{CD231FFC-4595-CE61-E8D0-D6D78AAD6E8E}"/>
              </a:ext>
            </a:extLst>
          </p:cNvPr>
          <p:cNvSpPr/>
          <p:nvPr/>
        </p:nvSpPr>
        <p:spPr>
          <a:xfrm>
            <a:off x="2905125" y="2074769"/>
            <a:ext cx="1511260" cy="411480"/>
          </a:xfrm>
          <a:prstGeom prst="rect">
            <a:avLst/>
          </a:prstGeom>
          <a:noFill/>
          <a:ln/>
        </p:spPr>
        <p:txBody>
          <a:bodyPr wrap="square" lIns="0" tIns="0" rIns="0" bIns="0" rtlCol="0" anchor="ctr"/>
          <a:lstStyle/>
          <a:p>
            <a:pPr marL="0" indent="0" algn="ctr">
              <a:buNone/>
            </a:pPr>
            <a:r>
              <a:rPr lang="en-US" sz="1400" b="1">
                <a:solidFill>
                  <a:srgbClr val="FFFFFF"/>
                </a:solidFill>
                <a:latin typeface="Arial" pitchFamily="34" charset="0"/>
                <a:ea typeface="Arial" pitchFamily="34" charset="-122"/>
                <a:cs typeface="Arial" pitchFamily="34" charset="-120"/>
              </a:rPr>
              <a:t>STL Guidance</a:t>
            </a:r>
            <a:endParaRPr lang="en-US" sz="1400"/>
          </a:p>
        </p:txBody>
      </p:sp>
      <p:sp>
        <p:nvSpPr>
          <p:cNvPr id="16" name="Text 12">
            <a:extLst>
              <a:ext uri="{FF2B5EF4-FFF2-40B4-BE49-F238E27FC236}">
                <a16:creationId xmlns:a16="http://schemas.microsoft.com/office/drawing/2014/main" id="{87A09DE2-1D76-B64D-546C-38D57DA240C6}"/>
              </a:ext>
            </a:extLst>
          </p:cNvPr>
          <p:cNvSpPr/>
          <p:nvPr/>
        </p:nvSpPr>
        <p:spPr>
          <a:xfrm>
            <a:off x="2999779" y="2715073"/>
            <a:ext cx="1325166" cy="1371600"/>
          </a:xfrm>
          <a:prstGeom prst="rect">
            <a:avLst/>
          </a:prstGeom>
          <a:noFill/>
          <a:ln/>
        </p:spPr>
        <p:txBody>
          <a:bodyPr wrap="square" lIns="0" tIns="0" rIns="0" bIns="0" rtlCol="0" anchor="ctr"/>
          <a:lstStyle/>
          <a:p>
            <a:pPr marL="0" indent="0" algn="ctr">
              <a:buNone/>
            </a:pPr>
            <a:r>
              <a:rPr lang="en-US" sz="1200">
                <a:solidFill>
                  <a:srgbClr val="333333"/>
                </a:solidFill>
                <a:latin typeface="Arial" pitchFamily="34" charset="0"/>
                <a:ea typeface="Arial" pitchFamily="34" charset="-122"/>
                <a:cs typeface="Arial" pitchFamily="34" charset="-120"/>
              </a:rPr>
              <a:t>Robustness(ρ) modelled as CBFs steers</a:t>
            </a:r>
            <a:endParaRPr lang="en-US" sz="1200"/>
          </a:p>
          <a:p>
            <a:pPr marL="0" indent="0" algn="ctr">
              <a:buNone/>
            </a:pPr>
            <a:r>
              <a:rPr lang="en-US" sz="1200">
                <a:solidFill>
                  <a:srgbClr val="333333"/>
                </a:solidFill>
                <a:latin typeface="Arial" pitchFamily="34" charset="0"/>
                <a:ea typeface="Arial" pitchFamily="34" charset="-122"/>
                <a:cs typeface="Arial" pitchFamily="34" charset="-120"/>
              </a:rPr>
              <a:t>denoising toward</a:t>
            </a:r>
            <a:endParaRPr lang="en-US" sz="1200"/>
          </a:p>
          <a:p>
            <a:pPr marL="0" indent="0" algn="ctr">
              <a:buNone/>
            </a:pPr>
            <a:r>
              <a:rPr lang="en-US" sz="1200">
                <a:solidFill>
                  <a:srgbClr val="333333"/>
                </a:solidFill>
                <a:latin typeface="Arial" pitchFamily="34" charset="0"/>
                <a:ea typeface="Arial" pitchFamily="34" charset="-122"/>
                <a:cs typeface="Arial" pitchFamily="34" charset="-120"/>
              </a:rPr>
              <a:t>task satisfaction </a:t>
            </a:r>
            <a:endParaRPr lang="en-US" sz="1200"/>
          </a:p>
        </p:txBody>
      </p:sp>
      <p:sp>
        <p:nvSpPr>
          <p:cNvPr id="17" name="Shape 13">
            <a:extLst>
              <a:ext uri="{FF2B5EF4-FFF2-40B4-BE49-F238E27FC236}">
                <a16:creationId xmlns:a16="http://schemas.microsoft.com/office/drawing/2014/main" id="{86B3BDE9-E6EC-554B-6240-E11B90603E25}"/>
              </a:ext>
            </a:extLst>
          </p:cNvPr>
          <p:cNvSpPr/>
          <p:nvPr/>
        </p:nvSpPr>
        <p:spPr>
          <a:xfrm>
            <a:off x="4744402" y="3219899"/>
            <a:ext cx="283964" cy="0"/>
          </a:xfrm>
          <a:prstGeom prst="line">
            <a:avLst/>
          </a:prstGeom>
          <a:noFill/>
          <a:ln w="25400">
            <a:solidFill>
              <a:srgbClr val="FF000F"/>
            </a:solidFill>
            <a:prstDash val="solid"/>
            <a:tailEnd type="triangle"/>
          </a:ln>
        </p:spPr>
        <p:txBody>
          <a:bodyPr/>
          <a:lstStyle/>
          <a:p>
            <a:endParaRPr lang="sv-SE"/>
          </a:p>
        </p:txBody>
      </p:sp>
      <p:sp>
        <p:nvSpPr>
          <p:cNvPr id="18" name="Shape 14">
            <a:extLst>
              <a:ext uri="{FF2B5EF4-FFF2-40B4-BE49-F238E27FC236}">
                <a16:creationId xmlns:a16="http://schemas.microsoft.com/office/drawing/2014/main" id="{25ABADE1-BA22-332F-CD30-0C227A6ED074}"/>
              </a:ext>
            </a:extLst>
          </p:cNvPr>
          <p:cNvSpPr/>
          <p:nvPr/>
        </p:nvSpPr>
        <p:spPr>
          <a:xfrm>
            <a:off x="5338762" y="2122619"/>
            <a:ext cx="1514475" cy="2194560"/>
          </a:xfrm>
          <a:prstGeom prst="rect">
            <a:avLst/>
          </a:prstGeom>
          <a:solidFill>
            <a:srgbClr val="F0FFF0"/>
          </a:solidFill>
          <a:ln/>
        </p:spPr>
        <p:txBody>
          <a:bodyPr/>
          <a:lstStyle/>
          <a:p>
            <a:endParaRPr lang="sv-SE"/>
          </a:p>
        </p:txBody>
      </p:sp>
      <p:sp>
        <p:nvSpPr>
          <p:cNvPr id="19" name="Shape 15">
            <a:extLst>
              <a:ext uri="{FF2B5EF4-FFF2-40B4-BE49-F238E27FC236}">
                <a16:creationId xmlns:a16="http://schemas.microsoft.com/office/drawing/2014/main" id="{EEC7F1DA-1C72-CA28-F5A0-5B3ED2FBD824}"/>
              </a:ext>
            </a:extLst>
          </p:cNvPr>
          <p:cNvSpPr/>
          <p:nvPr/>
        </p:nvSpPr>
        <p:spPr>
          <a:xfrm>
            <a:off x="5338762" y="2122619"/>
            <a:ext cx="1514475" cy="411480"/>
          </a:xfrm>
          <a:prstGeom prst="rect">
            <a:avLst/>
          </a:prstGeom>
          <a:solidFill>
            <a:srgbClr val="2ECC71"/>
          </a:solidFill>
          <a:ln/>
        </p:spPr>
        <p:txBody>
          <a:bodyPr/>
          <a:lstStyle/>
          <a:p>
            <a:endParaRPr lang="sv-SE"/>
          </a:p>
        </p:txBody>
      </p:sp>
      <p:sp>
        <p:nvSpPr>
          <p:cNvPr id="20" name="Text 16">
            <a:extLst>
              <a:ext uri="{FF2B5EF4-FFF2-40B4-BE49-F238E27FC236}">
                <a16:creationId xmlns:a16="http://schemas.microsoft.com/office/drawing/2014/main" id="{1AC42B84-7229-15CA-C57C-5F8090BC6B8F}"/>
              </a:ext>
            </a:extLst>
          </p:cNvPr>
          <p:cNvSpPr/>
          <p:nvPr/>
        </p:nvSpPr>
        <p:spPr>
          <a:xfrm>
            <a:off x="5347379" y="2122619"/>
            <a:ext cx="1502643" cy="411480"/>
          </a:xfrm>
          <a:prstGeom prst="rect">
            <a:avLst/>
          </a:prstGeom>
          <a:noFill/>
          <a:ln/>
        </p:spPr>
        <p:txBody>
          <a:bodyPr wrap="square" lIns="0" tIns="0" rIns="0" bIns="0" rtlCol="0" anchor="ctr"/>
          <a:lstStyle/>
          <a:p>
            <a:pPr marL="0" indent="0" algn="ctr">
              <a:buNone/>
            </a:pPr>
            <a:r>
              <a:rPr lang="en-US" sz="1400" b="1">
                <a:solidFill>
                  <a:srgbClr val="FFFFFF"/>
                </a:solidFill>
                <a:latin typeface="Arial" pitchFamily="34" charset="0"/>
                <a:ea typeface="Arial" pitchFamily="34" charset="-122"/>
                <a:cs typeface="Arial" pitchFamily="34" charset="-120"/>
              </a:rPr>
              <a:t>Safe Trajectory</a:t>
            </a:r>
            <a:endParaRPr lang="en-US" sz="1400"/>
          </a:p>
        </p:txBody>
      </p:sp>
      <p:sp>
        <p:nvSpPr>
          <p:cNvPr id="21" name="Text 17">
            <a:extLst>
              <a:ext uri="{FF2B5EF4-FFF2-40B4-BE49-F238E27FC236}">
                <a16:creationId xmlns:a16="http://schemas.microsoft.com/office/drawing/2014/main" id="{BE096C00-9392-BB38-B68A-A9EE5CAAFE77}"/>
              </a:ext>
            </a:extLst>
          </p:cNvPr>
          <p:cNvSpPr/>
          <p:nvPr/>
        </p:nvSpPr>
        <p:spPr>
          <a:xfrm>
            <a:off x="5430202" y="2714849"/>
            <a:ext cx="1325166" cy="1371600"/>
          </a:xfrm>
          <a:prstGeom prst="rect">
            <a:avLst/>
          </a:prstGeom>
          <a:noFill/>
          <a:ln/>
        </p:spPr>
        <p:txBody>
          <a:bodyPr wrap="square" lIns="0" tIns="0" rIns="0" bIns="0" rtlCol="0" anchor="ctr"/>
          <a:lstStyle/>
          <a:p>
            <a:pPr marL="0" indent="0" algn="ctr">
              <a:buNone/>
            </a:pPr>
            <a:r>
              <a:rPr lang="en-US" sz="1200">
                <a:solidFill>
                  <a:srgbClr val="333333"/>
                </a:solidFill>
                <a:latin typeface="Arial" pitchFamily="34" charset="0"/>
                <a:ea typeface="Arial" pitchFamily="34" charset="-122"/>
                <a:cs typeface="Arial" pitchFamily="34" charset="-120"/>
              </a:rPr>
              <a:t>Task-satisfying,</a:t>
            </a:r>
            <a:endParaRPr lang="en-US" sz="1200"/>
          </a:p>
          <a:p>
            <a:pPr marL="0" indent="0" algn="ctr">
              <a:buNone/>
            </a:pPr>
            <a:r>
              <a:rPr lang="en-US" sz="1200">
                <a:solidFill>
                  <a:srgbClr val="333333"/>
                </a:solidFill>
                <a:latin typeface="Arial" pitchFamily="34" charset="0"/>
                <a:ea typeface="Arial" pitchFamily="34" charset="-122"/>
                <a:cs typeface="Arial" pitchFamily="34" charset="-120"/>
              </a:rPr>
              <a:t>formally verified</a:t>
            </a:r>
            <a:endParaRPr lang="en-US" sz="1200"/>
          </a:p>
          <a:p>
            <a:pPr marL="0" indent="0" algn="ctr">
              <a:buNone/>
            </a:pPr>
            <a:r>
              <a:rPr lang="en-US" sz="1200">
                <a:solidFill>
                  <a:srgbClr val="333333"/>
                </a:solidFill>
                <a:latin typeface="Arial" pitchFamily="34" charset="0"/>
                <a:ea typeface="Arial" pitchFamily="34" charset="-122"/>
                <a:cs typeface="Arial" pitchFamily="34" charset="-120"/>
              </a:rPr>
              <a:t>robot motion</a:t>
            </a:r>
            <a:endParaRPr lang="en-US" sz="1200"/>
          </a:p>
        </p:txBody>
      </p:sp>
      <p:sp>
        <p:nvSpPr>
          <p:cNvPr id="22" name="Shape 18">
            <a:extLst>
              <a:ext uri="{FF2B5EF4-FFF2-40B4-BE49-F238E27FC236}">
                <a16:creationId xmlns:a16="http://schemas.microsoft.com/office/drawing/2014/main" id="{C75EAF3D-1660-2774-319B-974E76036029}"/>
              </a:ext>
            </a:extLst>
          </p:cNvPr>
          <p:cNvSpPr/>
          <p:nvPr/>
        </p:nvSpPr>
        <p:spPr>
          <a:xfrm>
            <a:off x="640080" y="4800600"/>
            <a:ext cx="54864" cy="548640"/>
          </a:xfrm>
          <a:prstGeom prst="rect">
            <a:avLst/>
          </a:prstGeom>
          <a:solidFill>
            <a:srgbClr val="FF000F"/>
          </a:solidFill>
          <a:ln/>
        </p:spPr>
        <p:txBody>
          <a:bodyPr/>
          <a:lstStyle/>
          <a:p>
            <a:endParaRPr lang="sv-SE"/>
          </a:p>
        </p:txBody>
      </p:sp>
      <p:sp>
        <p:nvSpPr>
          <p:cNvPr id="23" name="Text 19">
            <a:extLst>
              <a:ext uri="{FF2B5EF4-FFF2-40B4-BE49-F238E27FC236}">
                <a16:creationId xmlns:a16="http://schemas.microsoft.com/office/drawing/2014/main" id="{2366E7A1-318B-153C-E44A-B53C3567DAA8}"/>
              </a:ext>
            </a:extLst>
          </p:cNvPr>
          <p:cNvSpPr/>
          <p:nvPr/>
        </p:nvSpPr>
        <p:spPr>
          <a:xfrm>
            <a:off x="822960" y="4754880"/>
            <a:ext cx="3200400" cy="274320"/>
          </a:xfrm>
          <a:prstGeom prst="rect">
            <a:avLst/>
          </a:prstGeom>
          <a:noFill/>
          <a:ln/>
        </p:spPr>
        <p:txBody>
          <a:bodyPr wrap="square" lIns="0" tIns="0" rIns="0" bIns="0" rtlCol="0" anchor="ctr"/>
          <a:lstStyle/>
          <a:p>
            <a:pPr marL="0" indent="0">
              <a:buNone/>
            </a:pPr>
            <a:r>
              <a:rPr lang="en-US" sz="1200" b="1">
                <a:solidFill>
                  <a:srgbClr val="FF000F"/>
                </a:solidFill>
                <a:latin typeface="Arial" pitchFamily="34" charset="0"/>
                <a:ea typeface="Arial" pitchFamily="34" charset="-122"/>
                <a:cs typeface="Arial" pitchFamily="34" charset="-120"/>
              </a:rPr>
              <a:t>No retraining</a:t>
            </a:r>
            <a:endParaRPr lang="en-US" sz="1200"/>
          </a:p>
        </p:txBody>
      </p:sp>
      <p:sp>
        <p:nvSpPr>
          <p:cNvPr id="24" name="Text 20">
            <a:extLst>
              <a:ext uri="{FF2B5EF4-FFF2-40B4-BE49-F238E27FC236}">
                <a16:creationId xmlns:a16="http://schemas.microsoft.com/office/drawing/2014/main" id="{7ED35411-B4C9-FADA-DFCB-6B100D7ACE90}"/>
              </a:ext>
            </a:extLst>
          </p:cNvPr>
          <p:cNvSpPr/>
          <p:nvPr/>
        </p:nvSpPr>
        <p:spPr>
          <a:xfrm>
            <a:off x="822960" y="5029200"/>
            <a:ext cx="3200400" cy="320040"/>
          </a:xfrm>
          <a:prstGeom prst="rect">
            <a:avLst/>
          </a:prstGeom>
          <a:noFill/>
          <a:ln/>
        </p:spPr>
        <p:txBody>
          <a:bodyPr wrap="square" lIns="0" tIns="0" rIns="0" bIns="0" rtlCol="0" anchor="ctr"/>
          <a:lstStyle/>
          <a:p>
            <a:pPr marL="0" indent="0">
              <a:buNone/>
            </a:pPr>
            <a:r>
              <a:rPr lang="en-US" sz="1000">
                <a:solidFill>
                  <a:srgbClr val="666666"/>
                </a:solidFill>
                <a:latin typeface="Arial" pitchFamily="34" charset="0"/>
                <a:ea typeface="Arial" pitchFamily="34" charset="-122"/>
                <a:cs typeface="Arial" pitchFamily="34" charset="-120"/>
              </a:rPr>
              <a:t>Swap the STL spec at inference</a:t>
            </a:r>
            <a:endParaRPr lang="en-US" sz="1000"/>
          </a:p>
        </p:txBody>
      </p:sp>
      <p:sp>
        <p:nvSpPr>
          <p:cNvPr id="25" name="Shape 21">
            <a:extLst>
              <a:ext uri="{FF2B5EF4-FFF2-40B4-BE49-F238E27FC236}">
                <a16:creationId xmlns:a16="http://schemas.microsoft.com/office/drawing/2014/main" id="{AD570179-499F-0F3B-948E-16396B29CCCD}"/>
              </a:ext>
            </a:extLst>
          </p:cNvPr>
          <p:cNvSpPr/>
          <p:nvPr/>
        </p:nvSpPr>
        <p:spPr>
          <a:xfrm>
            <a:off x="4480560" y="4800600"/>
            <a:ext cx="54864" cy="548640"/>
          </a:xfrm>
          <a:prstGeom prst="rect">
            <a:avLst/>
          </a:prstGeom>
          <a:solidFill>
            <a:srgbClr val="FF000F"/>
          </a:solidFill>
          <a:ln/>
        </p:spPr>
        <p:txBody>
          <a:bodyPr/>
          <a:lstStyle/>
          <a:p>
            <a:endParaRPr lang="sv-SE"/>
          </a:p>
        </p:txBody>
      </p:sp>
      <p:sp>
        <p:nvSpPr>
          <p:cNvPr id="26" name="Text 22">
            <a:extLst>
              <a:ext uri="{FF2B5EF4-FFF2-40B4-BE49-F238E27FC236}">
                <a16:creationId xmlns:a16="http://schemas.microsoft.com/office/drawing/2014/main" id="{047016A3-C953-38AA-792F-A0085C25E092}"/>
              </a:ext>
            </a:extLst>
          </p:cNvPr>
          <p:cNvSpPr/>
          <p:nvPr/>
        </p:nvSpPr>
        <p:spPr>
          <a:xfrm>
            <a:off x="4663440" y="4754880"/>
            <a:ext cx="3200400" cy="274320"/>
          </a:xfrm>
          <a:prstGeom prst="rect">
            <a:avLst/>
          </a:prstGeom>
          <a:noFill/>
          <a:ln/>
        </p:spPr>
        <p:txBody>
          <a:bodyPr wrap="square" lIns="0" tIns="0" rIns="0" bIns="0" rtlCol="0" anchor="ctr"/>
          <a:lstStyle/>
          <a:p>
            <a:pPr marL="0" indent="0">
              <a:buNone/>
            </a:pPr>
            <a:r>
              <a:rPr lang="en-US" sz="1200" b="1">
                <a:solidFill>
                  <a:srgbClr val="FF000F"/>
                </a:solidFill>
                <a:latin typeface="Arial" pitchFamily="34" charset="0"/>
                <a:ea typeface="Arial" pitchFamily="34" charset="-122"/>
                <a:cs typeface="Arial" pitchFamily="34" charset="-120"/>
              </a:rPr>
              <a:t>Formal guarantees</a:t>
            </a:r>
            <a:endParaRPr lang="en-US" sz="1200"/>
          </a:p>
        </p:txBody>
      </p:sp>
      <p:sp>
        <p:nvSpPr>
          <p:cNvPr id="28" name="Shape 24">
            <a:extLst>
              <a:ext uri="{FF2B5EF4-FFF2-40B4-BE49-F238E27FC236}">
                <a16:creationId xmlns:a16="http://schemas.microsoft.com/office/drawing/2014/main" id="{6CC27CF5-D4BC-B715-8D37-D8B1232CFD63}"/>
              </a:ext>
            </a:extLst>
          </p:cNvPr>
          <p:cNvSpPr/>
          <p:nvPr/>
        </p:nvSpPr>
        <p:spPr>
          <a:xfrm>
            <a:off x="8321040" y="4800600"/>
            <a:ext cx="54864" cy="548640"/>
          </a:xfrm>
          <a:prstGeom prst="rect">
            <a:avLst/>
          </a:prstGeom>
          <a:solidFill>
            <a:srgbClr val="FF000F"/>
          </a:solidFill>
          <a:ln/>
        </p:spPr>
        <p:txBody>
          <a:bodyPr/>
          <a:lstStyle/>
          <a:p>
            <a:endParaRPr lang="sv-SE"/>
          </a:p>
        </p:txBody>
      </p:sp>
      <p:sp>
        <p:nvSpPr>
          <p:cNvPr id="29" name="Text 25">
            <a:extLst>
              <a:ext uri="{FF2B5EF4-FFF2-40B4-BE49-F238E27FC236}">
                <a16:creationId xmlns:a16="http://schemas.microsoft.com/office/drawing/2014/main" id="{31B005C4-8BE0-40E8-5A6E-CC3297F62FBF}"/>
              </a:ext>
            </a:extLst>
          </p:cNvPr>
          <p:cNvSpPr/>
          <p:nvPr/>
        </p:nvSpPr>
        <p:spPr>
          <a:xfrm>
            <a:off x="8503920" y="4754880"/>
            <a:ext cx="3200400" cy="274320"/>
          </a:xfrm>
          <a:prstGeom prst="rect">
            <a:avLst/>
          </a:prstGeom>
          <a:noFill/>
          <a:ln/>
        </p:spPr>
        <p:txBody>
          <a:bodyPr wrap="square" lIns="0" tIns="0" rIns="0" bIns="0" rtlCol="0" anchor="ctr"/>
          <a:lstStyle/>
          <a:p>
            <a:pPr marL="0" indent="0">
              <a:buNone/>
            </a:pPr>
            <a:r>
              <a:rPr lang="en-US" sz="1200" b="1">
                <a:solidFill>
                  <a:srgbClr val="FF000F"/>
                </a:solidFill>
                <a:latin typeface="Arial" pitchFamily="34" charset="0"/>
                <a:ea typeface="Arial" pitchFamily="34" charset="-122"/>
                <a:cs typeface="Arial" pitchFamily="34" charset="-120"/>
              </a:rPr>
              <a:t>Separation of concerns</a:t>
            </a:r>
            <a:endParaRPr lang="en-US" sz="1200"/>
          </a:p>
        </p:txBody>
      </p:sp>
      <p:sp>
        <p:nvSpPr>
          <p:cNvPr id="30" name="Text 26">
            <a:extLst>
              <a:ext uri="{FF2B5EF4-FFF2-40B4-BE49-F238E27FC236}">
                <a16:creationId xmlns:a16="http://schemas.microsoft.com/office/drawing/2014/main" id="{A68A0ED5-0C67-B787-FAC6-C9109C2A6D29}"/>
              </a:ext>
            </a:extLst>
          </p:cNvPr>
          <p:cNvSpPr/>
          <p:nvPr/>
        </p:nvSpPr>
        <p:spPr>
          <a:xfrm>
            <a:off x="8503920" y="5029200"/>
            <a:ext cx="3200400" cy="320040"/>
          </a:xfrm>
          <a:prstGeom prst="rect">
            <a:avLst/>
          </a:prstGeom>
          <a:noFill/>
          <a:ln/>
        </p:spPr>
        <p:txBody>
          <a:bodyPr wrap="square" lIns="0" tIns="0" rIns="0" bIns="0" rtlCol="0" anchor="ctr"/>
          <a:lstStyle/>
          <a:p>
            <a:pPr marL="0" indent="0">
              <a:buNone/>
            </a:pPr>
            <a:r>
              <a:rPr lang="en-US" sz="1000">
                <a:solidFill>
                  <a:srgbClr val="666666"/>
                </a:solidFill>
                <a:latin typeface="Arial" pitchFamily="34" charset="0"/>
                <a:ea typeface="Arial" pitchFamily="34" charset="-122"/>
                <a:cs typeface="Arial" pitchFamily="34" charset="-120"/>
              </a:rPr>
              <a:t>Motion intelligence + logical reasoning, decoupled</a:t>
            </a:r>
            <a:endParaRPr lang="en-US" sz="1000"/>
          </a:p>
        </p:txBody>
      </p:sp>
      <p:sp>
        <p:nvSpPr>
          <p:cNvPr id="31" name="Text 27">
            <a:extLst>
              <a:ext uri="{FF2B5EF4-FFF2-40B4-BE49-F238E27FC236}">
                <a16:creationId xmlns:a16="http://schemas.microsoft.com/office/drawing/2014/main" id="{46DCAA5A-CB87-0806-FC75-788A04D5AC2F}"/>
              </a:ext>
            </a:extLst>
          </p:cNvPr>
          <p:cNvSpPr/>
          <p:nvPr/>
        </p:nvSpPr>
        <p:spPr>
          <a:xfrm>
            <a:off x="640080" y="5669280"/>
            <a:ext cx="10972800" cy="274320"/>
          </a:xfrm>
          <a:prstGeom prst="rect">
            <a:avLst/>
          </a:prstGeom>
          <a:noFill/>
          <a:ln/>
        </p:spPr>
        <p:txBody>
          <a:bodyPr wrap="square" lIns="0" tIns="0" rIns="0" bIns="0" rtlCol="0" anchor="ctr"/>
          <a:lstStyle/>
          <a:p>
            <a:pPr marL="0" indent="0">
              <a:buNone/>
            </a:pPr>
            <a:r>
              <a:rPr lang="en-US" sz="900" i="1">
                <a:solidFill>
                  <a:srgbClr val="999999"/>
                </a:solidFill>
                <a:latin typeface="Arial" pitchFamily="34" charset="0"/>
                <a:ea typeface="Arial" pitchFamily="34" charset="-122"/>
                <a:cs typeface="Arial" pitchFamily="34" charset="-120"/>
              </a:rPr>
              <a:t>Control Barrier Functions (CBFs) enforce reachability and invariance constraints during the denoising process</a:t>
            </a:r>
            <a:endParaRPr lang="en-US" sz="900"/>
          </a:p>
        </p:txBody>
      </p:sp>
      <p:sp>
        <p:nvSpPr>
          <p:cNvPr id="36" name="Text 23">
            <a:extLst>
              <a:ext uri="{FF2B5EF4-FFF2-40B4-BE49-F238E27FC236}">
                <a16:creationId xmlns:a16="http://schemas.microsoft.com/office/drawing/2014/main" id="{1869284C-3E1B-A231-0A8C-4569C66E769C}"/>
              </a:ext>
            </a:extLst>
          </p:cNvPr>
          <p:cNvSpPr/>
          <p:nvPr/>
        </p:nvSpPr>
        <p:spPr>
          <a:xfrm>
            <a:off x="4663440" y="5029200"/>
            <a:ext cx="3200400" cy="320040"/>
          </a:xfrm>
          <a:prstGeom prst="rect">
            <a:avLst/>
          </a:prstGeom>
          <a:noFill/>
          <a:ln/>
        </p:spPr>
        <p:txBody>
          <a:bodyPr wrap="square" lIns="0" tIns="0" rIns="0" bIns="0" rtlCol="0" anchor="ctr"/>
          <a:lstStyle/>
          <a:p>
            <a:pPr marL="0" indent="0">
              <a:buNone/>
            </a:pPr>
            <a:r>
              <a:rPr lang="en-US" sz="1000">
                <a:solidFill>
                  <a:srgbClr val="666666"/>
                </a:solidFill>
                <a:latin typeface="Arial" pitchFamily="34" charset="0"/>
                <a:ea typeface="Arial" pitchFamily="34" charset="-122"/>
                <a:cs typeface="Arial" pitchFamily="34" charset="-120"/>
              </a:rPr>
              <a:t>Applied at generation, not baked in training</a:t>
            </a:r>
            <a:br>
              <a:rPr lang="en-US" sz="1000">
                <a:solidFill>
                  <a:srgbClr val="666666"/>
                </a:solidFill>
                <a:latin typeface="Arial" pitchFamily="34" charset="0"/>
                <a:ea typeface="Arial" pitchFamily="34" charset="-122"/>
                <a:cs typeface="Arial" pitchFamily="34" charset="-120"/>
              </a:rPr>
            </a:br>
            <a:r>
              <a:rPr lang="en-US" sz="1000">
                <a:solidFill>
                  <a:srgbClr val="666666"/>
                </a:solidFill>
                <a:latin typeface="Arial" pitchFamily="34" charset="0"/>
                <a:ea typeface="Arial" pitchFamily="34" charset="-122"/>
                <a:cs typeface="Arial" pitchFamily="34" charset="-120"/>
              </a:rPr>
              <a:t>(Less hallucination, More explainable)</a:t>
            </a:r>
            <a:endParaRPr lang="en-US" sz="1000"/>
          </a:p>
        </p:txBody>
      </p:sp>
      <p:pic>
        <p:nvPicPr>
          <p:cNvPr id="37" name="Graphic 36">
            <a:extLst>
              <a:ext uri="{FF2B5EF4-FFF2-40B4-BE49-F238E27FC236}">
                <a16:creationId xmlns:a16="http://schemas.microsoft.com/office/drawing/2014/main" id="{9B09AAD7-C585-A07A-B3A7-F838DE0227F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123028" y="1195834"/>
            <a:ext cx="5065341" cy="3752350"/>
          </a:xfrm>
          <a:prstGeom prst="rect">
            <a:avLst/>
          </a:prstGeom>
        </p:spPr>
      </p:pic>
      <p:pic>
        <p:nvPicPr>
          <p:cNvPr id="38" name="Graphic 37">
            <a:extLst>
              <a:ext uri="{FF2B5EF4-FFF2-40B4-BE49-F238E27FC236}">
                <a16:creationId xmlns:a16="http://schemas.microsoft.com/office/drawing/2014/main" id="{190D3179-A60C-8253-9B27-C4FC463D8F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23029" y="1184498"/>
            <a:ext cx="5065342" cy="3128593"/>
          </a:xfrm>
          <a:prstGeom prst="rect">
            <a:avLst/>
          </a:prstGeom>
        </p:spPr>
      </p:pic>
    </p:spTree>
    <p:extLst>
      <p:ext uri="{BB962C8B-B14F-4D97-AF65-F5344CB8AC3E}">
        <p14:creationId xmlns:p14="http://schemas.microsoft.com/office/powerpoint/2010/main" val="4216270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38"/>
                                        </p:tgtEl>
                                      </p:cBhvr>
                                    </p:animEffect>
                                    <p:set>
                                      <p:cBhvr>
                                        <p:cTn id="12" dur="1" fill="hold">
                                          <p:stCondLst>
                                            <p:cond delay="499"/>
                                          </p:stCondLst>
                                        </p:cTn>
                                        <p:tgtEl>
                                          <p:spTgt spid="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D7502-E91D-7158-A97C-7391DF47BA12}"/>
              </a:ext>
            </a:extLst>
          </p:cNvPr>
          <p:cNvSpPr>
            <a:spLocks noGrp="1"/>
          </p:cNvSpPr>
          <p:nvPr>
            <p:ph type="title"/>
          </p:nvPr>
        </p:nvSpPr>
        <p:spPr/>
        <p:txBody>
          <a:bodyPr/>
          <a:lstStyle/>
          <a:p>
            <a:r>
              <a:rPr lang="en-US" dirty="0"/>
              <a:t>Experiments</a:t>
            </a:r>
            <a:endParaRPr lang="sv-SE" dirty="0"/>
          </a:p>
        </p:txBody>
      </p:sp>
      <p:sp>
        <p:nvSpPr>
          <p:cNvPr id="3" name="Date Placeholder 2">
            <a:extLst>
              <a:ext uri="{FF2B5EF4-FFF2-40B4-BE49-F238E27FC236}">
                <a16:creationId xmlns:a16="http://schemas.microsoft.com/office/drawing/2014/main" id="{66022938-9F32-7863-6778-E9A574B9A4B2}"/>
              </a:ext>
            </a:extLst>
          </p:cNvPr>
          <p:cNvSpPr>
            <a:spLocks noGrp="1"/>
          </p:cNvSpPr>
          <p:nvPr>
            <p:ph type="dt" sz="half" idx="10"/>
          </p:nvPr>
        </p:nvSpPr>
        <p:spPr/>
        <p:txBody>
          <a:bodyPr/>
          <a:lstStyle/>
          <a:p>
            <a:fld id="{7F60F6C1-C8EB-4219-8E37-B9B0DE88DCE0}" type="datetime4">
              <a:rPr lang="en-US" noProof="0" smtClean="0"/>
              <a:t>October 20, 2026</a:t>
            </a:fld>
            <a:endParaRPr lang="en-US" noProof="0"/>
          </a:p>
        </p:txBody>
      </p:sp>
      <p:sp>
        <p:nvSpPr>
          <p:cNvPr id="4" name="Slide Number Placeholder 3">
            <a:extLst>
              <a:ext uri="{FF2B5EF4-FFF2-40B4-BE49-F238E27FC236}">
                <a16:creationId xmlns:a16="http://schemas.microsoft.com/office/drawing/2014/main" id="{FA50B30A-9C95-87AB-21BA-2DE2EC4BD6D2}"/>
              </a:ext>
            </a:extLst>
          </p:cNvPr>
          <p:cNvSpPr>
            <a:spLocks noGrp="1"/>
          </p:cNvSpPr>
          <p:nvPr>
            <p:ph type="sldNum" sz="quarter" idx="12"/>
          </p:nvPr>
        </p:nvSpPr>
        <p:spPr/>
        <p:txBody>
          <a:bodyPr/>
          <a:lstStyle/>
          <a:p>
            <a:r>
              <a:rPr lang="en-US" noProof="0"/>
              <a:t>Slide </a:t>
            </a:r>
            <a:fld id="{619F89D8-7AE3-494A-97F3-03D680869632}" type="slidenum">
              <a:rPr lang="en-US" noProof="0" smtClean="0"/>
              <a:pPr/>
              <a:t>21</a:t>
            </a:fld>
            <a:endParaRPr lang="en-US" noProof="0"/>
          </a:p>
        </p:txBody>
      </p:sp>
      <p:sp>
        <p:nvSpPr>
          <p:cNvPr id="5" name="Footer Placeholder 4">
            <a:extLst>
              <a:ext uri="{FF2B5EF4-FFF2-40B4-BE49-F238E27FC236}">
                <a16:creationId xmlns:a16="http://schemas.microsoft.com/office/drawing/2014/main" id="{C9023C7E-8117-EFA6-AFF5-1D403E6C7BAC}"/>
              </a:ext>
            </a:extLst>
          </p:cNvPr>
          <p:cNvSpPr>
            <a:spLocks noGrp="1"/>
          </p:cNvSpPr>
          <p:nvPr>
            <p:ph type="ftr" sz="quarter" idx="24"/>
          </p:nvPr>
        </p:nvSpPr>
        <p:spPr/>
        <p:txBody>
          <a:bodyPr/>
          <a:lstStyle/>
          <a:p>
            <a:endParaRPr lang="en-US" noProof="0"/>
          </a:p>
        </p:txBody>
      </p:sp>
      <p:sp>
        <p:nvSpPr>
          <p:cNvPr id="6" name="Text Placeholder 5">
            <a:extLst>
              <a:ext uri="{FF2B5EF4-FFF2-40B4-BE49-F238E27FC236}">
                <a16:creationId xmlns:a16="http://schemas.microsoft.com/office/drawing/2014/main" id="{4A53621E-B7E4-E12F-8D52-44077ACA9A14}"/>
              </a:ext>
            </a:extLst>
          </p:cNvPr>
          <p:cNvSpPr>
            <a:spLocks noGrp="1"/>
          </p:cNvSpPr>
          <p:nvPr>
            <p:ph type="body" sz="quarter" idx="25"/>
          </p:nvPr>
        </p:nvSpPr>
        <p:spPr/>
        <p:txBody>
          <a:bodyPr/>
          <a:lstStyle/>
          <a:p>
            <a:endParaRPr lang="sv-SE"/>
          </a:p>
        </p:txBody>
      </p:sp>
      <p:sp>
        <p:nvSpPr>
          <p:cNvPr id="7" name="Text Placeholder 6">
            <a:extLst>
              <a:ext uri="{FF2B5EF4-FFF2-40B4-BE49-F238E27FC236}">
                <a16:creationId xmlns:a16="http://schemas.microsoft.com/office/drawing/2014/main" id="{B05CCEB2-56BF-54B7-20FB-E26D7DFD8CDA}"/>
              </a:ext>
            </a:extLst>
          </p:cNvPr>
          <p:cNvSpPr>
            <a:spLocks noGrp="1"/>
          </p:cNvSpPr>
          <p:nvPr>
            <p:ph type="body" sz="quarter" idx="26"/>
          </p:nvPr>
        </p:nvSpPr>
        <p:spPr/>
        <p:txBody>
          <a:bodyPr/>
          <a:lstStyle/>
          <a:p>
            <a:endParaRPr lang="sv-SE"/>
          </a:p>
        </p:txBody>
      </p:sp>
    </p:spTree>
    <p:extLst>
      <p:ext uri="{BB962C8B-B14F-4D97-AF65-F5344CB8AC3E}">
        <p14:creationId xmlns:p14="http://schemas.microsoft.com/office/powerpoint/2010/main" val="765027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5052B-5E81-8F73-01FD-E0FD93F4A086}"/>
              </a:ext>
            </a:extLst>
          </p:cNvPr>
          <p:cNvSpPr>
            <a:spLocks noGrp="1"/>
          </p:cNvSpPr>
          <p:nvPr>
            <p:ph type="title"/>
          </p:nvPr>
        </p:nvSpPr>
        <p:spPr/>
        <p:txBody>
          <a:bodyPr/>
          <a:lstStyle/>
          <a:p>
            <a:r>
              <a:rPr lang="en-US" dirty="0"/>
              <a:t>Results</a:t>
            </a:r>
            <a:endParaRPr lang="sv-SE" dirty="0"/>
          </a:p>
        </p:txBody>
      </p:sp>
      <p:sp>
        <p:nvSpPr>
          <p:cNvPr id="3" name="Date Placeholder 2">
            <a:extLst>
              <a:ext uri="{FF2B5EF4-FFF2-40B4-BE49-F238E27FC236}">
                <a16:creationId xmlns:a16="http://schemas.microsoft.com/office/drawing/2014/main" id="{1CE3414D-BB2C-EE65-AE66-A771218D1CBA}"/>
              </a:ext>
            </a:extLst>
          </p:cNvPr>
          <p:cNvSpPr>
            <a:spLocks noGrp="1"/>
          </p:cNvSpPr>
          <p:nvPr>
            <p:ph type="dt" sz="half" idx="10"/>
          </p:nvPr>
        </p:nvSpPr>
        <p:spPr/>
        <p:txBody>
          <a:bodyPr/>
          <a:lstStyle/>
          <a:p>
            <a:fld id="{7F60F6C1-C8EB-4219-8E37-B9B0DE88DCE0}" type="datetime4">
              <a:rPr lang="en-US" noProof="0" smtClean="0"/>
              <a:t>October 20, 2026</a:t>
            </a:fld>
            <a:endParaRPr lang="en-US" noProof="0"/>
          </a:p>
        </p:txBody>
      </p:sp>
      <p:sp>
        <p:nvSpPr>
          <p:cNvPr id="4" name="Slide Number Placeholder 3">
            <a:extLst>
              <a:ext uri="{FF2B5EF4-FFF2-40B4-BE49-F238E27FC236}">
                <a16:creationId xmlns:a16="http://schemas.microsoft.com/office/drawing/2014/main" id="{4F7CFB21-5BC0-1138-0D6C-D0BDC7F93591}"/>
              </a:ext>
            </a:extLst>
          </p:cNvPr>
          <p:cNvSpPr>
            <a:spLocks noGrp="1"/>
          </p:cNvSpPr>
          <p:nvPr>
            <p:ph type="sldNum" sz="quarter" idx="12"/>
          </p:nvPr>
        </p:nvSpPr>
        <p:spPr/>
        <p:txBody>
          <a:bodyPr/>
          <a:lstStyle/>
          <a:p>
            <a:r>
              <a:rPr lang="en-US" noProof="0"/>
              <a:t>Slide </a:t>
            </a:r>
            <a:fld id="{619F89D8-7AE3-494A-97F3-03D680869632}" type="slidenum">
              <a:rPr lang="en-US" noProof="0" smtClean="0"/>
              <a:pPr/>
              <a:t>22</a:t>
            </a:fld>
            <a:endParaRPr lang="en-US" noProof="0"/>
          </a:p>
        </p:txBody>
      </p:sp>
      <p:sp>
        <p:nvSpPr>
          <p:cNvPr id="5" name="Footer Placeholder 4">
            <a:extLst>
              <a:ext uri="{FF2B5EF4-FFF2-40B4-BE49-F238E27FC236}">
                <a16:creationId xmlns:a16="http://schemas.microsoft.com/office/drawing/2014/main" id="{D533F8F2-E902-FDE7-2A8A-779BE4225710}"/>
              </a:ext>
            </a:extLst>
          </p:cNvPr>
          <p:cNvSpPr>
            <a:spLocks noGrp="1"/>
          </p:cNvSpPr>
          <p:nvPr>
            <p:ph type="ftr" sz="quarter" idx="24"/>
          </p:nvPr>
        </p:nvSpPr>
        <p:spPr/>
        <p:txBody>
          <a:bodyPr/>
          <a:lstStyle/>
          <a:p>
            <a:endParaRPr lang="en-US" noProof="0"/>
          </a:p>
        </p:txBody>
      </p:sp>
      <p:sp>
        <p:nvSpPr>
          <p:cNvPr id="6" name="Text Placeholder 5">
            <a:extLst>
              <a:ext uri="{FF2B5EF4-FFF2-40B4-BE49-F238E27FC236}">
                <a16:creationId xmlns:a16="http://schemas.microsoft.com/office/drawing/2014/main" id="{0B1E78EA-408F-EA36-321B-C47B4E971DE5}"/>
              </a:ext>
            </a:extLst>
          </p:cNvPr>
          <p:cNvSpPr>
            <a:spLocks noGrp="1"/>
          </p:cNvSpPr>
          <p:nvPr>
            <p:ph type="body" sz="quarter" idx="25"/>
          </p:nvPr>
        </p:nvSpPr>
        <p:spPr/>
        <p:txBody>
          <a:bodyPr/>
          <a:lstStyle/>
          <a:p>
            <a:endParaRPr lang="sv-SE"/>
          </a:p>
        </p:txBody>
      </p:sp>
      <p:sp>
        <p:nvSpPr>
          <p:cNvPr id="7" name="Text Placeholder 6">
            <a:extLst>
              <a:ext uri="{FF2B5EF4-FFF2-40B4-BE49-F238E27FC236}">
                <a16:creationId xmlns:a16="http://schemas.microsoft.com/office/drawing/2014/main" id="{0215817C-BFF1-A481-DA84-A4B757540341}"/>
              </a:ext>
            </a:extLst>
          </p:cNvPr>
          <p:cNvSpPr>
            <a:spLocks noGrp="1"/>
          </p:cNvSpPr>
          <p:nvPr>
            <p:ph type="body" sz="quarter" idx="26"/>
          </p:nvPr>
        </p:nvSpPr>
        <p:spPr/>
        <p:txBody>
          <a:bodyPr/>
          <a:lstStyle/>
          <a:p>
            <a:endParaRPr lang="sv-SE"/>
          </a:p>
        </p:txBody>
      </p:sp>
    </p:spTree>
    <p:extLst>
      <p:ext uri="{BB962C8B-B14F-4D97-AF65-F5344CB8AC3E}">
        <p14:creationId xmlns:p14="http://schemas.microsoft.com/office/powerpoint/2010/main" val="2958866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3B133-CD66-5C45-48BF-6A4FB0608E63}"/>
              </a:ext>
            </a:extLst>
          </p:cNvPr>
          <p:cNvSpPr>
            <a:spLocks noGrp="1"/>
          </p:cNvSpPr>
          <p:nvPr>
            <p:ph type="title"/>
          </p:nvPr>
        </p:nvSpPr>
        <p:spPr/>
        <p:txBody>
          <a:bodyPr/>
          <a:lstStyle/>
          <a:p>
            <a:r>
              <a:rPr lang="en-US" dirty="0"/>
              <a:t>Discussions</a:t>
            </a:r>
            <a:endParaRPr lang="sv-SE" dirty="0"/>
          </a:p>
        </p:txBody>
      </p:sp>
      <p:sp>
        <p:nvSpPr>
          <p:cNvPr id="3" name="Date Placeholder 2">
            <a:extLst>
              <a:ext uri="{FF2B5EF4-FFF2-40B4-BE49-F238E27FC236}">
                <a16:creationId xmlns:a16="http://schemas.microsoft.com/office/drawing/2014/main" id="{464BBEE5-7D13-9C48-0B77-9F802E534277}"/>
              </a:ext>
            </a:extLst>
          </p:cNvPr>
          <p:cNvSpPr>
            <a:spLocks noGrp="1"/>
          </p:cNvSpPr>
          <p:nvPr>
            <p:ph type="dt" sz="half" idx="10"/>
          </p:nvPr>
        </p:nvSpPr>
        <p:spPr/>
        <p:txBody>
          <a:bodyPr/>
          <a:lstStyle/>
          <a:p>
            <a:fld id="{7F60F6C1-C8EB-4219-8E37-B9B0DE88DCE0}" type="datetime4">
              <a:rPr lang="en-US" noProof="0" smtClean="0"/>
              <a:t>October 20, 2026</a:t>
            </a:fld>
            <a:endParaRPr lang="en-US" noProof="0"/>
          </a:p>
        </p:txBody>
      </p:sp>
      <p:sp>
        <p:nvSpPr>
          <p:cNvPr id="4" name="Slide Number Placeholder 3">
            <a:extLst>
              <a:ext uri="{FF2B5EF4-FFF2-40B4-BE49-F238E27FC236}">
                <a16:creationId xmlns:a16="http://schemas.microsoft.com/office/drawing/2014/main" id="{6132CA42-3247-F782-D05F-1FA3DE55FCF5}"/>
              </a:ext>
            </a:extLst>
          </p:cNvPr>
          <p:cNvSpPr>
            <a:spLocks noGrp="1"/>
          </p:cNvSpPr>
          <p:nvPr>
            <p:ph type="sldNum" sz="quarter" idx="12"/>
          </p:nvPr>
        </p:nvSpPr>
        <p:spPr/>
        <p:txBody>
          <a:bodyPr/>
          <a:lstStyle/>
          <a:p>
            <a:r>
              <a:rPr lang="en-US" noProof="0"/>
              <a:t>Slide </a:t>
            </a:r>
            <a:fld id="{619F89D8-7AE3-494A-97F3-03D680869632}" type="slidenum">
              <a:rPr lang="en-US" noProof="0" smtClean="0"/>
              <a:pPr/>
              <a:t>23</a:t>
            </a:fld>
            <a:endParaRPr lang="en-US" noProof="0"/>
          </a:p>
        </p:txBody>
      </p:sp>
      <p:sp>
        <p:nvSpPr>
          <p:cNvPr id="5" name="Footer Placeholder 4">
            <a:extLst>
              <a:ext uri="{FF2B5EF4-FFF2-40B4-BE49-F238E27FC236}">
                <a16:creationId xmlns:a16="http://schemas.microsoft.com/office/drawing/2014/main" id="{EF41C079-1EDF-27A6-3A94-8C3A52A2B344}"/>
              </a:ext>
            </a:extLst>
          </p:cNvPr>
          <p:cNvSpPr>
            <a:spLocks noGrp="1"/>
          </p:cNvSpPr>
          <p:nvPr>
            <p:ph type="ftr" sz="quarter" idx="24"/>
          </p:nvPr>
        </p:nvSpPr>
        <p:spPr/>
        <p:txBody>
          <a:bodyPr/>
          <a:lstStyle/>
          <a:p>
            <a:endParaRPr lang="en-US" noProof="0"/>
          </a:p>
        </p:txBody>
      </p:sp>
      <p:sp>
        <p:nvSpPr>
          <p:cNvPr id="6" name="Text Placeholder 5">
            <a:extLst>
              <a:ext uri="{FF2B5EF4-FFF2-40B4-BE49-F238E27FC236}">
                <a16:creationId xmlns:a16="http://schemas.microsoft.com/office/drawing/2014/main" id="{64B42C73-9262-68F3-83B0-A43E0D61D2E7}"/>
              </a:ext>
            </a:extLst>
          </p:cNvPr>
          <p:cNvSpPr>
            <a:spLocks noGrp="1"/>
          </p:cNvSpPr>
          <p:nvPr>
            <p:ph type="body" sz="quarter" idx="25"/>
          </p:nvPr>
        </p:nvSpPr>
        <p:spPr/>
        <p:txBody>
          <a:bodyPr/>
          <a:lstStyle/>
          <a:p>
            <a:endParaRPr lang="sv-SE"/>
          </a:p>
        </p:txBody>
      </p:sp>
      <p:sp>
        <p:nvSpPr>
          <p:cNvPr id="7" name="Text Placeholder 6">
            <a:extLst>
              <a:ext uri="{FF2B5EF4-FFF2-40B4-BE49-F238E27FC236}">
                <a16:creationId xmlns:a16="http://schemas.microsoft.com/office/drawing/2014/main" id="{3FF1232B-D4F6-CA91-7DD2-045D882CB02F}"/>
              </a:ext>
            </a:extLst>
          </p:cNvPr>
          <p:cNvSpPr>
            <a:spLocks noGrp="1"/>
          </p:cNvSpPr>
          <p:nvPr>
            <p:ph type="body" sz="quarter" idx="26"/>
          </p:nvPr>
        </p:nvSpPr>
        <p:spPr/>
        <p:txBody>
          <a:bodyPr/>
          <a:lstStyle/>
          <a:p>
            <a:endParaRPr lang="sv-SE"/>
          </a:p>
        </p:txBody>
      </p:sp>
    </p:spTree>
    <p:extLst>
      <p:ext uri="{BB962C8B-B14F-4D97-AF65-F5344CB8AC3E}">
        <p14:creationId xmlns:p14="http://schemas.microsoft.com/office/powerpoint/2010/main" val="1670979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26A61-8FCE-8C5B-5D8E-2470AA1FE292}"/>
              </a:ext>
            </a:extLst>
          </p:cNvPr>
          <p:cNvSpPr>
            <a:spLocks noGrp="1"/>
          </p:cNvSpPr>
          <p:nvPr>
            <p:ph type="title"/>
          </p:nvPr>
        </p:nvSpPr>
        <p:spPr/>
        <p:txBody>
          <a:bodyPr/>
          <a:lstStyle/>
          <a:p>
            <a:r>
              <a:rPr lang="en-US" dirty="0"/>
              <a:t>Future Work</a:t>
            </a:r>
            <a:endParaRPr lang="sv-SE" dirty="0"/>
          </a:p>
        </p:txBody>
      </p:sp>
      <p:sp>
        <p:nvSpPr>
          <p:cNvPr id="3" name="Date Placeholder 2">
            <a:extLst>
              <a:ext uri="{FF2B5EF4-FFF2-40B4-BE49-F238E27FC236}">
                <a16:creationId xmlns:a16="http://schemas.microsoft.com/office/drawing/2014/main" id="{DAE2458C-3F77-7ABC-4112-1E9A2AE1C9D0}"/>
              </a:ext>
            </a:extLst>
          </p:cNvPr>
          <p:cNvSpPr>
            <a:spLocks noGrp="1"/>
          </p:cNvSpPr>
          <p:nvPr>
            <p:ph type="dt" sz="half" idx="10"/>
          </p:nvPr>
        </p:nvSpPr>
        <p:spPr/>
        <p:txBody>
          <a:bodyPr/>
          <a:lstStyle/>
          <a:p>
            <a:fld id="{7F60F6C1-C8EB-4219-8E37-B9B0DE88DCE0}" type="datetime4">
              <a:rPr lang="en-US" noProof="0" smtClean="0"/>
              <a:t>October 20, 2026</a:t>
            </a:fld>
            <a:endParaRPr lang="en-US" noProof="0"/>
          </a:p>
        </p:txBody>
      </p:sp>
      <p:sp>
        <p:nvSpPr>
          <p:cNvPr id="4" name="Slide Number Placeholder 3">
            <a:extLst>
              <a:ext uri="{FF2B5EF4-FFF2-40B4-BE49-F238E27FC236}">
                <a16:creationId xmlns:a16="http://schemas.microsoft.com/office/drawing/2014/main" id="{4A01BBFD-3D79-05A6-2750-C36CA669822E}"/>
              </a:ext>
            </a:extLst>
          </p:cNvPr>
          <p:cNvSpPr>
            <a:spLocks noGrp="1"/>
          </p:cNvSpPr>
          <p:nvPr>
            <p:ph type="sldNum" sz="quarter" idx="12"/>
          </p:nvPr>
        </p:nvSpPr>
        <p:spPr/>
        <p:txBody>
          <a:bodyPr/>
          <a:lstStyle/>
          <a:p>
            <a:r>
              <a:rPr lang="en-US" noProof="0"/>
              <a:t>Slide </a:t>
            </a:r>
            <a:fld id="{619F89D8-7AE3-494A-97F3-03D680869632}" type="slidenum">
              <a:rPr lang="en-US" noProof="0" smtClean="0"/>
              <a:pPr/>
              <a:t>24</a:t>
            </a:fld>
            <a:endParaRPr lang="en-US" noProof="0"/>
          </a:p>
        </p:txBody>
      </p:sp>
      <p:sp>
        <p:nvSpPr>
          <p:cNvPr id="5" name="Footer Placeholder 4">
            <a:extLst>
              <a:ext uri="{FF2B5EF4-FFF2-40B4-BE49-F238E27FC236}">
                <a16:creationId xmlns:a16="http://schemas.microsoft.com/office/drawing/2014/main" id="{D825B02A-8DA9-F5D2-3980-D94A828E5FA7}"/>
              </a:ext>
            </a:extLst>
          </p:cNvPr>
          <p:cNvSpPr>
            <a:spLocks noGrp="1"/>
          </p:cNvSpPr>
          <p:nvPr>
            <p:ph type="ftr" sz="quarter" idx="24"/>
          </p:nvPr>
        </p:nvSpPr>
        <p:spPr/>
        <p:txBody>
          <a:bodyPr/>
          <a:lstStyle/>
          <a:p>
            <a:endParaRPr lang="en-US" noProof="0"/>
          </a:p>
        </p:txBody>
      </p:sp>
      <p:sp>
        <p:nvSpPr>
          <p:cNvPr id="6" name="Text Placeholder 5">
            <a:extLst>
              <a:ext uri="{FF2B5EF4-FFF2-40B4-BE49-F238E27FC236}">
                <a16:creationId xmlns:a16="http://schemas.microsoft.com/office/drawing/2014/main" id="{E36F178D-9CA8-7659-9061-FE3EAB64D552}"/>
              </a:ext>
            </a:extLst>
          </p:cNvPr>
          <p:cNvSpPr>
            <a:spLocks noGrp="1"/>
          </p:cNvSpPr>
          <p:nvPr>
            <p:ph type="body" sz="quarter" idx="25"/>
          </p:nvPr>
        </p:nvSpPr>
        <p:spPr/>
        <p:txBody>
          <a:bodyPr/>
          <a:lstStyle/>
          <a:p>
            <a:endParaRPr lang="sv-SE"/>
          </a:p>
        </p:txBody>
      </p:sp>
      <p:sp>
        <p:nvSpPr>
          <p:cNvPr id="7" name="Text Placeholder 6">
            <a:extLst>
              <a:ext uri="{FF2B5EF4-FFF2-40B4-BE49-F238E27FC236}">
                <a16:creationId xmlns:a16="http://schemas.microsoft.com/office/drawing/2014/main" id="{33CB3284-0542-5867-BA6A-928A22E2AE5F}"/>
              </a:ext>
            </a:extLst>
          </p:cNvPr>
          <p:cNvSpPr>
            <a:spLocks noGrp="1"/>
          </p:cNvSpPr>
          <p:nvPr>
            <p:ph type="body" sz="quarter" idx="26"/>
          </p:nvPr>
        </p:nvSpPr>
        <p:spPr/>
        <p:txBody>
          <a:bodyPr/>
          <a:lstStyle/>
          <a:p>
            <a:endParaRPr lang="sv-SE"/>
          </a:p>
        </p:txBody>
      </p:sp>
    </p:spTree>
    <p:extLst>
      <p:ext uri="{BB962C8B-B14F-4D97-AF65-F5344CB8AC3E}">
        <p14:creationId xmlns:p14="http://schemas.microsoft.com/office/powerpoint/2010/main" val="1347880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custData r:id="rId1"/>
      <p:custData r:id="rId2"/>
    </p:custDataLst>
    <p:extLst>
      <p:ext uri="{BB962C8B-B14F-4D97-AF65-F5344CB8AC3E}">
        <p14:creationId xmlns:p14="http://schemas.microsoft.com/office/powerpoint/2010/main" val="2917588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BB Robotics Master">
  <a:themeElements>
    <a:clrScheme name="ABB NEW">
      <a:dk1>
        <a:srgbClr val="000000"/>
      </a:dk1>
      <a:lt1>
        <a:srgbClr val="FFFFFF"/>
      </a:lt1>
      <a:dk2>
        <a:srgbClr val="6764F6"/>
      </a:dk2>
      <a:lt2>
        <a:srgbClr val="FF000F"/>
      </a:lt2>
      <a:accent1>
        <a:srgbClr val="262626"/>
      </a:accent1>
      <a:accent2>
        <a:srgbClr val="6E6E6E"/>
      </a:accent2>
      <a:accent3>
        <a:srgbClr val="A9A9A9"/>
      </a:accent3>
      <a:accent4>
        <a:srgbClr val="D2D2D2"/>
      </a:accent4>
      <a:accent5>
        <a:srgbClr val="F0F0F0"/>
      </a:accent5>
      <a:accent6>
        <a:srgbClr val="FAFAFA"/>
      </a:accent6>
      <a:hlink>
        <a:srgbClr val="FF000F"/>
      </a:hlink>
      <a:folHlink>
        <a:srgbClr val="6E6E6E"/>
      </a:folHlink>
    </a:clrScheme>
    <a:fontScheme name="ABBvoice">
      <a:majorFont>
        <a:latin typeface="ABBvoice"/>
        <a:ea typeface="ABBvoice"/>
        <a:cs typeface="ABBvoice"/>
      </a:majorFont>
      <a:minorFont>
        <a:latin typeface="ABBvoice"/>
        <a:ea typeface="ABBvoice"/>
        <a:cs typeface="ABBvoi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4"/>
        </a:solidFill>
        <a:ln w="12700">
          <a:solidFill>
            <a:schemeClr val="accent4"/>
          </a:solidFill>
        </a:ln>
      </a:spPr>
      <a:bodyPr rtlCol="0" anchor="ctr"/>
      <a:lstStyle>
        <a:defPPr algn="ctr">
          <a:spcBef>
            <a:spcPts val="600"/>
          </a:spcBef>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algn="l">
          <a:spcBef>
            <a:spcPts val="600"/>
          </a:spcBef>
          <a:defRPr sz="1400" dirty="0" smtClean="0"/>
        </a:defPPr>
      </a:lstStyle>
    </a:txDef>
  </a:objectDefaults>
  <a:extraClrSchemeLst/>
  <a:custClrLst>
    <a:custClr name="Chart 1">
      <a:srgbClr val="FF000F"/>
    </a:custClr>
    <a:custClr name="Chart 2">
      <a:srgbClr val="000000"/>
    </a:custClr>
    <a:custClr name="Chart 3">
      <a:srgbClr val="6764F6"/>
    </a:custClr>
    <a:custClr name="Chart 4">
      <a:srgbClr val="D2D2D2"/>
    </a:custClr>
    <a:custClr name="Chart 5">
      <a:srgbClr val="A9A9A9"/>
    </a:custClr>
    <a:custClr name="Chart 6">
      <a:srgbClr val="6E6E6E"/>
    </a:custClr>
    <a:custClr name="Chart 7">
      <a:srgbClr val="FF957E"/>
    </a:custClr>
    <a:custClr name="Chart 8">
      <a:srgbClr val="E4E7FF"/>
    </a:custClr>
    <a:custClr name="Chart 9">
      <a:srgbClr val="93A1FF"/>
    </a:custClr>
    <a:custClr>
      <a:srgbClr val="FFFFFF"/>
    </a:custClr>
    <a:custClr name="Functional Blue">
      <a:srgbClr val="004C97"/>
    </a:custClr>
    <a:custClr name="Functional Green">
      <a:srgbClr val="007A33"/>
    </a:custClr>
    <a:custClr name="Functional Yellow">
      <a:srgbClr val="FFD100"/>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Infographic 1">
      <a:srgbClr val="FFDCCD"/>
    </a:custClr>
    <a:custClr name="Infographic 2">
      <a:srgbClr val="F0F0F0"/>
    </a:custClr>
  </a:custClrLst>
  <a:extLst>
    <a:ext uri="{05A4C25C-085E-4340-85A3-A5531E510DB2}">
      <thm15:themeFamily xmlns:thm15="http://schemas.microsoft.com/office/thememl/2012/main" name="ABB PPT Template Templafy 2021120.pptx" id="{636D59D8-4D47-4D62-9970-5569608586F8}" vid="{6FA9D2F3-2CBF-4267-9EAB-EDA28A34CA0B}"/>
    </a:ext>
  </a:extLst>
</a:theme>
</file>

<file path=ppt/theme/theme2.xml><?xml version="1.0" encoding="utf-8"?>
<a:theme xmlns:a="http://schemas.openxmlformats.org/drawingml/2006/main" name="ABB Master">
  <a:themeElements>
    <a:clrScheme name="ABB NEW">
      <a:dk1>
        <a:srgbClr val="000000"/>
      </a:dk1>
      <a:lt1>
        <a:srgbClr val="FFFFFF"/>
      </a:lt1>
      <a:dk2>
        <a:srgbClr val="6764F6"/>
      </a:dk2>
      <a:lt2>
        <a:srgbClr val="FF000F"/>
      </a:lt2>
      <a:accent1>
        <a:srgbClr val="262626"/>
      </a:accent1>
      <a:accent2>
        <a:srgbClr val="6E6E6E"/>
      </a:accent2>
      <a:accent3>
        <a:srgbClr val="A9A9A9"/>
      </a:accent3>
      <a:accent4>
        <a:srgbClr val="D2D2D2"/>
      </a:accent4>
      <a:accent5>
        <a:srgbClr val="F0F0F0"/>
      </a:accent5>
      <a:accent6>
        <a:srgbClr val="FAFAFA"/>
      </a:accent6>
      <a:hlink>
        <a:srgbClr val="FF000F"/>
      </a:hlink>
      <a:folHlink>
        <a:srgbClr val="6E6E6E"/>
      </a:folHlink>
    </a:clrScheme>
    <a:fontScheme name="ABBvoice">
      <a:majorFont>
        <a:latin typeface="ABBvoice"/>
        <a:ea typeface="ABBvoice"/>
        <a:cs typeface="ABBvoice"/>
      </a:majorFont>
      <a:minorFont>
        <a:latin typeface="ABBvoice"/>
        <a:ea typeface="ABBvoice"/>
        <a:cs typeface="ABBvoi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4"/>
        </a:solidFill>
        <a:ln w="12700">
          <a:solidFill>
            <a:schemeClr val="accent4"/>
          </a:solidFill>
        </a:ln>
      </a:spPr>
      <a:bodyPr rtlCol="0" anchor="ctr"/>
      <a:lstStyle>
        <a:defPPr algn="ctr">
          <a:spcBef>
            <a:spcPts val="600"/>
          </a:spcBef>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algn="l">
          <a:spcBef>
            <a:spcPts val="600"/>
          </a:spcBef>
          <a:defRPr sz="1400" dirty="0" smtClean="0"/>
        </a:defPPr>
      </a:lstStyle>
    </a:txDef>
  </a:objectDefaults>
  <a:extraClrSchemeLst/>
  <a:custClrLst>
    <a:custClr name="Chart 1">
      <a:srgbClr val="FF000F"/>
    </a:custClr>
    <a:custClr name="Chart 2">
      <a:srgbClr val="000000"/>
    </a:custClr>
    <a:custClr name="Chart 3">
      <a:srgbClr val="6764F6"/>
    </a:custClr>
    <a:custClr name="Chart 4">
      <a:srgbClr val="D2D2D2"/>
    </a:custClr>
    <a:custClr name="Chart 5">
      <a:srgbClr val="A9A9A9"/>
    </a:custClr>
    <a:custClr name="Chart 6">
      <a:srgbClr val="6E6E6E"/>
    </a:custClr>
    <a:custClr name="Chart 7">
      <a:srgbClr val="FF957E"/>
    </a:custClr>
    <a:custClr name="Chart 8">
      <a:srgbClr val="E4E7FF"/>
    </a:custClr>
    <a:custClr name="Chart 9">
      <a:srgbClr val="93A1FF"/>
    </a:custClr>
    <a:custClr>
      <a:srgbClr val="FFFFFF"/>
    </a:custClr>
    <a:custClr name="Functional Blue">
      <a:srgbClr val="004C97"/>
    </a:custClr>
    <a:custClr name="Functional Green">
      <a:srgbClr val="007A33"/>
    </a:custClr>
    <a:custClr name="Functional Yellow">
      <a:srgbClr val="FFD100"/>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Infographic 1">
      <a:srgbClr val="FFDCCD"/>
    </a:custClr>
    <a:custClr name="Infographic 2">
      <a:srgbClr val="F0F0F0"/>
    </a:custClr>
  </a:custClrLst>
  <a:extLst>
    <a:ext uri="{05A4C25C-085E-4340-85A3-A5531E510DB2}">
      <thm15:themeFamily xmlns:thm15="http://schemas.microsoft.com/office/thememl/2012/main" name="ABB Official PowerPoint Template (EtO).potx" id="{CF05F121-7D38-4EE9-AADB-6C0B4112F05E}" vid="{B96EBAAA-B709-49C9-A21E-7D2D893664B8}"/>
    </a:ext>
  </a:extLst>
</a:theme>
</file>

<file path=ppt/theme/theme3.xml><?xml version="1.0" encoding="utf-8"?>
<a:theme xmlns:a="http://schemas.openxmlformats.org/drawingml/2006/main" name="Office Theme">
  <a:themeElements>
    <a:clrScheme name="ABB">
      <a:dk1>
        <a:srgbClr val="000000"/>
      </a:dk1>
      <a:lt1>
        <a:srgbClr val="FFFFFF"/>
      </a:lt1>
      <a:dk2>
        <a:srgbClr val="D90000"/>
      </a:dk2>
      <a:lt2>
        <a:srgbClr val="FF000F"/>
      </a:lt2>
      <a:accent1>
        <a:srgbClr val="1E1E1E"/>
      </a:accent1>
      <a:accent2>
        <a:srgbClr val="3C3C3C"/>
      </a:accent2>
      <a:accent3>
        <a:srgbClr val="6E6E6E"/>
      </a:accent3>
      <a:accent4>
        <a:srgbClr val="A0A0A0"/>
      </a:accent4>
      <a:accent5>
        <a:srgbClr val="D2D2D2"/>
      </a:accent5>
      <a:accent6>
        <a:srgbClr val="F0F0F0"/>
      </a:accent6>
      <a:hlink>
        <a:srgbClr val="D90000"/>
      </a:hlink>
      <a:folHlink>
        <a:srgbClr val="FF000F"/>
      </a:folHlink>
    </a:clrScheme>
    <a:fontScheme name="ABBvoice">
      <a:majorFont>
        <a:latin typeface="ABBvoice"/>
        <a:ea typeface="ABBvoice"/>
        <a:cs typeface="ABBvoice"/>
      </a:majorFont>
      <a:minorFont>
        <a:latin typeface="ABBvoice"/>
        <a:ea typeface="ABBvoice"/>
        <a:cs typeface="ABBvoi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ABB">
      <a:dk1>
        <a:srgbClr val="000000"/>
      </a:dk1>
      <a:lt1>
        <a:srgbClr val="FFFFFF"/>
      </a:lt1>
      <a:dk2>
        <a:srgbClr val="D90000"/>
      </a:dk2>
      <a:lt2>
        <a:srgbClr val="FF000F"/>
      </a:lt2>
      <a:accent1>
        <a:srgbClr val="1E1E1E"/>
      </a:accent1>
      <a:accent2>
        <a:srgbClr val="3C3C3C"/>
      </a:accent2>
      <a:accent3>
        <a:srgbClr val="6E6E6E"/>
      </a:accent3>
      <a:accent4>
        <a:srgbClr val="A0A0A0"/>
      </a:accent4>
      <a:accent5>
        <a:srgbClr val="D2D2D2"/>
      </a:accent5>
      <a:accent6>
        <a:srgbClr val="F0F0F0"/>
      </a:accent6>
      <a:hlink>
        <a:srgbClr val="D90000"/>
      </a:hlink>
      <a:folHlink>
        <a:srgbClr val="FF000F"/>
      </a:folHlink>
    </a:clrScheme>
    <a:fontScheme name="ABBvoice">
      <a:majorFont>
        <a:latin typeface="ABBvoice"/>
        <a:ea typeface="ABBvoice"/>
        <a:cs typeface="ABBvoice"/>
      </a:majorFont>
      <a:minorFont>
        <a:latin typeface="ABBvoice"/>
        <a:ea typeface="ABBvoice"/>
        <a:cs typeface="ABBvoi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DF0B5010D9E3345941C55A037442F34" ma:contentTypeVersion="21" ma:contentTypeDescription="Create a new document." ma:contentTypeScope="" ma:versionID="0bef9f36a675de222760e5989cafcbe4">
  <xsd:schema xmlns:xsd="http://www.w3.org/2001/XMLSchema" xmlns:xs="http://www.w3.org/2001/XMLSchema" xmlns:p="http://schemas.microsoft.com/office/2006/metadata/properties" xmlns:ns2="e743d054-06d5-4e86-8e7a-fe8cbbcf2ae5" xmlns:ns3="b6c29955-2eb6-4762-8558-4f3d2fc9cb65" xmlns:ns4="71d29222-2c5f-45ad-9aa5-4c2d15fddbe9" targetNamespace="http://schemas.microsoft.com/office/2006/metadata/properties" ma:root="true" ma:fieldsID="c990d33fe9b3612060d67d2880baf313" ns2:_="" ns3:_="" ns4:_="">
    <xsd:import namespace="e743d054-06d5-4e86-8e7a-fe8cbbcf2ae5"/>
    <xsd:import namespace="b6c29955-2eb6-4762-8558-4f3d2fc9cb65"/>
    <xsd:import namespace="71d29222-2c5f-45ad-9aa5-4c2d15fddbe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ServiceOCR"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element ref="ns2:dateadded"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43d054-06d5-4e86-8e7a-fe8cbbcf2a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3e722c5-bebe-4801-a6ac-67aa35eba08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dateadded" ma:index="26" nillable="true" ma:displayName="date added" ma:default="[today]" ma:format="DateTime" ma:internalName="dateadded">
      <xsd:simpleType>
        <xsd:restriction base="dms:DateTim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6c29955-2eb6-4762-8558-4f3d2fc9cb65"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1d29222-2c5f-45ad-9aa5-4c2d15fddbe9"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b2570a4a-ec3f-4a77-9d72-67e839b51265}" ma:internalName="TaxCatchAll" ma:showField="CatchAllData" ma:web="b6c29955-2eb6-4762-8558-4f3d2fc9cb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1d29222-2c5f-45ad-9aa5-4c2d15fddbe9" xsi:nil="true"/>
    <lcf76f155ced4ddcb4097134ff3c332f xmlns="e743d054-06d5-4e86-8e7a-fe8cbbcf2ae5">
      <Terms xmlns="http://schemas.microsoft.com/office/infopath/2007/PartnerControls"/>
    </lcf76f155ced4ddcb4097134ff3c332f>
    <dateadded xmlns="e743d054-06d5-4e86-8e7a-fe8cbbcf2ae5">2026-09-09T03:59:02Z</dateadded>
  </documentManagement>
</p:properties>
</file>

<file path=customXml/item4.xml><?xml version="1.0" encoding="utf-8"?>
<TemplafySlideTemplateConfiguration><![CDATA[{"slideVersion":1,"isValidatorEnabled":false,"isLocked":false,"elementsMetadata":[],"slideId":"1569211704641060871","enableDocumentContentUpdater":false,"version":"2.0"}]]></TemplafySlideTemplateConfiguration>
</file>

<file path=customXml/item5.xml><?xml version="1.0" encoding="utf-8"?>
<TemplafyTemplateConfiguration><![CDATA[{"elementsMetadata":[{"type":"shape","id":"f01b42c5-05a6-4bfc-b98a-8138a0f138bf","elementConfiguration":{"binding":"{{FormatDateTime(Form.PreparedDate, \"MMMM d, yyyy\")}}","visibility":"","type":"text","disableUpdates":false}},{"type":"shape","id":"24889a1f-19f9-49c2-86fc-e7ae4f446e9b","elementConfiguration":{"width":"4.25 cm","height":"0.7 cm","image":"{{Form.SecurityLevel.Classification}}","type":"image","disableUpdates":false}},{"type":"shape","id":"3495e492-e019-4a70-a6f0-1bf68010402c","elementConfiguration":{"width":"4.25 cm","height":"0.7 cm","image":"{{Form.SecurityLevel.Classification}}","type":"image","disableUpdates":false}},{"type":"shape","id":"3a250475-0642-43a2-a623-618b1d1d7bca","elementConfiguration":{"width":"4.25 cm","height":"0.7 cm","image":"{{Form.SecurityLevel.Classification}}","type":"image","disableUpdates":false}},{"type":"shape","id":"64fb91e3-b58b-4b6c-afa9-f97bcd018480","elementConfiguration":{"width":"4.25 cm","height":"0.7 cm","image":"{{Form.SecurityLevel.Classification}}","type":"image","disableUpdates":false}},{"type":"shape","id":"b7b53107-a19f-4d7a-aaa5-367fbeffc90b","elementConfiguration":{"width":"4.25 cm","height":"0.7 cm","image":"{{Form.SecurityLevel.Classification}}","type":"image","disableUpdates":false}}],"transformationConfigurations":[{"binding":"{{Form.DocumentID}}","namespace":"http://schemas.microsoft.com/office/2006/metadata/properties","path":"/p:properties/documentManagement/*[local-name()=\"ABB_Coll_DocumentId\"]","disableUpdates":false,"type":"customXmlValue"},{"namespace":"http://schemas.microsoft.com/office/2006/metadata/properties","path":"/p:properties/documentManagement/*[local-name()=\"o8cb8facb2054f9d919ea0674048ef40\"]","termId":"{{Form.Language.TermID}}","termName":"{{Form.Language.Name}}","disableUpdates":false,"type":"customXmlManagedMetadata"},{"namespace":"http://schemas.microsoft.com/office/2006/metadata/properties","path":"/p:properties/documentManagement/*[local-name()=\"na4369807a744182aff6832bcef961df\"]","termId":"{{Form.DocumentKind.TermID}}","termName":"{{Form.DocumentKind.DocumentKind}}","disableUpdates":false,"type":"customXmlManagedMetadata"},{"binding":"{{Form.Revision}}","namespace":"http://schemas.microsoft.com/office/2006/metadata/properties","path":"/p:properties/documentManagement/*[local-name()=\"ABB_Coll_DocumentRevisionId\"]","disableUpdates":false,"type":"customXmlValue"},{"binding":"{{Form.LifeCycleStatus.Name}}","namespace":"http://schemas.microsoft.com/office/2006/metadata/properties","path":"/p:properties/documentManagement/*[local-name()=\"ABB_Coll_LifecycleStatus\"]","disableUpdates":false,"type":"customXmlValue"},{"binding":"{{Form.ApprovalDate}}","namespace":"http://schemas.microsoft.com/office/2006/metadata/properties","path":"/p:properties/documentManagement/*[local-name()=\"ABB_Coll_ApprovalDate\"]","disableUpdates":false,"type":"customXmlDateTimeValue"},{"binding":"{{Form.ApprovedByPerson}}","namespace":"http://schemas.microsoft.com/office/2006/metadata/properties","path":"/p:properties/documentManagement/*[local-name()=\"ABB_Coll_ApprovedByPerson\"]","disableUpdates":false,"type":"customXmlValue"},{"binding":"{{Form.PreparedByPerson}}","namespace":"http://schemas.microsoft.com/office/2006/metadata/properties","path":"/p:properties/documentManagement/*[local-name()=\"ABB_Coll_PreparedByPerson\"]","disableUpdates":false,"type":"customXmlValue"},{"binding":"{{Form.OwningOrganization}}","namespace":"http://schemas.microsoft.com/office/2006/metadata/properties","path":"/p:properties/documentManagement/*[local-name()=\"ABB_Coll_OwningOrganization\"]","disableUpdates":false,"type":"customXmlValue"},{"binding":"{{Form.SecurityLevel.Name}}","namespace":"http://schemas.microsoft.com/office/2006/metadata/properties","path":"/p:properties/documentManagement/*[local-name()=\"ABB_Coll_SecurityLevel\"]","disableUpdates":false,"type":"customXmlValue"},{"binding":"{{Form.PreparedDate}}","namespace":"http://schemas.microsoft.com/office/2006/metadata/properties","path":"/p:properties/documentManagement/*[local-name()=\"ABB_Coll_PreparedDate\"]","disableUpdates":false,"type":"customXmlDateTimeValue"},{"propertyName":"title","propertyValue":"{{Form.DocumentTitle}}","disableUpdates":false,"type":"documentProperty"},{"propertyName":"BrandName","propertyValue":"{{UserProfile.Brand.Name}}","disableUpdates":false,"trackProperty":false,"type":"customDocumentProperty"},{"propertyName":"hideDate","propertyValue":"{{Form.Date}}","disableUpdates":false,"trackProperty":false,"type":"customDocumentProperty"},{"propertyName":"hideSlideNumber","propertyValue":"{{Form.SlideNumber}}","disableUpdates":false,"trackProperty":false,"type":"customDocumentProperty"},{"propertyName":"hideCopyright","propertyValue":"{{Form.Copyright}}","disableUpdates":false,"trackProperty":false,"type":"customDocumentProperty"},{"propertyName":"hideLogo","propertyValue":"{{Form.Logo}}","disableUpdates":false,"trackProperty":false,"type":"customDocumentProperty"},{"language":"{{DocumentLanguage}}","disableUpdates":false,"type":"proofingLanguage"},{"propertyName":"BrandName","propertyValue":"{{UserProfile.Brand.Name}}","disableUpdates":false,"trackProperty":false,"type":"customDocumentProperty"},{"propertyName":"hideDate","propertyValue":"{{Form.Date}}","disableUpdates":false,"trackProperty":false,"type":"customDocumentProperty"},{"propertyName":"hideSlideNumber","propertyValue":"{{Form.SlideNumber}}","disableUpdates":false,"trackProperty":false,"type":"customDocumentProperty"},{"propertyName":"hideCopyright","propertyValue":"{{Form.Copyright}}","disableUpdates":false,"trackProperty":false,"type":"customDocumentProperty"},{"propertyName":"hideLogo","propertyValue":"{{Form.Logo}}","disableUpdates":false,"trackProperty":false,"type":"customDocumentProperty"}],"templateName":"ABB Robotics Corporate Deck Day 1","templateDescription":"","enableDocumentContentUpdater":true,"version":"2.0"}]]></TemplafyTemplateConfiguration>
</file>

<file path=customXml/item6.xml><?xml version="1.0" encoding="utf-8"?>
<Update>
  <Cmd case="SkabelonDesign.DocumentData:DefineData" variableName="DocumentRevisionIdLabelAndValue">
    <Doc.CustomXml.ABB_Coll_DocumentRevisionId>
      <s><![CDATA[Rev.: ]]></s>
      <Doc.CustomXml.ABB_Coll_DocumentRevisionId/>
    </Doc.CustomXml.ABB_Coll_DocumentRevisionId>
    <s/>
  </Cmd>
  <Cmd case="SkabelonDesign.DocumentData:DefineData" variableName="PPMetadata">
    <Doc.CustomXml.ABB_Coll_DocumentId>
      <s><![CDATA[Document ID: ]]></s>
      <Doc.CustomXml.ABB_Coll_DocumentId/>
    </Doc.CustomXml.ABB_Coll_DocumentId>
    <s/>
  </Cmd>
  <Cmd case="SkabelonDesign.DocumentData:DefineData" variableName="SecurityLevel">
    <Doc.CustomXml.ABB_Coll_SecurityLevel>
      <Doc.CustomXml.ABB_Coll_SecurityLevel/>
    </Doc.CustomXml.ABB_Coll_SecurityLevel>
    <s/>
  </Cmd>
  <Cmd case="BaseExtensions:If" if-1-type="DOCUMENTDATA" if-1-key="SecurityLevel" if-1-value="Internal">
    <True>
      <Cmd case="BaseExtensions:show-hide-pp" show="True" ShapeNames="Internal"/>
      <Cmd case="BaseExtensions:show-hide-pp" show="False" ShapeNames="Confidential"/>
      <Cmd case="BaseExtensions:show-hide-pp" show="False" ShapeNames="Strictly"/>
      <Cmd case="BaseExtensions:show-hide-pp" show="False" ShapeNames="Public"/>
    </True>
  </Cmd>
  <Cmd case="BaseExtensions:If" if-1-type="DOCUMENTDATA" if-1-key="SecurityLevel" if-1-value="Confidential">
    <True>
      <Cmd case="BaseExtensions:show-hide-pp" show="False" ShapeNames="Internal"/>
      <Cmd case="BaseExtensions:show-hide-pp" show="True" ShapeNames="Confidential"/>
      <Cmd case="BaseExtensions:show-hide-pp" show="False" ShapeNames="Strictly"/>
      <Cmd case="BaseExtensions:show-hide-pp" show="False" ShapeNames="Public"/>
    </True>
  </Cmd>
  <Cmd case="BaseExtensions:If" if-1-type="DOCUMENTDATA" if-1-key="SecurityLevel" if-1-value="Strictly Confidential">
    <True>
      <Cmd case="BaseExtensions:show-hide-pp" show="False" ShapeNames="Internal"/>
      <Cmd case="BaseExtensions:show-hide-pp" show="False" ShapeNames="Confidential"/>
      <Cmd case="BaseExtensions:show-hide-pp" show="True" ShapeNames="Strictly"/>
      <Cmd case="BaseExtensions:show-hide-pp" show="False" ShapeNames="Public"/>
    </True>
  </Cmd>
  <Cmd case="BaseExtensions:If" if-1-type="DOCUMENTDATA" if-1-key="SecurityLevel" if-1-value="Public">
    <True>
      <Cmd case="BaseExtensions:show-hide-pp" show="False" ShapeNames="Internal"/>
      <Cmd case="BaseExtensions:show-hide-pp" show="False" ShapeNames="Confidential"/>
      <Cmd case="BaseExtensions:show-hide-pp" show="False" ShapeNames="Strictly"/>
      <Cmd case="BaseExtensions:show-hide-pp" show="True" ShapeNames="Public"/>
    </True>
  </Cmd>
  <Cmd case="BaseExtensions:If" if-1-type="docpropmap" if-1-key="TemplafyTenantId" if-1-value="+abb;+abbqa">
    <True>
      <Cmd case="BaseExtensions:find-shape-bring-to-front" copyDelete="true" layout-1-name="Cover B (light photo)" shape-1-name-1="Revision" shape-1-name-2="Copyright" shape-1-name-3="DocumentID" shape-1-name-4="Logo" shape-1-name-5="Classification" layout-2-name="Cover C (dark photo)" shape-2-name-1="Revision" shape-2-name-2="Copyright" shape-2-name-3="DocumentID" shape-2-name-4="Logo" shape-2-name-5="Classification" layout-3-name="Cover D" shape-3-name-1="Classification" layout-4-name="Cover E" shape-4-name-1="Classification" shape-4-name-2="Logo"/>
    </True>
  </Cmd>
  <Cmd case="BaseExtensions:If" if-1-type="documentprop" if-1-key="hideDate" if-1-value="True">
    <True>
      <cmd case="BaseExtensions:show-hide-pp" show="true" ShapeNames="Date dynamic" ToggleOnActiveSlide="false"/>
    </True>
    <False>
      <cmd case="BaseExtensions:show-hide-pp" show="false" ShapeNames="Date dynamic" ToggleOnActiveSlide="false"/>
    </False>
  </Cmd>
  <Cmd case="BaseExtensions:If" if-1-type="documentprop" if-1-key="hideSlideNumber" if-1-value="True">
    <True>
      <cmd case="BaseExtensions:show-hide-pp" show="true" ShapeNames="Slide number" ToggleOnActiveSlide="false"/>
    </True>
    <False>
      <cmd case="BaseExtensions:show-hide-pp" show="false" ShapeNames="Slide number" ToggleOnActiveSlide="false"/>
    </False>
  </Cmd>
  <Cmd case="BaseExtensions:If" if-1-type="documentprop" if-1-key="hideCopyright" if-1-value="True">
    <True>
      <Cmd case="BaseExtensions:show-hide-pp" show="true" ShapeNames="CopyrightText" ToggleOnActiveSlide="false"/>
    </True>
    <False>
      <Cmd case="BaseExtensions:show-hide-pp" show="false" ShapeNames="CopyrightText" ToggleOnActiveSlide="false"/>
    </False>
  </Cmd>
  <Cmd case="BaseExtensions:If" if-1-type="documentprop" if-1-key="hideLogo" if-1-value="True">
    <True>
      <Cmd case="BaseExtensions:show-hide-pp" show="true" ShapeNames="LogoFooter" ToggleOnActiveSlide="false"/>
    </True>
    <False>
      <Cmd case="BaseExtensions:show-hide-pp" show="false" ShapeNames="LogoFooter" ToggleOnActiveSlide="false"/>
    </False>
  </Cmd>
</Update>
</file>

<file path=customXml/item7.xml><?xml version="1.0" encoding="utf-8"?>
<TemplafySlideFormConfiguration><![CDATA[{"formFields":[],"formDataEntries":[]}]]></TemplafySlideFormConfiguration>
</file>

<file path=customXml/item8.xml><?xml version="1.0" encoding="utf-8"?>
<TemplafyFormConfiguration><![CDATA[{"formFields":[{"required":false,"placeholder":"","lines":1,"defaultValue":"","shareValue":false,"type":"textBox","name":"DocumentID","label":"Document ID"},{"required":false,"placeholder":"","lines":1,"defaultValue":"","shareValue":false,"type":"textBox","name":"DocumentTitle","label":"Document Title"},{"required":false,"placeholder":"","lines":1,"shareValue":false,"type":"textBox","name":"ProjectName","label":"Project Name"},{"required":false,"maxLength":10,"placeholder":"","lines":1,"defaultValue":"","shareValue":false,"type":"textBox","name":"Revision","label":"Revision"},{"required":false,"shareValue":false,"type":"datePicker","name":"ApprovalDate","label":"Approval Date"},{"required":false,"placeholder":"","lines":1,"shareValue":false,"type":"textBox","name":"ApprovedByPerson","label":"Approved By Person"},{"required":false,"shareValue":false,"type":"datePicker","name":"PreparedDate","label":"Displayed Date"},{"required":false,"placeholder":"","lines":1,"defaultValue":"","shareValue":false,"type":"textBox","name":"PreparedByPerson","label":"Prepared By Person"},{"distinct":false,"hideIfNoUserInteractionRequired":false,"required":false,"defaultValue":"Presentation","autoSelectFirstOption":false,"shareValue":false,"type":"dropDown","dataSourceName":"DocumentKinds","dataSourceFieldName":"DocumentKind","name":"DocumentKind","label":"Document Kind"},{"distinct":false,"hideIfNoUserInteractionRequired":false,"required":false,"defaultValue":"en","autoSelectFirstOption":false,"shareValue":false,"type":"dropDown","dataSourceName":"LanguageCodes","dataSourceFieldName":"Name","name":"Language","label":"Language"},{"distinct":false,"hideIfNoUserInteractionRequired":false,"required":false,"defaultValue":"Draft","autoSelectFirstOption":false,"shareValue":false,"type":"dropDown","dataSourceName":"LifeCycleStatus","dataSourceFieldName":"Name","name":"LifeCycleStatus","label":"Life Cycle Status"},{"required":false,"placeholder":"","lines":1,"defaultValue":"","shareValue":false,"type":"textBox","name":"OwningOrganization","label":"Owning Organization"},{"distinct":false,"hideIfNoUserInteractionRequired":false,"required":false,"defaultValue":"1 Blank / No selection","autoSelectFirstOption":false,"shareValue":false,"type":"dropDown","dataSourceName":"SecurityLevels","dataSourceFieldName":"Name","name":"SecurityLevel","label":"Security Level"},{"helpTexts":{},"spacing":{},"type":"instructions","name":"PleaseSelectWhichFooterElementsDoYouWantToInclude","label":"Please select which footer elements do you want to include: "},{"defaultValue":{"fixedValue":true},"helpTexts":{},"spacing":{},"shareValue":false,"type":"checkBox","name":"Copyright","label":"Copyright"},{"defaultValue":{"fixedValue":true},"helpTexts":{},"spacing":{},"shareValue":false,"type":"checkBox","name":"Date","label":"Date"},{"defaultValue":{"fixedValue":true},"helpTexts":{},"spacing":{},"shareValue":false,"type":"checkBox","name":"SlideNumber","label":"Slide number"},{"defaultValue":{"fixedValue":true},"helpTexts":{},"spacing":{},"shareValue":false,"type":"checkBox","name":"Security_Level","label":"Security Level"},{"defaultValue":{"fixedValue":true},"helpTexts":{},"spacing":{},"shareValue":false,"type":"checkBox","name":"Logo","label":"Logo"}],"formDataEntries":[{"name":"DocumentID","value":"npIDexmnRzOcjhpjclFbEw=="},{"name":"DocumentTitle","value":"npIDexmnRzOcjhpjclFbEw=="},{"name":"Revision","value":"npIDexmnRzOcjhpjclFbEw=="},{"name":"PreparedByPerson","value":"npIDexmnRzOcjhpjclFbEw=="},{"name":"DocumentKind","value":"EqfNdjmDLMD5/9QAKm3UDaCkF7Q4ZKW1Cg5g5MojjLk="},{"name":"Language","value":"nVWUwVCH4hPlxqXy4HP9YtfdIMCGVn0BS77jADLFKoo="},{"name":"LifeCycleStatus","value":"QnWOujKLJp1RvJFaXvBl6HPTKUr9NiUrF8/eA/+Hz0E="},{"name":"OwningOrganization","value":"npIDexmnRzOcjhpjclFbEw=="},{"name":"SecurityLevel","value":"AjUfbU7fcmJ9ahnATTBBemZ2fau3JMwZtl4s3Acf4Qc="},{"name":"Copyright","value":"/qSOYQOhULkeur4k+TWcKw=="},{"name":"Date","value":"/qSOYQOhULkeur4k+TWcKw=="},{"name":"SlideNumber","value":"/qSOYQOhULkeur4k+TWcKw=="},{"name":"Security_Level","value":"/qSOYQOhULkeur4k+TWcKw=="},{"name":"Logo","value":"/qSOYQOhULkeur4k+TWcKw=="}]}]]></TemplafyFormConfiguration>
</file>

<file path=customXml/itemProps1.xml><?xml version="1.0" encoding="utf-8"?>
<ds:datastoreItem xmlns:ds="http://schemas.openxmlformats.org/officeDocument/2006/customXml" ds:itemID="{5C1C56BE-A5DD-4FEE-9A5A-713B2B9E27BC}">
  <ds:schemaRefs>
    <ds:schemaRef ds:uri="71d29222-2c5f-45ad-9aa5-4c2d15fddbe9"/>
    <ds:schemaRef ds:uri="b6c29955-2eb6-4762-8558-4f3d2fc9cb65"/>
    <ds:schemaRef ds:uri="e743d054-06d5-4e86-8e7a-fe8cbbcf2ae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296156F-3DB4-48ED-BF14-FAC9F0C4F584}">
  <ds:schemaRefs>
    <ds:schemaRef ds:uri="http://schemas.microsoft.com/sharepoint/v3/contenttype/forms"/>
  </ds:schemaRefs>
</ds:datastoreItem>
</file>

<file path=customXml/itemProps3.xml><?xml version="1.0" encoding="utf-8"?>
<ds:datastoreItem xmlns:ds="http://schemas.openxmlformats.org/officeDocument/2006/customXml" ds:itemID="{20F01761-FF92-45AA-AFD3-07A4C4C43484}">
  <ds:schemaRefs>
    <ds:schemaRef ds:uri="http://purl.org/dc/terms/"/>
    <ds:schemaRef ds:uri="http://schemas.microsoft.com/office/2006/documentManagement/types"/>
    <ds:schemaRef ds:uri="e743d054-06d5-4e86-8e7a-fe8cbbcf2ae5"/>
    <ds:schemaRef ds:uri="http://purl.org/dc/elements/1.1/"/>
    <ds:schemaRef ds:uri="b6c29955-2eb6-4762-8558-4f3d2fc9cb65"/>
    <ds:schemaRef ds:uri="http://purl.org/dc/dcmitype/"/>
    <ds:schemaRef ds:uri="http://www.w3.org/XML/1998/namespace"/>
    <ds:schemaRef ds:uri="http://schemas.microsoft.com/office/infopath/2007/PartnerControls"/>
    <ds:schemaRef ds:uri="http://schemas.openxmlformats.org/package/2006/metadata/core-properties"/>
    <ds:schemaRef ds:uri="71d29222-2c5f-45ad-9aa5-4c2d15fddbe9"/>
    <ds:schemaRef ds:uri="http://schemas.microsoft.com/office/2006/metadata/properties"/>
  </ds:schemaRefs>
</ds:datastoreItem>
</file>

<file path=customXml/itemProps4.xml><?xml version="1.0" encoding="utf-8"?>
<ds:datastoreItem xmlns:ds="http://schemas.openxmlformats.org/officeDocument/2006/customXml" ds:itemID="{DD3C33AD-792D-4526-B706-A09FEA4C6707}">
  <ds:schemaRefs/>
</ds:datastoreItem>
</file>

<file path=customXml/itemProps5.xml><?xml version="1.0" encoding="utf-8"?>
<ds:datastoreItem xmlns:ds="http://schemas.openxmlformats.org/officeDocument/2006/customXml" ds:itemID="{D2280EEE-F7B5-4B82-8B3F-6C5291CE43BF}">
  <ds:schemaRefs/>
</ds:datastoreItem>
</file>

<file path=customXml/itemProps6.xml><?xml version="1.0" encoding="utf-8"?>
<ds:datastoreItem xmlns:ds="http://schemas.openxmlformats.org/officeDocument/2006/customXml" ds:itemID="{3701DADA-2F68-45DF-8F02-C8ED25A02974}">
  <ds:schemaRefs/>
</ds:datastoreItem>
</file>

<file path=customXml/itemProps7.xml><?xml version="1.0" encoding="utf-8"?>
<ds:datastoreItem xmlns:ds="http://schemas.openxmlformats.org/officeDocument/2006/customXml" ds:itemID="{55E46940-6434-4A2E-97B3-DE85BC1783F5}">
  <ds:schemaRefs/>
</ds:datastoreItem>
</file>

<file path=customXml/itemProps8.xml><?xml version="1.0" encoding="utf-8"?>
<ds:datastoreItem xmlns:ds="http://schemas.openxmlformats.org/officeDocument/2006/customXml" ds:itemID="{88746BAB-2507-4F3A-B16E-ED38367EE530}">
  <ds:schemaRefs/>
</ds:datastoreItem>
</file>

<file path=docMetadata/LabelInfo.xml><?xml version="1.0" encoding="utf-8"?>
<clbl:labelList xmlns:clbl="http://schemas.microsoft.com/office/2020/mipLabelMetadata">
  <clbl:label id="{d792d246-d363-40e2-82bc-6f0655128b68}" enabled="1" method="Privileged" siteId="{372ee9e0-9ce0-4033-a64a-c07073a91ecd}" removed="0"/>
</clbl:labelList>
</file>

<file path=docProps/app.xml><?xml version="1.0" encoding="utf-8"?>
<Properties xmlns="http://schemas.openxmlformats.org/officeDocument/2006/extended-properties" xmlns:vt="http://schemas.openxmlformats.org/officeDocument/2006/docPropsVTypes">
  <Template>ABB PPT Template Templafy 2021120</Template>
  <TotalTime>1598</TotalTime>
  <Words>1341</Words>
  <Application>Microsoft Office PowerPoint</Application>
  <PresentationFormat>Widescreen</PresentationFormat>
  <Paragraphs>227</Paragraphs>
  <Slides>25</Slides>
  <Notes>7</Notes>
  <HiddenSlides>0</HiddenSlides>
  <MMClips>1</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25</vt:i4>
      </vt:variant>
    </vt:vector>
  </HeadingPairs>
  <TitlesOfParts>
    <vt:vector size="33" baseType="lpstr">
      <vt:lpstr>Consolas</vt:lpstr>
      <vt:lpstr>ABBvoice</vt:lpstr>
      <vt:lpstr>ABBvoice Light</vt:lpstr>
      <vt:lpstr>Arial</vt:lpstr>
      <vt:lpstr>ABBvoice Display SemiBold</vt:lpstr>
      <vt:lpstr>Cambria Math</vt:lpstr>
      <vt:lpstr>ABB Robotics Master</vt:lpstr>
      <vt:lpstr>ABB Master</vt:lpstr>
      <vt:lpstr>STl-FM: STL-Guided Flow Matching</vt:lpstr>
      <vt:lpstr>Agenda</vt:lpstr>
      <vt:lpstr>Motivation</vt:lpstr>
      <vt:lpstr>Problem Definition</vt:lpstr>
      <vt:lpstr>PowerPoint Presentation</vt:lpstr>
      <vt:lpstr>Overview</vt:lpstr>
      <vt:lpstr>Pre-Requisites</vt:lpstr>
      <vt:lpstr>Signal Temporal Logic</vt:lpstr>
      <vt:lpstr>Signal Temporal Logic</vt:lpstr>
      <vt:lpstr>Signal Temporal Logic</vt:lpstr>
      <vt:lpstr>Signal Temporal Logic</vt:lpstr>
      <vt:lpstr>Signal Temporal Logic Evaluation: Robustness</vt:lpstr>
      <vt:lpstr>Signal Temporal Logic Evaluation: Robustness</vt:lpstr>
      <vt:lpstr>Flow Matching </vt:lpstr>
      <vt:lpstr>Related works</vt:lpstr>
      <vt:lpstr>Learning to Manipulate</vt:lpstr>
      <vt:lpstr>Learning to Manipulate</vt:lpstr>
      <vt:lpstr>4 Types of Related works … </vt:lpstr>
      <vt:lpstr>Method</vt:lpstr>
      <vt:lpstr>Guiding “generation" with STL</vt:lpstr>
      <vt:lpstr>Experiments</vt:lpstr>
      <vt:lpstr>Results</vt:lpstr>
      <vt:lpstr>Discussions</vt:lpstr>
      <vt:lpstr>Future Work</vt:lpstr>
      <vt:lpstr>PowerPoint Presentation</vt:lpstr>
    </vt:vector>
  </TitlesOfParts>
  <Company>ABB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ABB</dc:creator>
  <cp:lastModifiedBy>Gawtam Ramesh</cp:lastModifiedBy>
  <cp:revision>11</cp:revision>
  <dcterms:created xsi:type="dcterms:W3CDTF">2026-10-20T16:42:07Z</dcterms:created>
  <dcterms:modified xsi:type="dcterms:W3CDTF">2026-10-20T21:23:33Z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eDate">
    <vt:lpwstr>True</vt:lpwstr>
  </property>
  <property fmtid="{D5CDD505-2E9C-101B-9397-08002B2CF9AE}" pid="3" name="hideSlideNumber">
    <vt:lpwstr>True</vt:lpwstr>
  </property>
  <property fmtid="{D5CDD505-2E9C-101B-9397-08002B2CF9AE}" pid="4" name="hideCopyright">
    <vt:lpwstr>True</vt:lpwstr>
  </property>
  <property fmtid="{D5CDD505-2E9C-101B-9397-08002B2CF9AE}" pid="5" name="hideLogo">
    <vt:lpwstr>True</vt:lpwstr>
  </property>
  <property fmtid="{D5CDD505-2E9C-101B-9397-08002B2CF9AE}" pid="6" name="MSIP_Label_d792d246-d363-40e2-82bc-6f0655128b68_Enabled">
    <vt:lpwstr>true</vt:lpwstr>
  </property>
  <property fmtid="{D5CDD505-2E9C-101B-9397-08002B2CF9AE}" pid="7" name="MSIP_Label_d792d246-d363-40e2-82bc-6f0655128b68_SetDate">
    <vt:lpwstr>2026-03-30T07:20:42Z</vt:lpwstr>
  </property>
  <property fmtid="{D5CDD505-2E9C-101B-9397-08002B2CF9AE}" pid="8" name="MSIP_Label_d792d246-d363-40e2-82bc-6f0655128b68_Method">
    <vt:lpwstr>Standard</vt:lpwstr>
  </property>
  <property fmtid="{D5CDD505-2E9C-101B-9397-08002B2CF9AE}" pid="9" name="MSIP_Label_d792d246-d363-40e2-82bc-6f0655128b68_Name">
    <vt:lpwstr>d792d246-d363-40e2-82bc-6f0655128b68</vt:lpwstr>
  </property>
  <property fmtid="{D5CDD505-2E9C-101B-9397-08002B2CF9AE}" pid="10" name="MSIP_Label_d792d246-d363-40e2-82bc-6f0655128b68_SiteId">
    <vt:lpwstr>372ee9e0-9ce0-4033-a64a-c07073a91ecd</vt:lpwstr>
  </property>
  <property fmtid="{D5CDD505-2E9C-101B-9397-08002B2CF9AE}" pid="11" name="MSIP_Label_d792d246-d363-40e2-82bc-6f0655128b68_ActionId">
    <vt:lpwstr>8a529307-6597-4941-a041-28da8cad8633</vt:lpwstr>
  </property>
  <property fmtid="{D5CDD505-2E9C-101B-9397-08002B2CF9AE}" pid="12" name="MSIP_Label_d792d246-d363-40e2-82bc-6f0655128b68_ContentBits">
    <vt:lpwstr>0</vt:lpwstr>
  </property>
  <property fmtid="{D5CDD505-2E9C-101B-9397-08002B2CF9AE}" pid="13" name="MSIP_Label_d792d246-d363-40e2-82bc-6f0655128b68_Tag">
    <vt:lpwstr>10, 3, 0, 1</vt:lpwstr>
  </property>
  <property fmtid="{D5CDD505-2E9C-101B-9397-08002B2CF9AE}" pid="14" name="ContentTypeId">
    <vt:lpwstr>0x010100DDF0B5010D9E3345941C55A037442F34</vt:lpwstr>
  </property>
  <property fmtid="{D5CDD505-2E9C-101B-9397-08002B2CF9AE}" pid="15" name="MediaServiceImageTags">
    <vt:lpwstr/>
  </property>
  <property fmtid="{D5CDD505-2E9C-101B-9397-08002B2CF9AE}" pid="16" name="TemplafyTimeStamp">
    <vt:lpwstr>2026-10-16T08:31:24</vt:lpwstr>
  </property>
  <property fmtid="{D5CDD505-2E9C-101B-9397-08002B2CF9AE}" pid="17" name="TemplafyTenantId">
    <vt:lpwstr>abb</vt:lpwstr>
  </property>
  <property fmtid="{D5CDD505-2E9C-101B-9397-08002B2CF9AE}" pid="18" name="TemplafyTemplateId">
    <vt:lpwstr>1569211678664949804</vt:lpwstr>
  </property>
  <property fmtid="{D5CDD505-2E9C-101B-9397-08002B2CF9AE}" pid="19" name="TemplafyUserProfileId">
    <vt:lpwstr>1358451607981522971</vt:lpwstr>
  </property>
  <property fmtid="{D5CDD505-2E9C-101B-9397-08002B2CF9AE}" pid="20" name="TemplafyLanguageCode">
    <vt:lpwstr>en-US</vt:lpwstr>
  </property>
  <property fmtid="{D5CDD505-2E9C-101B-9397-08002B2CF9AE}" pid="21" name="BrandName">
    <vt:lpwstr>ABB</vt:lpwstr>
  </property>
  <property fmtid="{D5CDD505-2E9C-101B-9397-08002B2CF9AE}" pid="22" name="TemplafyFromBlank">
    <vt:bool>false</vt:bool>
  </property>
</Properties>
</file>